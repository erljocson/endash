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8" r:id="rId2"/>
  </p:sldMasterIdLst>
  <p:notesMasterIdLst>
    <p:notesMasterId r:id="rId7"/>
  </p:notesMasterIdLst>
  <p:handoutMasterIdLst>
    <p:handoutMasterId r:id="rId8"/>
  </p:handoutMasterIdLst>
  <p:sldIdLst>
    <p:sldId id="2142532330" r:id="rId3"/>
    <p:sldId id="991" r:id="rId4"/>
    <p:sldId id="992" r:id="rId5"/>
    <p:sldId id="207613830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D134"/>
    <a:srgbClr val="000000"/>
    <a:srgbClr val="01E1FF"/>
    <a:srgbClr val="03548F"/>
    <a:srgbClr val="2A577F"/>
    <a:srgbClr val="2F5597"/>
    <a:srgbClr val="E7E6E6"/>
    <a:srgbClr val="4472C4"/>
    <a:srgbClr val="10253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92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A03405-1096-4B6F-92EA-4B48BF2564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31B9A4-4FE8-4DB6-AFAA-9F1201D4D4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1AA06B-E113-4D3C-BEB1-349DEDCD0385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E36496-DFB7-484F-A76A-30D7036F49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C0EA5-DE8E-4BE3-A7A5-FE442A9BF8C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7CEC00-EE66-4785-AB71-C3E392B96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630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4995C7-7E75-405A-8C0F-E29A427C9F13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AAF24-57CB-48D7-977A-B7787552E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365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8732F7-5B34-4BEF-B75D-0337D1B0521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7801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HindujaGlobalSolutions/" TargetMode="External"/><Relationship Id="rId2" Type="http://schemas.openxmlformats.org/officeDocument/2006/relationships/hyperlink" Target="https://twitter.com/teamhgs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gs.cx" TargetMode="Externa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BKGD 1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60DEC3A5-3C45-1941-A1CC-47012E7EED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02"/>
          <a:stretch/>
        </p:blipFill>
        <p:spPr>
          <a:xfrm>
            <a:off x="0" y="0"/>
            <a:ext cx="12196119" cy="6858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D473D271-7799-F44D-B86F-251BA01BB3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370185"/>
            <a:ext cx="7790919" cy="49244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Raleway ExtraBold" panose="020B0003030101060003" pitchFamily="34" charset="0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page title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E54D8681-A932-4649-B365-3B53D21BB9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4398300"/>
            <a:ext cx="7790919" cy="33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100"/>
              </a:spcAft>
              <a:buNone/>
              <a:defRPr sz="20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A20456-50AF-5246-B423-45ACC68243C7}"/>
              </a:ext>
            </a:extLst>
          </p:cNvPr>
          <p:cNvCxnSpPr>
            <a:cxnSpLocks/>
          </p:cNvCxnSpPr>
          <p:nvPr userDrawn="1"/>
        </p:nvCxnSpPr>
        <p:spPr>
          <a:xfrm>
            <a:off x="787024" y="4121181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C5152D33-FD11-A34C-8FD3-9D0AE20408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2285265"/>
            <a:ext cx="4521948" cy="2527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(Category tag or date)</a:t>
            </a:r>
          </a:p>
        </p:txBody>
      </p:sp>
      <p:grpSp>
        <p:nvGrpSpPr>
          <p:cNvPr id="2" name="Graphic 17">
            <a:extLst>
              <a:ext uri="{FF2B5EF4-FFF2-40B4-BE49-F238E27FC236}">
                <a16:creationId xmlns:a16="http://schemas.microsoft.com/office/drawing/2014/main" id="{90780A51-838F-6146-B4E4-2A954B238F86}"/>
              </a:ext>
            </a:extLst>
          </p:cNvPr>
          <p:cNvGrpSpPr/>
          <p:nvPr/>
        </p:nvGrpSpPr>
        <p:grpSpPr>
          <a:xfrm>
            <a:off x="786989" y="1035574"/>
            <a:ext cx="1964189" cy="625048"/>
            <a:chOff x="786989" y="1035574"/>
            <a:chExt cx="1964189" cy="625048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25839D87-99FB-A148-BBEB-1A100EE21847}"/>
                </a:ext>
              </a:extLst>
            </p:cNvPr>
            <p:cNvSpPr/>
            <p:nvPr/>
          </p:nvSpPr>
          <p:spPr>
            <a:xfrm>
              <a:off x="1554406" y="1035574"/>
              <a:ext cx="332113" cy="512756"/>
            </a:xfrm>
            <a:custGeom>
              <a:avLst/>
              <a:gdLst>
                <a:gd name="connsiteX0" fmla="*/ 174199 w 332113"/>
                <a:gd name="connsiteY0" fmla="*/ 167762 h 512756"/>
                <a:gd name="connsiteX1" fmla="*/ 63345 w 332113"/>
                <a:gd name="connsiteY1" fmla="*/ 167762 h 512756"/>
                <a:gd name="connsiteX2" fmla="*/ 63345 w 332113"/>
                <a:gd name="connsiteY2" fmla="*/ 31568 h 512756"/>
                <a:gd name="connsiteX3" fmla="*/ 63345 w 332113"/>
                <a:gd name="connsiteY3" fmla="*/ 31568 h 512756"/>
                <a:gd name="connsiteX4" fmla="*/ 31673 w 332113"/>
                <a:gd name="connsiteY4" fmla="*/ 0 h 512756"/>
                <a:gd name="connsiteX5" fmla="*/ 0 w 332113"/>
                <a:gd name="connsiteY5" fmla="*/ 31568 h 512756"/>
                <a:gd name="connsiteX6" fmla="*/ 0 w 332113"/>
                <a:gd name="connsiteY6" fmla="*/ 31568 h 512756"/>
                <a:gd name="connsiteX7" fmla="*/ 0 w 332113"/>
                <a:gd name="connsiteY7" fmla="*/ 480737 h 512756"/>
                <a:gd name="connsiteX8" fmla="*/ 31673 w 332113"/>
                <a:gd name="connsiteY8" fmla="*/ 512306 h 512756"/>
                <a:gd name="connsiteX9" fmla="*/ 63345 w 332113"/>
                <a:gd name="connsiteY9" fmla="*/ 480737 h 512756"/>
                <a:gd name="connsiteX10" fmla="*/ 63345 w 332113"/>
                <a:gd name="connsiteY10" fmla="*/ 228192 h 512756"/>
                <a:gd name="connsiteX11" fmla="*/ 174199 w 332113"/>
                <a:gd name="connsiteY11" fmla="*/ 228192 h 512756"/>
                <a:gd name="connsiteX12" fmla="*/ 268765 w 332113"/>
                <a:gd name="connsiteY12" fmla="*/ 304858 h 512756"/>
                <a:gd name="connsiteX13" fmla="*/ 268765 w 332113"/>
                <a:gd name="connsiteY13" fmla="*/ 481188 h 512756"/>
                <a:gd name="connsiteX14" fmla="*/ 268765 w 332113"/>
                <a:gd name="connsiteY14" fmla="*/ 481188 h 512756"/>
                <a:gd name="connsiteX15" fmla="*/ 300437 w 332113"/>
                <a:gd name="connsiteY15" fmla="*/ 512757 h 512756"/>
                <a:gd name="connsiteX16" fmla="*/ 332110 w 332113"/>
                <a:gd name="connsiteY16" fmla="*/ 481188 h 512756"/>
                <a:gd name="connsiteX17" fmla="*/ 332110 w 332113"/>
                <a:gd name="connsiteY17" fmla="*/ 304858 h 512756"/>
                <a:gd name="connsiteX18" fmla="*/ 174199 w 332113"/>
                <a:gd name="connsiteY18" fmla="*/ 167762 h 512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2113" h="512756">
                  <a:moveTo>
                    <a:pt x="174199" y="167762"/>
                  </a:moveTo>
                  <a:lnTo>
                    <a:pt x="63345" y="167762"/>
                  </a:lnTo>
                  <a:lnTo>
                    <a:pt x="63345" y="31568"/>
                  </a:lnTo>
                  <a:lnTo>
                    <a:pt x="63345" y="31568"/>
                  </a:lnTo>
                  <a:cubicBezTo>
                    <a:pt x="63345" y="13980"/>
                    <a:pt x="49319" y="0"/>
                    <a:pt x="31673" y="0"/>
                  </a:cubicBezTo>
                  <a:cubicBezTo>
                    <a:pt x="14026" y="0"/>
                    <a:pt x="0" y="13980"/>
                    <a:pt x="0" y="31568"/>
                  </a:cubicBezTo>
                  <a:lnTo>
                    <a:pt x="0" y="31568"/>
                  </a:lnTo>
                  <a:lnTo>
                    <a:pt x="0" y="480737"/>
                  </a:lnTo>
                  <a:cubicBezTo>
                    <a:pt x="0" y="498325"/>
                    <a:pt x="14026" y="512306"/>
                    <a:pt x="31673" y="512306"/>
                  </a:cubicBezTo>
                  <a:cubicBezTo>
                    <a:pt x="49319" y="512306"/>
                    <a:pt x="63345" y="498325"/>
                    <a:pt x="63345" y="480737"/>
                  </a:cubicBezTo>
                  <a:lnTo>
                    <a:pt x="63345" y="228192"/>
                  </a:lnTo>
                  <a:lnTo>
                    <a:pt x="174199" y="228192"/>
                  </a:lnTo>
                  <a:cubicBezTo>
                    <a:pt x="239807" y="228192"/>
                    <a:pt x="268765" y="256604"/>
                    <a:pt x="268765" y="304858"/>
                  </a:cubicBezTo>
                  <a:lnTo>
                    <a:pt x="268765" y="481188"/>
                  </a:lnTo>
                  <a:lnTo>
                    <a:pt x="268765" y="481188"/>
                  </a:lnTo>
                  <a:cubicBezTo>
                    <a:pt x="268765" y="498776"/>
                    <a:pt x="282791" y="512757"/>
                    <a:pt x="300437" y="512757"/>
                  </a:cubicBezTo>
                  <a:cubicBezTo>
                    <a:pt x="318084" y="512757"/>
                    <a:pt x="332110" y="498776"/>
                    <a:pt x="332110" y="481188"/>
                  </a:cubicBezTo>
                  <a:lnTo>
                    <a:pt x="332110" y="304858"/>
                  </a:lnTo>
                  <a:cubicBezTo>
                    <a:pt x="332563" y="218722"/>
                    <a:pt x="280529" y="167762"/>
                    <a:pt x="174199" y="16776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F3747275-F831-B24C-BD70-0A6509B4653D}"/>
                </a:ext>
              </a:extLst>
            </p:cNvPr>
            <p:cNvSpPr/>
            <p:nvPr/>
          </p:nvSpPr>
          <p:spPr>
            <a:xfrm>
              <a:off x="1959363" y="1206943"/>
              <a:ext cx="350208" cy="453679"/>
            </a:xfrm>
            <a:custGeom>
              <a:avLst/>
              <a:gdLst>
                <a:gd name="connsiteX0" fmla="*/ 230758 w 350208"/>
                <a:gd name="connsiteY0" fmla="*/ 0 h 453679"/>
                <a:gd name="connsiteX1" fmla="*/ 140717 w 350208"/>
                <a:gd name="connsiteY1" fmla="*/ 0 h 453679"/>
                <a:gd name="connsiteX2" fmla="*/ 0 w 350208"/>
                <a:gd name="connsiteY2" fmla="*/ 154684 h 453679"/>
                <a:gd name="connsiteX3" fmla="*/ 140717 w 350208"/>
                <a:gd name="connsiteY3" fmla="*/ 310270 h 453679"/>
                <a:gd name="connsiteX4" fmla="*/ 284149 w 350208"/>
                <a:gd name="connsiteY4" fmla="*/ 310270 h 453679"/>
                <a:gd name="connsiteX5" fmla="*/ 284149 w 350208"/>
                <a:gd name="connsiteY5" fmla="*/ 325152 h 453679"/>
                <a:gd name="connsiteX6" fmla="*/ 219446 w 350208"/>
                <a:gd name="connsiteY6" fmla="*/ 390994 h 453679"/>
                <a:gd name="connsiteX7" fmla="*/ 33482 w 350208"/>
                <a:gd name="connsiteY7" fmla="*/ 390994 h 453679"/>
                <a:gd name="connsiteX8" fmla="*/ 905 w 350208"/>
                <a:gd name="connsiteY8" fmla="*/ 421209 h 453679"/>
                <a:gd name="connsiteX9" fmla="*/ 31220 w 350208"/>
                <a:gd name="connsiteY9" fmla="*/ 453679 h 453679"/>
                <a:gd name="connsiteX10" fmla="*/ 33482 w 350208"/>
                <a:gd name="connsiteY10" fmla="*/ 453679 h 453679"/>
                <a:gd name="connsiteX11" fmla="*/ 227138 w 350208"/>
                <a:gd name="connsiteY11" fmla="*/ 453679 h 453679"/>
                <a:gd name="connsiteX12" fmla="*/ 350209 w 350208"/>
                <a:gd name="connsiteY12" fmla="*/ 325603 h 453679"/>
                <a:gd name="connsiteX13" fmla="*/ 350209 w 350208"/>
                <a:gd name="connsiteY13" fmla="*/ 138449 h 453679"/>
                <a:gd name="connsiteX14" fmla="*/ 230758 w 350208"/>
                <a:gd name="connsiteY14" fmla="*/ 0 h 453679"/>
                <a:gd name="connsiteX15" fmla="*/ 284149 w 350208"/>
                <a:gd name="connsiteY15" fmla="*/ 251192 h 453679"/>
                <a:gd name="connsiteX16" fmla="*/ 147051 w 350208"/>
                <a:gd name="connsiteY16" fmla="*/ 251192 h 453679"/>
                <a:gd name="connsiteX17" fmla="*/ 65608 w 350208"/>
                <a:gd name="connsiteY17" fmla="*/ 156939 h 453679"/>
                <a:gd name="connsiteX18" fmla="*/ 147051 w 350208"/>
                <a:gd name="connsiteY18" fmla="*/ 62685 h 453679"/>
                <a:gd name="connsiteX19" fmla="*/ 211754 w 350208"/>
                <a:gd name="connsiteY19" fmla="*/ 62685 h 453679"/>
                <a:gd name="connsiteX20" fmla="*/ 284149 w 350208"/>
                <a:gd name="connsiteY20" fmla="*/ 137998 h 453679"/>
                <a:gd name="connsiteX21" fmla="*/ 284149 w 350208"/>
                <a:gd name="connsiteY21" fmla="*/ 251192 h 45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0208" h="453679">
                  <a:moveTo>
                    <a:pt x="230758" y="0"/>
                  </a:moveTo>
                  <a:lnTo>
                    <a:pt x="140717" y="0"/>
                  </a:lnTo>
                  <a:cubicBezTo>
                    <a:pt x="53843" y="0"/>
                    <a:pt x="0" y="50058"/>
                    <a:pt x="0" y="154684"/>
                  </a:cubicBezTo>
                  <a:cubicBezTo>
                    <a:pt x="0" y="259310"/>
                    <a:pt x="54296" y="310270"/>
                    <a:pt x="140717" y="310270"/>
                  </a:cubicBezTo>
                  <a:lnTo>
                    <a:pt x="284149" y="310270"/>
                  </a:lnTo>
                  <a:lnTo>
                    <a:pt x="284149" y="325152"/>
                  </a:lnTo>
                  <a:cubicBezTo>
                    <a:pt x="284149" y="371602"/>
                    <a:pt x="268312" y="390994"/>
                    <a:pt x="219446" y="390994"/>
                  </a:cubicBezTo>
                  <a:lnTo>
                    <a:pt x="33482" y="390994"/>
                  </a:lnTo>
                  <a:cubicBezTo>
                    <a:pt x="16289" y="390543"/>
                    <a:pt x="1357" y="403621"/>
                    <a:pt x="905" y="421209"/>
                  </a:cubicBezTo>
                  <a:cubicBezTo>
                    <a:pt x="452" y="438346"/>
                    <a:pt x="13574" y="453228"/>
                    <a:pt x="31220" y="453679"/>
                  </a:cubicBezTo>
                  <a:cubicBezTo>
                    <a:pt x="32125" y="453679"/>
                    <a:pt x="33030" y="453679"/>
                    <a:pt x="33482" y="453679"/>
                  </a:cubicBezTo>
                  <a:lnTo>
                    <a:pt x="227138" y="453679"/>
                  </a:lnTo>
                  <a:cubicBezTo>
                    <a:pt x="318084" y="453679"/>
                    <a:pt x="350209" y="417601"/>
                    <a:pt x="350209" y="325603"/>
                  </a:cubicBezTo>
                  <a:lnTo>
                    <a:pt x="350209" y="138449"/>
                  </a:lnTo>
                  <a:cubicBezTo>
                    <a:pt x="349756" y="45097"/>
                    <a:pt x="308129" y="0"/>
                    <a:pt x="230758" y="0"/>
                  </a:cubicBezTo>
                  <a:close/>
                  <a:moveTo>
                    <a:pt x="284149" y="251192"/>
                  </a:moveTo>
                  <a:lnTo>
                    <a:pt x="147051" y="251192"/>
                  </a:lnTo>
                  <a:cubicBezTo>
                    <a:pt x="90946" y="251192"/>
                    <a:pt x="65608" y="222781"/>
                    <a:pt x="65608" y="156939"/>
                  </a:cubicBezTo>
                  <a:cubicBezTo>
                    <a:pt x="65608" y="91097"/>
                    <a:pt x="90946" y="62685"/>
                    <a:pt x="147051" y="62685"/>
                  </a:cubicBezTo>
                  <a:lnTo>
                    <a:pt x="211754" y="62685"/>
                  </a:lnTo>
                  <a:cubicBezTo>
                    <a:pt x="263788" y="62685"/>
                    <a:pt x="284149" y="85234"/>
                    <a:pt x="284149" y="137998"/>
                  </a:cubicBezTo>
                  <a:lnTo>
                    <a:pt x="284149" y="251192"/>
                  </a:ln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1CC1C9C-5AC1-064B-94DB-D03D413A5814}"/>
                </a:ext>
              </a:extLst>
            </p:cNvPr>
            <p:cNvSpPr/>
            <p:nvPr/>
          </p:nvSpPr>
          <p:spPr>
            <a:xfrm>
              <a:off x="2384641" y="1206943"/>
              <a:ext cx="366537" cy="341837"/>
            </a:xfrm>
            <a:custGeom>
              <a:avLst/>
              <a:gdLst>
                <a:gd name="connsiteX0" fmla="*/ 143924 w 366537"/>
                <a:gd name="connsiteY0" fmla="*/ 65842 h 341837"/>
                <a:gd name="connsiteX1" fmla="*/ 333508 w 366537"/>
                <a:gd name="connsiteY1" fmla="*/ 65842 h 341837"/>
                <a:gd name="connsiteX2" fmla="*/ 366538 w 366537"/>
                <a:gd name="connsiteY2" fmla="*/ 32921 h 341837"/>
                <a:gd name="connsiteX3" fmla="*/ 333508 w 366537"/>
                <a:gd name="connsiteY3" fmla="*/ 0 h 341837"/>
                <a:gd name="connsiteX4" fmla="*/ 333508 w 366537"/>
                <a:gd name="connsiteY4" fmla="*/ 0 h 341837"/>
                <a:gd name="connsiteX5" fmla="*/ 143472 w 366537"/>
                <a:gd name="connsiteY5" fmla="*/ 0 h 341837"/>
                <a:gd name="connsiteX6" fmla="*/ 31713 w 366537"/>
                <a:gd name="connsiteY6" fmla="*/ 99665 h 341837"/>
                <a:gd name="connsiteX7" fmla="*/ 149807 w 366537"/>
                <a:gd name="connsiteY7" fmla="*/ 199330 h 341837"/>
                <a:gd name="connsiteX8" fmla="*/ 230798 w 366537"/>
                <a:gd name="connsiteY8" fmla="*/ 199330 h 341837"/>
                <a:gd name="connsiteX9" fmla="*/ 279664 w 366537"/>
                <a:gd name="connsiteY9" fmla="*/ 237663 h 341837"/>
                <a:gd name="connsiteX10" fmla="*/ 234870 w 366537"/>
                <a:gd name="connsiteY10" fmla="*/ 275094 h 341837"/>
                <a:gd name="connsiteX11" fmla="*/ 34880 w 366537"/>
                <a:gd name="connsiteY11" fmla="*/ 275094 h 341837"/>
                <a:gd name="connsiteX12" fmla="*/ 40 w 366537"/>
                <a:gd name="connsiteY12" fmla="*/ 307113 h 341837"/>
                <a:gd name="connsiteX13" fmla="*/ 32165 w 366537"/>
                <a:gd name="connsiteY13" fmla="*/ 341838 h 341837"/>
                <a:gd name="connsiteX14" fmla="*/ 34428 w 366537"/>
                <a:gd name="connsiteY14" fmla="*/ 341838 h 341837"/>
                <a:gd name="connsiteX15" fmla="*/ 234870 w 366537"/>
                <a:gd name="connsiteY15" fmla="*/ 341838 h 341837"/>
                <a:gd name="connsiteX16" fmla="*/ 347082 w 366537"/>
                <a:gd name="connsiteY16" fmla="*/ 238114 h 341837"/>
                <a:gd name="connsiteX17" fmla="*/ 228536 w 366537"/>
                <a:gd name="connsiteY17" fmla="*/ 141606 h 341837"/>
                <a:gd name="connsiteX18" fmla="*/ 147997 w 366537"/>
                <a:gd name="connsiteY18" fmla="*/ 141606 h 341837"/>
                <a:gd name="connsiteX19" fmla="*/ 99130 w 366537"/>
                <a:gd name="connsiteY19" fmla="*/ 104626 h 341837"/>
                <a:gd name="connsiteX20" fmla="*/ 143924 w 366537"/>
                <a:gd name="connsiteY20" fmla="*/ 65842 h 34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537" h="341837">
                  <a:moveTo>
                    <a:pt x="143924" y="65842"/>
                  </a:moveTo>
                  <a:lnTo>
                    <a:pt x="333508" y="65842"/>
                  </a:lnTo>
                  <a:cubicBezTo>
                    <a:pt x="351606" y="65842"/>
                    <a:pt x="366538" y="50960"/>
                    <a:pt x="366538" y="32921"/>
                  </a:cubicBezTo>
                  <a:cubicBezTo>
                    <a:pt x="366538" y="14882"/>
                    <a:pt x="351606" y="0"/>
                    <a:pt x="333508" y="0"/>
                  </a:cubicBezTo>
                  <a:cubicBezTo>
                    <a:pt x="333508" y="0"/>
                    <a:pt x="333508" y="0"/>
                    <a:pt x="333508" y="0"/>
                  </a:cubicBezTo>
                  <a:lnTo>
                    <a:pt x="143472" y="0"/>
                  </a:lnTo>
                  <a:cubicBezTo>
                    <a:pt x="63838" y="0"/>
                    <a:pt x="31713" y="38333"/>
                    <a:pt x="31713" y="99665"/>
                  </a:cubicBezTo>
                  <a:cubicBezTo>
                    <a:pt x="31713" y="151978"/>
                    <a:pt x="55241" y="199330"/>
                    <a:pt x="149807" y="199330"/>
                  </a:cubicBezTo>
                  <a:lnTo>
                    <a:pt x="230798" y="199330"/>
                  </a:lnTo>
                  <a:cubicBezTo>
                    <a:pt x="265185" y="199330"/>
                    <a:pt x="279664" y="210154"/>
                    <a:pt x="279664" y="237663"/>
                  </a:cubicBezTo>
                  <a:cubicBezTo>
                    <a:pt x="279664" y="265172"/>
                    <a:pt x="266543" y="275094"/>
                    <a:pt x="234870" y="275094"/>
                  </a:cubicBezTo>
                  <a:lnTo>
                    <a:pt x="34880" y="275094"/>
                  </a:lnTo>
                  <a:cubicBezTo>
                    <a:pt x="16329" y="274192"/>
                    <a:pt x="945" y="288623"/>
                    <a:pt x="40" y="307113"/>
                  </a:cubicBezTo>
                  <a:cubicBezTo>
                    <a:pt x="-865" y="325603"/>
                    <a:pt x="13614" y="340936"/>
                    <a:pt x="32165" y="341838"/>
                  </a:cubicBezTo>
                  <a:cubicBezTo>
                    <a:pt x="33070" y="341838"/>
                    <a:pt x="33975" y="341838"/>
                    <a:pt x="34428" y="341838"/>
                  </a:cubicBezTo>
                  <a:lnTo>
                    <a:pt x="234870" y="341838"/>
                  </a:lnTo>
                  <a:cubicBezTo>
                    <a:pt x="315409" y="341838"/>
                    <a:pt x="347082" y="298995"/>
                    <a:pt x="347082" y="238114"/>
                  </a:cubicBezTo>
                  <a:cubicBezTo>
                    <a:pt x="347082" y="184899"/>
                    <a:pt x="323101" y="141606"/>
                    <a:pt x="228536" y="141606"/>
                  </a:cubicBezTo>
                  <a:lnTo>
                    <a:pt x="147997" y="141606"/>
                  </a:lnTo>
                  <a:cubicBezTo>
                    <a:pt x="109537" y="141606"/>
                    <a:pt x="99130" y="128527"/>
                    <a:pt x="99130" y="104626"/>
                  </a:cubicBezTo>
                  <a:cubicBezTo>
                    <a:pt x="99130" y="78469"/>
                    <a:pt x="112252" y="65842"/>
                    <a:pt x="143924" y="6584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A219B1D-B855-3448-8079-0CDF954F2668}"/>
                </a:ext>
              </a:extLst>
            </p:cNvPr>
            <p:cNvSpPr/>
            <p:nvPr/>
          </p:nvSpPr>
          <p:spPr>
            <a:xfrm>
              <a:off x="788438" y="1133821"/>
              <a:ext cx="331090" cy="262474"/>
            </a:xfrm>
            <a:custGeom>
              <a:avLst/>
              <a:gdLst>
                <a:gd name="connsiteX0" fmla="*/ 297213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33425 w 331090"/>
                <a:gd name="connsiteY3" fmla="*/ 258022 h 262474"/>
                <a:gd name="connsiteX4" fmla="*/ 323003 w 331090"/>
                <a:gd name="connsiteY4" fmla="*/ 36594 h 262474"/>
                <a:gd name="connsiteX5" fmla="*/ 326623 w 331090"/>
                <a:gd name="connsiteY5" fmla="*/ 7732 h 262474"/>
                <a:gd name="connsiteX6" fmla="*/ 326623 w 331090"/>
                <a:gd name="connsiteY6" fmla="*/ 7732 h 262474"/>
                <a:gd name="connsiteX7" fmla="*/ 297213 w 331090"/>
                <a:gd name="connsiteY7" fmla="*/ 4124 h 262474"/>
                <a:gd name="connsiteX8" fmla="*/ 297213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213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cubicBezTo>
                    <a:pt x="11707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lnTo>
                    <a:pt x="326623" y="7732"/>
                  </a:lnTo>
                  <a:cubicBezTo>
                    <a:pt x="319384" y="-837"/>
                    <a:pt x="306714" y="-2641"/>
                    <a:pt x="297213" y="4124"/>
                  </a:cubicBezTo>
                  <a:cubicBezTo>
                    <a:pt x="297213" y="4124"/>
                    <a:pt x="297213" y="4124"/>
                    <a:pt x="297213" y="4124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DFC3120-DEE7-7342-929B-1615A23C3011}"/>
                </a:ext>
              </a:extLst>
            </p:cNvPr>
            <p:cNvSpPr/>
            <p:nvPr/>
          </p:nvSpPr>
          <p:spPr>
            <a:xfrm>
              <a:off x="788438" y="1213765"/>
              <a:ext cx="354288" cy="280841"/>
            </a:xfrm>
            <a:custGeom>
              <a:avLst/>
              <a:gdLst>
                <a:gd name="connsiteX0" fmla="*/ 350151 w 354288"/>
                <a:gd name="connsiteY0" fmla="*/ 8060 h 280841"/>
                <a:gd name="connsiteX1" fmla="*/ 321193 w 354288"/>
                <a:gd name="connsiteY1" fmla="*/ 4452 h 280841"/>
                <a:gd name="connsiteX2" fmla="*/ 8087 w 354288"/>
                <a:gd name="connsiteY2" fmla="*/ 243919 h 280841"/>
                <a:gd name="connsiteX3" fmla="*/ 4467 w 354288"/>
                <a:gd name="connsiteY3" fmla="*/ 272781 h 280841"/>
                <a:gd name="connsiteX4" fmla="*/ 33425 w 354288"/>
                <a:gd name="connsiteY4" fmla="*/ 276389 h 280841"/>
                <a:gd name="connsiteX5" fmla="*/ 346531 w 354288"/>
                <a:gd name="connsiteY5" fmla="*/ 36922 h 280841"/>
                <a:gd name="connsiteX6" fmla="*/ 350151 w 354288"/>
                <a:gd name="connsiteY6" fmla="*/ 8060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288" h="280841">
                  <a:moveTo>
                    <a:pt x="350151" y="8060"/>
                  </a:moveTo>
                  <a:cubicBezTo>
                    <a:pt x="343364" y="-959"/>
                    <a:pt x="330243" y="-2763"/>
                    <a:pt x="321193" y="4452"/>
                  </a:cubicBezTo>
                  <a:lnTo>
                    <a:pt x="8087" y="243919"/>
                  </a:lnTo>
                  <a:cubicBezTo>
                    <a:pt x="-963" y="250684"/>
                    <a:pt x="-2772" y="263762"/>
                    <a:pt x="4467" y="272781"/>
                  </a:cubicBezTo>
                  <a:cubicBezTo>
                    <a:pt x="11254" y="281801"/>
                    <a:pt x="24376" y="283605"/>
                    <a:pt x="33425" y="276389"/>
                  </a:cubicBezTo>
                  <a:lnTo>
                    <a:pt x="346531" y="36922"/>
                  </a:lnTo>
                  <a:cubicBezTo>
                    <a:pt x="355128" y="30158"/>
                    <a:pt x="356938" y="17080"/>
                    <a:pt x="350151" y="8060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3F55A9F-3D96-8A4D-B480-A6E05CC3BC51}"/>
                </a:ext>
              </a:extLst>
            </p:cNvPr>
            <p:cNvSpPr/>
            <p:nvPr/>
          </p:nvSpPr>
          <p:spPr>
            <a:xfrm>
              <a:off x="786989" y="1036025"/>
              <a:ext cx="521792" cy="294296"/>
            </a:xfrm>
            <a:custGeom>
              <a:avLst/>
              <a:gdLst>
                <a:gd name="connsiteX0" fmla="*/ 4106 w 521792"/>
                <a:gd name="connsiteY0" fmla="*/ 254349 h 294296"/>
                <a:gd name="connsiteX1" fmla="*/ 33064 w 521792"/>
                <a:gd name="connsiteY1" fmla="*/ 257957 h 294296"/>
                <a:gd name="connsiteX2" fmla="*/ 33064 w 521792"/>
                <a:gd name="connsiteY2" fmla="*/ 257957 h 294296"/>
                <a:gd name="connsiteX3" fmla="*/ 309973 w 521792"/>
                <a:gd name="connsiteY3" fmla="*/ 46450 h 294296"/>
                <a:gd name="connsiteX4" fmla="*/ 467884 w 521792"/>
                <a:gd name="connsiteY4" fmla="*/ 166860 h 294296"/>
                <a:gd name="connsiteX5" fmla="*/ 350695 w 521792"/>
                <a:gd name="connsiteY5" fmla="*/ 256604 h 294296"/>
                <a:gd name="connsiteX6" fmla="*/ 344813 w 521792"/>
                <a:gd name="connsiteY6" fmla="*/ 285015 h 294296"/>
                <a:gd name="connsiteX7" fmla="*/ 373319 w 521792"/>
                <a:gd name="connsiteY7" fmla="*/ 290878 h 294296"/>
                <a:gd name="connsiteX8" fmla="*/ 375581 w 521792"/>
                <a:gd name="connsiteY8" fmla="*/ 289074 h 294296"/>
                <a:gd name="connsiteX9" fmla="*/ 514036 w 521792"/>
                <a:gd name="connsiteY9" fmla="*/ 183095 h 294296"/>
                <a:gd name="connsiteX10" fmla="*/ 514036 w 521792"/>
                <a:gd name="connsiteY10" fmla="*/ 183095 h 294296"/>
                <a:gd name="connsiteX11" fmla="*/ 515393 w 521792"/>
                <a:gd name="connsiteY11" fmla="*/ 181742 h 294296"/>
                <a:gd name="connsiteX12" fmla="*/ 515393 w 521792"/>
                <a:gd name="connsiteY12" fmla="*/ 181742 h 294296"/>
                <a:gd name="connsiteX13" fmla="*/ 517655 w 521792"/>
                <a:gd name="connsiteY13" fmla="*/ 179487 h 294296"/>
                <a:gd name="connsiteX14" fmla="*/ 514036 w 521792"/>
                <a:gd name="connsiteY14" fmla="*/ 150625 h 294296"/>
                <a:gd name="connsiteX15" fmla="*/ 322642 w 521792"/>
                <a:gd name="connsiteY15" fmla="*/ 4059 h 294296"/>
                <a:gd name="connsiteX16" fmla="*/ 312688 w 521792"/>
                <a:gd name="connsiteY16" fmla="*/ 0 h 294296"/>
                <a:gd name="connsiteX17" fmla="*/ 312688 w 521792"/>
                <a:gd name="connsiteY17" fmla="*/ 0 h 294296"/>
                <a:gd name="connsiteX18" fmla="*/ 310878 w 521792"/>
                <a:gd name="connsiteY18" fmla="*/ 0 h 294296"/>
                <a:gd name="connsiteX19" fmla="*/ 309068 w 521792"/>
                <a:gd name="connsiteY19" fmla="*/ 0 h 294296"/>
                <a:gd name="connsiteX20" fmla="*/ 307711 w 521792"/>
                <a:gd name="connsiteY20" fmla="*/ 0 h 294296"/>
                <a:gd name="connsiteX21" fmla="*/ 307711 w 521792"/>
                <a:gd name="connsiteY21" fmla="*/ 0 h 294296"/>
                <a:gd name="connsiteX22" fmla="*/ 297757 w 521792"/>
                <a:gd name="connsiteY22" fmla="*/ 4059 h 294296"/>
                <a:gd name="connsiteX23" fmla="*/ 8178 w 521792"/>
                <a:gd name="connsiteY23" fmla="*/ 225487 h 294296"/>
                <a:gd name="connsiteX24" fmla="*/ 4106 w 521792"/>
                <a:gd name="connsiteY24" fmla="*/ 254349 h 294296"/>
                <a:gd name="connsiteX25" fmla="*/ 4106 w 521792"/>
                <a:gd name="connsiteY25" fmla="*/ 254349 h 29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1792" h="294296">
                  <a:moveTo>
                    <a:pt x="4106" y="254349"/>
                  </a:moveTo>
                  <a:cubicBezTo>
                    <a:pt x="10893" y="263368"/>
                    <a:pt x="24015" y="265172"/>
                    <a:pt x="33064" y="257957"/>
                  </a:cubicBezTo>
                  <a:cubicBezTo>
                    <a:pt x="33064" y="257957"/>
                    <a:pt x="33064" y="257957"/>
                    <a:pt x="33064" y="257957"/>
                  </a:cubicBezTo>
                  <a:lnTo>
                    <a:pt x="309973" y="46450"/>
                  </a:lnTo>
                  <a:lnTo>
                    <a:pt x="467884" y="166860"/>
                  </a:lnTo>
                  <a:lnTo>
                    <a:pt x="350695" y="256604"/>
                  </a:lnTo>
                  <a:cubicBezTo>
                    <a:pt x="341194" y="262917"/>
                    <a:pt x="338479" y="275545"/>
                    <a:pt x="344813" y="285015"/>
                  </a:cubicBezTo>
                  <a:cubicBezTo>
                    <a:pt x="351148" y="294486"/>
                    <a:pt x="363817" y="297191"/>
                    <a:pt x="373319" y="290878"/>
                  </a:cubicBezTo>
                  <a:cubicBezTo>
                    <a:pt x="374224" y="290427"/>
                    <a:pt x="375129" y="289525"/>
                    <a:pt x="375581" y="289074"/>
                  </a:cubicBezTo>
                  <a:lnTo>
                    <a:pt x="514036" y="183095"/>
                  </a:lnTo>
                  <a:lnTo>
                    <a:pt x="514036" y="183095"/>
                  </a:lnTo>
                  <a:lnTo>
                    <a:pt x="515393" y="181742"/>
                  </a:lnTo>
                  <a:lnTo>
                    <a:pt x="515393" y="181742"/>
                  </a:lnTo>
                  <a:cubicBezTo>
                    <a:pt x="516298" y="180840"/>
                    <a:pt x="516750" y="180389"/>
                    <a:pt x="517655" y="179487"/>
                  </a:cubicBezTo>
                  <a:cubicBezTo>
                    <a:pt x="524442" y="170468"/>
                    <a:pt x="522632" y="157390"/>
                    <a:pt x="514036" y="150625"/>
                  </a:cubicBezTo>
                  <a:lnTo>
                    <a:pt x="322642" y="4059"/>
                  </a:lnTo>
                  <a:cubicBezTo>
                    <a:pt x="319928" y="1804"/>
                    <a:pt x="316308" y="451"/>
                    <a:pt x="312688" y="0"/>
                  </a:cubicBezTo>
                  <a:lnTo>
                    <a:pt x="312688" y="0"/>
                  </a:lnTo>
                  <a:lnTo>
                    <a:pt x="310878" y="0"/>
                  </a:lnTo>
                  <a:lnTo>
                    <a:pt x="309068" y="0"/>
                  </a:lnTo>
                  <a:lnTo>
                    <a:pt x="307711" y="0"/>
                  </a:lnTo>
                  <a:lnTo>
                    <a:pt x="307711" y="0"/>
                  </a:lnTo>
                  <a:cubicBezTo>
                    <a:pt x="304091" y="451"/>
                    <a:pt x="300924" y="1804"/>
                    <a:pt x="297757" y="4059"/>
                  </a:cubicBezTo>
                  <a:lnTo>
                    <a:pt x="8178" y="225487"/>
                  </a:lnTo>
                  <a:cubicBezTo>
                    <a:pt x="-871" y="232251"/>
                    <a:pt x="-2681" y="245329"/>
                    <a:pt x="4106" y="254349"/>
                  </a:cubicBezTo>
                  <a:cubicBezTo>
                    <a:pt x="4106" y="254349"/>
                    <a:pt x="4106" y="254349"/>
                    <a:pt x="4106" y="254349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D32C4A53-D3B9-3342-BF03-2305025A8A40}"/>
                </a:ext>
              </a:extLst>
            </p:cNvPr>
            <p:cNvSpPr/>
            <p:nvPr/>
          </p:nvSpPr>
          <p:spPr>
            <a:xfrm>
              <a:off x="1078922" y="1299779"/>
              <a:ext cx="331090" cy="262474"/>
            </a:xfrm>
            <a:custGeom>
              <a:avLst/>
              <a:gdLst>
                <a:gd name="connsiteX0" fmla="*/ 297665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4467 w 331090"/>
                <a:gd name="connsiteY3" fmla="*/ 254414 h 262474"/>
                <a:gd name="connsiteX4" fmla="*/ 33425 w 331090"/>
                <a:gd name="connsiteY4" fmla="*/ 258022 h 262474"/>
                <a:gd name="connsiteX5" fmla="*/ 323003 w 331090"/>
                <a:gd name="connsiteY5" fmla="*/ 36594 h 262474"/>
                <a:gd name="connsiteX6" fmla="*/ 326623 w 331090"/>
                <a:gd name="connsiteY6" fmla="*/ 7732 h 262474"/>
                <a:gd name="connsiteX7" fmla="*/ 297665 w 331090"/>
                <a:gd name="connsiteY7" fmla="*/ 4124 h 262474"/>
                <a:gd name="connsiteX8" fmla="*/ 297665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665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lnTo>
                    <a:pt x="4467" y="254414"/>
                  </a:lnTo>
                  <a:cubicBezTo>
                    <a:pt x="11254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cubicBezTo>
                    <a:pt x="319384" y="-837"/>
                    <a:pt x="306714" y="-2641"/>
                    <a:pt x="297665" y="4124"/>
                  </a:cubicBezTo>
                  <a:lnTo>
                    <a:pt x="297665" y="4124"/>
                  </a:ln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0F863EB-20CD-DF44-88A4-6AA31208E8A7}"/>
                </a:ext>
              </a:extLst>
            </p:cNvPr>
            <p:cNvSpPr/>
            <p:nvPr/>
          </p:nvSpPr>
          <p:spPr>
            <a:xfrm>
              <a:off x="1055302" y="1201138"/>
              <a:ext cx="354709" cy="280841"/>
            </a:xfrm>
            <a:custGeom>
              <a:avLst/>
              <a:gdLst>
                <a:gd name="connsiteX0" fmla="*/ 4106 w 354709"/>
                <a:gd name="connsiteY0" fmla="*/ 272781 h 280841"/>
                <a:gd name="connsiteX1" fmla="*/ 33064 w 354709"/>
                <a:gd name="connsiteY1" fmla="*/ 276389 h 280841"/>
                <a:gd name="connsiteX2" fmla="*/ 346623 w 354709"/>
                <a:gd name="connsiteY2" fmla="*/ 36922 h 280841"/>
                <a:gd name="connsiteX3" fmla="*/ 350243 w 354709"/>
                <a:gd name="connsiteY3" fmla="*/ 8060 h 280841"/>
                <a:gd name="connsiteX4" fmla="*/ 321285 w 354709"/>
                <a:gd name="connsiteY4" fmla="*/ 4452 h 280841"/>
                <a:gd name="connsiteX5" fmla="*/ 8178 w 354709"/>
                <a:gd name="connsiteY5" fmla="*/ 243919 h 280841"/>
                <a:gd name="connsiteX6" fmla="*/ 4106 w 354709"/>
                <a:gd name="connsiteY6" fmla="*/ 272781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709" h="280841">
                  <a:moveTo>
                    <a:pt x="4106" y="272781"/>
                  </a:moveTo>
                  <a:cubicBezTo>
                    <a:pt x="10893" y="281801"/>
                    <a:pt x="24015" y="283605"/>
                    <a:pt x="33064" y="276389"/>
                  </a:cubicBezTo>
                  <a:lnTo>
                    <a:pt x="346623" y="36922"/>
                  </a:lnTo>
                  <a:cubicBezTo>
                    <a:pt x="355672" y="30158"/>
                    <a:pt x="357482" y="17080"/>
                    <a:pt x="350243" y="8060"/>
                  </a:cubicBezTo>
                  <a:cubicBezTo>
                    <a:pt x="343456" y="-959"/>
                    <a:pt x="330334" y="-2763"/>
                    <a:pt x="321285" y="4452"/>
                  </a:cubicBezTo>
                  <a:lnTo>
                    <a:pt x="8178" y="243919"/>
                  </a:lnTo>
                  <a:cubicBezTo>
                    <a:pt x="-871" y="250684"/>
                    <a:pt x="-2681" y="263762"/>
                    <a:pt x="4106" y="272781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DF810B0-BD1A-DF4E-8B2D-C5FD52A959FC}"/>
                </a:ext>
              </a:extLst>
            </p:cNvPr>
            <p:cNvSpPr/>
            <p:nvPr/>
          </p:nvSpPr>
          <p:spPr>
            <a:xfrm>
              <a:off x="888763" y="1366194"/>
              <a:ext cx="522276" cy="293526"/>
            </a:xfrm>
            <a:custGeom>
              <a:avLst/>
              <a:gdLst>
                <a:gd name="connsiteX0" fmla="*/ 518139 w 522276"/>
                <a:gd name="connsiteY0" fmla="*/ 39628 h 293526"/>
                <a:gd name="connsiteX1" fmla="*/ 518139 w 522276"/>
                <a:gd name="connsiteY1" fmla="*/ 39628 h 293526"/>
                <a:gd name="connsiteX2" fmla="*/ 489181 w 522276"/>
                <a:gd name="connsiteY2" fmla="*/ 36020 h 293526"/>
                <a:gd name="connsiteX3" fmla="*/ 212272 w 522276"/>
                <a:gd name="connsiteY3" fmla="*/ 247527 h 293526"/>
                <a:gd name="connsiteX4" fmla="*/ 54361 w 522276"/>
                <a:gd name="connsiteY4" fmla="*/ 126666 h 293526"/>
                <a:gd name="connsiteX5" fmla="*/ 171550 w 522276"/>
                <a:gd name="connsiteY5" fmla="*/ 36922 h 293526"/>
                <a:gd name="connsiteX6" fmla="*/ 175170 w 522276"/>
                <a:gd name="connsiteY6" fmla="*/ 8060 h 293526"/>
                <a:gd name="connsiteX7" fmla="*/ 146212 w 522276"/>
                <a:gd name="connsiteY7" fmla="*/ 4452 h 293526"/>
                <a:gd name="connsiteX8" fmla="*/ 7757 w 522276"/>
                <a:gd name="connsiteY8" fmla="*/ 110431 h 293526"/>
                <a:gd name="connsiteX9" fmla="*/ 7757 w 522276"/>
                <a:gd name="connsiteY9" fmla="*/ 110431 h 293526"/>
                <a:gd name="connsiteX10" fmla="*/ 6400 w 522276"/>
                <a:gd name="connsiteY10" fmla="*/ 111784 h 293526"/>
                <a:gd name="connsiteX11" fmla="*/ 6400 w 522276"/>
                <a:gd name="connsiteY11" fmla="*/ 111784 h 293526"/>
                <a:gd name="connsiteX12" fmla="*/ 4138 w 522276"/>
                <a:gd name="connsiteY12" fmla="*/ 114039 h 293526"/>
                <a:gd name="connsiteX13" fmla="*/ 7757 w 522276"/>
                <a:gd name="connsiteY13" fmla="*/ 142901 h 293526"/>
                <a:gd name="connsiteX14" fmla="*/ 199603 w 522276"/>
                <a:gd name="connsiteY14" fmla="*/ 289467 h 293526"/>
                <a:gd name="connsiteX15" fmla="*/ 209557 w 522276"/>
                <a:gd name="connsiteY15" fmla="*/ 293526 h 293526"/>
                <a:gd name="connsiteX16" fmla="*/ 209557 w 522276"/>
                <a:gd name="connsiteY16" fmla="*/ 293526 h 293526"/>
                <a:gd name="connsiteX17" fmla="*/ 211367 w 522276"/>
                <a:gd name="connsiteY17" fmla="*/ 293526 h 293526"/>
                <a:gd name="connsiteX18" fmla="*/ 213177 w 522276"/>
                <a:gd name="connsiteY18" fmla="*/ 293526 h 293526"/>
                <a:gd name="connsiteX19" fmla="*/ 214987 w 522276"/>
                <a:gd name="connsiteY19" fmla="*/ 293526 h 293526"/>
                <a:gd name="connsiteX20" fmla="*/ 214987 w 522276"/>
                <a:gd name="connsiteY20" fmla="*/ 293526 h 293526"/>
                <a:gd name="connsiteX21" fmla="*/ 224941 w 522276"/>
                <a:gd name="connsiteY21" fmla="*/ 289467 h 293526"/>
                <a:gd name="connsiteX22" fmla="*/ 514519 w 522276"/>
                <a:gd name="connsiteY22" fmla="*/ 68040 h 293526"/>
                <a:gd name="connsiteX23" fmla="*/ 518139 w 522276"/>
                <a:gd name="connsiteY23" fmla="*/ 39628 h 293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2276" h="293526">
                  <a:moveTo>
                    <a:pt x="518139" y="39628"/>
                  </a:moveTo>
                  <a:lnTo>
                    <a:pt x="518139" y="39628"/>
                  </a:lnTo>
                  <a:cubicBezTo>
                    <a:pt x="511352" y="30609"/>
                    <a:pt x="498231" y="28805"/>
                    <a:pt x="489181" y="36020"/>
                  </a:cubicBezTo>
                  <a:lnTo>
                    <a:pt x="212272" y="247527"/>
                  </a:lnTo>
                  <a:lnTo>
                    <a:pt x="54361" y="126666"/>
                  </a:lnTo>
                  <a:lnTo>
                    <a:pt x="171550" y="36922"/>
                  </a:lnTo>
                  <a:cubicBezTo>
                    <a:pt x="180599" y="30158"/>
                    <a:pt x="182409" y="17080"/>
                    <a:pt x="175170" y="8060"/>
                  </a:cubicBezTo>
                  <a:cubicBezTo>
                    <a:pt x="168383" y="-959"/>
                    <a:pt x="155261" y="-2763"/>
                    <a:pt x="146212" y="4452"/>
                  </a:cubicBezTo>
                  <a:lnTo>
                    <a:pt x="7757" y="110431"/>
                  </a:lnTo>
                  <a:lnTo>
                    <a:pt x="7757" y="110431"/>
                  </a:lnTo>
                  <a:cubicBezTo>
                    <a:pt x="7305" y="110882"/>
                    <a:pt x="6852" y="111333"/>
                    <a:pt x="6400" y="111784"/>
                  </a:cubicBezTo>
                  <a:lnTo>
                    <a:pt x="6400" y="111784"/>
                  </a:lnTo>
                  <a:cubicBezTo>
                    <a:pt x="5495" y="112686"/>
                    <a:pt x="5042" y="113137"/>
                    <a:pt x="4138" y="114039"/>
                  </a:cubicBezTo>
                  <a:cubicBezTo>
                    <a:pt x="-2649" y="123058"/>
                    <a:pt x="-840" y="135686"/>
                    <a:pt x="7757" y="142901"/>
                  </a:cubicBezTo>
                  <a:lnTo>
                    <a:pt x="199603" y="289467"/>
                  </a:lnTo>
                  <a:cubicBezTo>
                    <a:pt x="202318" y="291722"/>
                    <a:pt x="205937" y="293075"/>
                    <a:pt x="209557" y="293526"/>
                  </a:cubicBezTo>
                  <a:lnTo>
                    <a:pt x="209557" y="293526"/>
                  </a:lnTo>
                  <a:lnTo>
                    <a:pt x="211367" y="293526"/>
                  </a:lnTo>
                  <a:lnTo>
                    <a:pt x="213177" y="293526"/>
                  </a:lnTo>
                  <a:lnTo>
                    <a:pt x="214987" y="293526"/>
                  </a:lnTo>
                  <a:lnTo>
                    <a:pt x="214987" y="293526"/>
                  </a:lnTo>
                  <a:cubicBezTo>
                    <a:pt x="218606" y="293075"/>
                    <a:pt x="221774" y="291722"/>
                    <a:pt x="224941" y="289467"/>
                  </a:cubicBezTo>
                  <a:lnTo>
                    <a:pt x="514519" y="68040"/>
                  </a:lnTo>
                  <a:cubicBezTo>
                    <a:pt x="523116" y="61275"/>
                    <a:pt x="524926" y="48648"/>
                    <a:pt x="518139" y="3962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FA3B51DC-AD0B-EC43-8659-B3ADD67016D6}"/>
              </a:ext>
            </a:extLst>
          </p:cNvPr>
          <p:cNvSpPr txBox="1">
            <a:spLocks/>
          </p:cNvSpPr>
          <p:nvPr userDrawn="1"/>
        </p:nvSpPr>
        <p:spPr>
          <a:xfrm>
            <a:off x="3211409" y="6493502"/>
            <a:ext cx="2884592" cy="18069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r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2542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Raleway" panose="020B0503030101060003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65137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Courier New" panose="02070309020205020404" pitchFamily="49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75" b="0" i="0" spc="300" dirty="0">
                <a:solidFill>
                  <a:srgbClr val="9798A5">
                    <a:alpha val="75000"/>
                  </a:srgbClr>
                </a:solidFill>
                <a:latin typeface="Raleway" panose="020B0003030101060003" pitchFamily="34" charset="0"/>
              </a:rPr>
              <a:t>| A HINDUJA GROUP COMPANY</a:t>
            </a:r>
          </a:p>
        </p:txBody>
      </p:sp>
    </p:spTree>
    <p:extLst>
      <p:ext uri="{BB962C8B-B14F-4D97-AF65-F5344CB8AC3E}">
        <p14:creationId xmlns:p14="http://schemas.microsoft.com/office/powerpoint/2010/main" val="363175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Simple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A20456-50AF-5246-B423-45ACC68243C7}"/>
              </a:ext>
            </a:extLst>
          </p:cNvPr>
          <p:cNvCxnSpPr>
            <a:cxnSpLocks/>
          </p:cNvCxnSpPr>
          <p:nvPr userDrawn="1"/>
        </p:nvCxnSpPr>
        <p:spPr>
          <a:xfrm>
            <a:off x="787024" y="4121181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C5152D33-FD11-A34C-8FD3-9D0AE20408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2285265"/>
            <a:ext cx="4521948" cy="2527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(Category tag or date)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69B2B3-2371-6A41-920C-7F5E40D2DA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370184"/>
            <a:ext cx="7790919" cy="49244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Raleway ExtraBold" panose="020B0003030101060003" pitchFamily="34" charset="0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page title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EE24DD9-07F0-6F4D-89F0-C0327FF203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4398300"/>
            <a:ext cx="7790919" cy="33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100"/>
              </a:spcAft>
              <a:buNone/>
              <a:defRPr sz="20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grpSp>
        <p:nvGrpSpPr>
          <p:cNvPr id="10" name="Graphic 17">
            <a:extLst>
              <a:ext uri="{FF2B5EF4-FFF2-40B4-BE49-F238E27FC236}">
                <a16:creationId xmlns:a16="http://schemas.microsoft.com/office/drawing/2014/main" id="{4A871882-B9D8-DF41-BB3F-F1FB1762B648}"/>
              </a:ext>
            </a:extLst>
          </p:cNvPr>
          <p:cNvGrpSpPr/>
          <p:nvPr userDrawn="1"/>
        </p:nvGrpSpPr>
        <p:grpSpPr>
          <a:xfrm>
            <a:off x="786989" y="1035574"/>
            <a:ext cx="1964189" cy="625048"/>
            <a:chOff x="786989" y="1035574"/>
            <a:chExt cx="1964189" cy="625048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F9F3261-170A-A340-B98B-329EEA71744B}"/>
                </a:ext>
              </a:extLst>
            </p:cNvPr>
            <p:cNvSpPr/>
            <p:nvPr/>
          </p:nvSpPr>
          <p:spPr>
            <a:xfrm>
              <a:off x="1554406" y="1035574"/>
              <a:ext cx="332113" cy="512756"/>
            </a:xfrm>
            <a:custGeom>
              <a:avLst/>
              <a:gdLst>
                <a:gd name="connsiteX0" fmla="*/ 174199 w 332113"/>
                <a:gd name="connsiteY0" fmla="*/ 167762 h 512756"/>
                <a:gd name="connsiteX1" fmla="*/ 63345 w 332113"/>
                <a:gd name="connsiteY1" fmla="*/ 167762 h 512756"/>
                <a:gd name="connsiteX2" fmla="*/ 63345 w 332113"/>
                <a:gd name="connsiteY2" fmla="*/ 31568 h 512756"/>
                <a:gd name="connsiteX3" fmla="*/ 63345 w 332113"/>
                <a:gd name="connsiteY3" fmla="*/ 31568 h 512756"/>
                <a:gd name="connsiteX4" fmla="*/ 31673 w 332113"/>
                <a:gd name="connsiteY4" fmla="*/ 0 h 512756"/>
                <a:gd name="connsiteX5" fmla="*/ 0 w 332113"/>
                <a:gd name="connsiteY5" fmla="*/ 31568 h 512756"/>
                <a:gd name="connsiteX6" fmla="*/ 0 w 332113"/>
                <a:gd name="connsiteY6" fmla="*/ 31568 h 512756"/>
                <a:gd name="connsiteX7" fmla="*/ 0 w 332113"/>
                <a:gd name="connsiteY7" fmla="*/ 480737 h 512756"/>
                <a:gd name="connsiteX8" fmla="*/ 31673 w 332113"/>
                <a:gd name="connsiteY8" fmla="*/ 512306 h 512756"/>
                <a:gd name="connsiteX9" fmla="*/ 63345 w 332113"/>
                <a:gd name="connsiteY9" fmla="*/ 480737 h 512756"/>
                <a:gd name="connsiteX10" fmla="*/ 63345 w 332113"/>
                <a:gd name="connsiteY10" fmla="*/ 228192 h 512756"/>
                <a:gd name="connsiteX11" fmla="*/ 174199 w 332113"/>
                <a:gd name="connsiteY11" fmla="*/ 228192 h 512756"/>
                <a:gd name="connsiteX12" fmla="*/ 268765 w 332113"/>
                <a:gd name="connsiteY12" fmla="*/ 304858 h 512756"/>
                <a:gd name="connsiteX13" fmla="*/ 268765 w 332113"/>
                <a:gd name="connsiteY13" fmla="*/ 481188 h 512756"/>
                <a:gd name="connsiteX14" fmla="*/ 268765 w 332113"/>
                <a:gd name="connsiteY14" fmla="*/ 481188 h 512756"/>
                <a:gd name="connsiteX15" fmla="*/ 300437 w 332113"/>
                <a:gd name="connsiteY15" fmla="*/ 512757 h 512756"/>
                <a:gd name="connsiteX16" fmla="*/ 332110 w 332113"/>
                <a:gd name="connsiteY16" fmla="*/ 481188 h 512756"/>
                <a:gd name="connsiteX17" fmla="*/ 332110 w 332113"/>
                <a:gd name="connsiteY17" fmla="*/ 304858 h 512756"/>
                <a:gd name="connsiteX18" fmla="*/ 174199 w 332113"/>
                <a:gd name="connsiteY18" fmla="*/ 167762 h 512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2113" h="512756">
                  <a:moveTo>
                    <a:pt x="174199" y="167762"/>
                  </a:moveTo>
                  <a:lnTo>
                    <a:pt x="63345" y="167762"/>
                  </a:lnTo>
                  <a:lnTo>
                    <a:pt x="63345" y="31568"/>
                  </a:lnTo>
                  <a:lnTo>
                    <a:pt x="63345" y="31568"/>
                  </a:lnTo>
                  <a:cubicBezTo>
                    <a:pt x="63345" y="13980"/>
                    <a:pt x="49319" y="0"/>
                    <a:pt x="31673" y="0"/>
                  </a:cubicBezTo>
                  <a:cubicBezTo>
                    <a:pt x="14026" y="0"/>
                    <a:pt x="0" y="13980"/>
                    <a:pt x="0" y="31568"/>
                  </a:cubicBezTo>
                  <a:lnTo>
                    <a:pt x="0" y="31568"/>
                  </a:lnTo>
                  <a:lnTo>
                    <a:pt x="0" y="480737"/>
                  </a:lnTo>
                  <a:cubicBezTo>
                    <a:pt x="0" y="498325"/>
                    <a:pt x="14026" y="512306"/>
                    <a:pt x="31673" y="512306"/>
                  </a:cubicBezTo>
                  <a:cubicBezTo>
                    <a:pt x="49319" y="512306"/>
                    <a:pt x="63345" y="498325"/>
                    <a:pt x="63345" y="480737"/>
                  </a:cubicBezTo>
                  <a:lnTo>
                    <a:pt x="63345" y="228192"/>
                  </a:lnTo>
                  <a:lnTo>
                    <a:pt x="174199" y="228192"/>
                  </a:lnTo>
                  <a:cubicBezTo>
                    <a:pt x="239807" y="228192"/>
                    <a:pt x="268765" y="256604"/>
                    <a:pt x="268765" y="304858"/>
                  </a:cubicBezTo>
                  <a:lnTo>
                    <a:pt x="268765" y="481188"/>
                  </a:lnTo>
                  <a:lnTo>
                    <a:pt x="268765" y="481188"/>
                  </a:lnTo>
                  <a:cubicBezTo>
                    <a:pt x="268765" y="498776"/>
                    <a:pt x="282791" y="512757"/>
                    <a:pt x="300437" y="512757"/>
                  </a:cubicBezTo>
                  <a:cubicBezTo>
                    <a:pt x="318084" y="512757"/>
                    <a:pt x="332110" y="498776"/>
                    <a:pt x="332110" y="481188"/>
                  </a:cubicBezTo>
                  <a:lnTo>
                    <a:pt x="332110" y="304858"/>
                  </a:lnTo>
                  <a:cubicBezTo>
                    <a:pt x="332563" y="218722"/>
                    <a:pt x="280529" y="167762"/>
                    <a:pt x="174199" y="16776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8E758B0-1599-1143-8CE3-2C5449F0C008}"/>
                </a:ext>
              </a:extLst>
            </p:cNvPr>
            <p:cNvSpPr/>
            <p:nvPr/>
          </p:nvSpPr>
          <p:spPr>
            <a:xfrm>
              <a:off x="1959363" y="1206943"/>
              <a:ext cx="350208" cy="453679"/>
            </a:xfrm>
            <a:custGeom>
              <a:avLst/>
              <a:gdLst>
                <a:gd name="connsiteX0" fmla="*/ 230758 w 350208"/>
                <a:gd name="connsiteY0" fmla="*/ 0 h 453679"/>
                <a:gd name="connsiteX1" fmla="*/ 140717 w 350208"/>
                <a:gd name="connsiteY1" fmla="*/ 0 h 453679"/>
                <a:gd name="connsiteX2" fmla="*/ 0 w 350208"/>
                <a:gd name="connsiteY2" fmla="*/ 154684 h 453679"/>
                <a:gd name="connsiteX3" fmla="*/ 140717 w 350208"/>
                <a:gd name="connsiteY3" fmla="*/ 310270 h 453679"/>
                <a:gd name="connsiteX4" fmla="*/ 284149 w 350208"/>
                <a:gd name="connsiteY4" fmla="*/ 310270 h 453679"/>
                <a:gd name="connsiteX5" fmla="*/ 284149 w 350208"/>
                <a:gd name="connsiteY5" fmla="*/ 325152 h 453679"/>
                <a:gd name="connsiteX6" fmla="*/ 219446 w 350208"/>
                <a:gd name="connsiteY6" fmla="*/ 390994 h 453679"/>
                <a:gd name="connsiteX7" fmla="*/ 33482 w 350208"/>
                <a:gd name="connsiteY7" fmla="*/ 390994 h 453679"/>
                <a:gd name="connsiteX8" fmla="*/ 905 w 350208"/>
                <a:gd name="connsiteY8" fmla="*/ 421209 h 453679"/>
                <a:gd name="connsiteX9" fmla="*/ 31220 w 350208"/>
                <a:gd name="connsiteY9" fmla="*/ 453679 h 453679"/>
                <a:gd name="connsiteX10" fmla="*/ 33482 w 350208"/>
                <a:gd name="connsiteY10" fmla="*/ 453679 h 453679"/>
                <a:gd name="connsiteX11" fmla="*/ 227138 w 350208"/>
                <a:gd name="connsiteY11" fmla="*/ 453679 h 453679"/>
                <a:gd name="connsiteX12" fmla="*/ 350209 w 350208"/>
                <a:gd name="connsiteY12" fmla="*/ 325603 h 453679"/>
                <a:gd name="connsiteX13" fmla="*/ 350209 w 350208"/>
                <a:gd name="connsiteY13" fmla="*/ 138449 h 453679"/>
                <a:gd name="connsiteX14" fmla="*/ 230758 w 350208"/>
                <a:gd name="connsiteY14" fmla="*/ 0 h 453679"/>
                <a:gd name="connsiteX15" fmla="*/ 284149 w 350208"/>
                <a:gd name="connsiteY15" fmla="*/ 251192 h 453679"/>
                <a:gd name="connsiteX16" fmla="*/ 147051 w 350208"/>
                <a:gd name="connsiteY16" fmla="*/ 251192 h 453679"/>
                <a:gd name="connsiteX17" fmla="*/ 65608 w 350208"/>
                <a:gd name="connsiteY17" fmla="*/ 156939 h 453679"/>
                <a:gd name="connsiteX18" fmla="*/ 147051 w 350208"/>
                <a:gd name="connsiteY18" fmla="*/ 62685 h 453679"/>
                <a:gd name="connsiteX19" fmla="*/ 211754 w 350208"/>
                <a:gd name="connsiteY19" fmla="*/ 62685 h 453679"/>
                <a:gd name="connsiteX20" fmla="*/ 284149 w 350208"/>
                <a:gd name="connsiteY20" fmla="*/ 137998 h 453679"/>
                <a:gd name="connsiteX21" fmla="*/ 284149 w 350208"/>
                <a:gd name="connsiteY21" fmla="*/ 251192 h 45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0208" h="453679">
                  <a:moveTo>
                    <a:pt x="230758" y="0"/>
                  </a:moveTo>
                  <a:lnTo>
                    <a:pt x="140717" y="0"/>
                  </a:lnTo>
                  <a:cubicBezTo>
                    <a:pt x="53843" y="0"/>
                    <a:pt x="0" y="50058"/>
                    <a:pt x="0" y="154684"/>
                  </a:cubicBezTo>
                  <a:cubicBezTo>
                    <a:pt x="0" y="259310"/>
                    <a:pt x="54296" y="310270"/>
                    <a:pt x="140717" y="310270"/>
                  </a:cubicBezTo>
                  <a:lnTo>
                    <a:pt x="284149" y="310270"/>
                  </a:lnTo>
                  <a:lnTo>
                    <a:pt x="284149" y="325152"/>
                  </a:lnTo>
                  <a:cubicBezTo>
                    <a:pt x="284149" y="371602"/>
                    <a:pt x="268312" y="390994"/>
                    <a:pt x="219446" y="390994"/>
                  </a:cubicBezTo>
                  <a:lnTo>
                    <a:pt x="33482" y="390994"/>
                  </a:lnTo>
                  <a:cubicBezTo>
                    <a:pt x="16289" y="390543"/>
                    <a:pt x="1357" y="403621"/>
                    <a:pt x="905" y="421209"/>
                  </a:cubicBezTo>
                  <a:cubicBezTo>
                    <a:pt x="452" y="438346"/>
                    <a:pt x="13574" y="453228"/>
                    <a:pt x="31220" y="453679"/>
                  </a:cubicBezTo>
                  <a:cubicBezTo>
                    <a:pt x="32125" y="453679"/>
                    <a:pt x="33030" y="453679"/>
                    <a:pt x="33482" y="453679"/>
                  </a:cubicBezTo>
                  <a:lnTo>
                    <a:pt x="227138" y="453679"/>
                  </a:lnTo>
                  <a:cubicBezTo>
                    <a:pt x="318084" y="453679"/>
                    <a:pt x="350209" y="417601"/>
                    <a:pt x="350209" y="325603"/>
                  </a:cubicBezTo>
                  <a:lnTo>
                    <a:pt x="350209" y="138449"/>
                  </a:lnTo>
                  <a:cubicBezTo>
                    <a:pt x="349756" y="45097"/>
                    <a:pt x="308129" y="0"/>
                    <a:pt x="230758" y="0"/>
                  </a:cubicBezTo>
                  <a:close/>
                  <a:moveTo>
                    <a:pt x="284149" y="251192"/>
                  </a:moveTo>
                  <a:lnTo>
                    <a:pt x="147051" y="251192"/>
                  </a:lnTo>
                  <a:cubicBezTo>
                    <a:pt x="90946" y="251192"/>
                    <a:pt x="65608" y="222781"/>
                    <a:pt x="65608" y="156939"/>
                  </a:cubicBezTo>
                  <a:cubicBezTo>
                    <a:pt x="65608" y="91097"/>
                    <a:pt x="90946" y="62685"/>
                    <a:pt x="147051" y="62685"/>
                  </a:cubicBezTo>
                  <a:lnTo>
                    <a:pt x="211754" y="62685"/>
                  </a:lnTo>
                  <a:cubicBezTo>
                    <a:pt x="263788" y="62685"/>
                    <a:pt x="284149" y="85234"/>
                    <a:pt x="284149" y="137998"/>
                  </a:cubicBezTo>
                  <a:lnTo>
                    <a:pt x="284149" y="251192"/>
                  </a:ln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D3F202A-C543-4B4E-B502-23DBFD8ABC44}"/>
                </a:ext>
              </a:extLst>
            </p:cNvPr>
            <p:cNvSpPr/>
            <p:nvPr/>
          </p:nvSpPr>
          <p:spPr>
            <a:xfrm>
              <a:off x="2384641" y="1206943"/>
              <a:ext cx="366537" cy="341837"/>
            </a:xfrm>
            <a:custGeom>
              <a:avLst/>
              <a:gdLst>
                <a:gd name="connsiteX0" fmla="*/ 143924 w 366537"/>
                <a:gd name="connsiteY0" fmla="*/ 65842 h 341837"/>
                <a:gd name="connsiteX1" fmla="*/ 333508 w 366537"/>
                <a:gd name="connsiteY1" fmla="*/ 65842 h 341837"/>
                <a:gd name="connsiteX2" fmla="*/ 366538 w 366537"/>
                <a:gd name="connsiteY2" fmla="*/ 32921 h 341837"/>
                <a:gd name="connsiteX3" fmla="*/ 333508 w 366537"/>
                <a:gd name="connsiteY3" fmla="*/ 0 h 341837"/>
                <a:gd name="connsiteX4" fmla="*/ 333508 w 366537"/>
                <a:gd name="connsiteY4" fmla="*/ 0 h 341837"/>
                <a:gd name="connsiteX5" fmla="*/ 143472 w 366537"/>
                <a:gd name="connsiteY5" fmla="*/ 0 h 341837"/>
                <a:gd name="connsiteX6" fmla="*/ 31713 w 366537"/>
                <a:gd name="connsiteY6" fmla="*/ 99665 h 341837"/>
                <a:gd name="connsiteX7" fmla="*/ 149807 w 366537"/>
                <a:gd name="connsiteY7" fmla="*/ 199330 h 341837"/>
                <a:gd name="connsiteX8" fmla="*/ 230798 w 366537"/>
                <a:gd name="connsiteY8" fmla="*/ 199330 h 341837"/>
                <a:gd name="connsiteX9" fmla="*/ 279664 w 366537"/>
                <a:gd name="connsiteY9" fmla="*/ 237663 h 341837"/>
                <a:gd name="connsiteX10" fmla="*/ 234870 w 366537"/>
                <a:gd name="connsiteY10" fmla="*/ 275094 h 341837"/>
                <a:gd name="connsiteX11" fmla="*/ 34880 w 366537"/>
                <a:gd name="connsiteY11" fmla="*/ 275094 h 341837"/>
                <a:gd name="connsiteX12" fmla="*/ 40 w 366537"/>
                <a:gd name="connsiteY12" fmla="*/ 307113 h 341837"/>
                <a:gd name="connsiteX13" fmla="*/ 32165 w 366537"/>
                <a:gd name="connsiteY13" fmla="*/ 341838 h 341837"/>
                <a:gd name="connsiteX14" fmla="*/ 34428 w 366537"/>
                <a:gd name="connsiteY14" fmla="*/ 341838 h 341837"/>
                <a:gd name="connsiteX15" fmla="*/ 234870 w 366537"/>
                <a:gd name="connsiteY15" fmla="*/ 341838 h 341837"/>
                <a:gd name="connsiteX16" fmla="*/ 347082 w 366537"/>
                <a:gd name="connsiteY16" fmla="*/ 238114 h 341837"/>
                <a:gd name="connsiteX17" fmla="*/ 228536 w 366537"/>
                <a:gd name="connsiteY17" fmla="*/ 141606 h 341837"/>
                <a:gd name="connsiteX18" fmla="*/ 147997 w 366537"/>
                <a:gd name="connsiteY18" fmla="*/ 141606 h 341837"/>
                <a:gd name="connsiteX19" fmla="*/ 99130 w 366537"/>
                <a:gd name="connsiteY19" fmla="*/ 104626 h 341837"/>
                <a:gd name="connsiteX20" fmla="*/ 143924 w 366537"/>
                <a:gd name="connsiteY20" fmla="*/ 65842 h 34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537" h="341837">
                  <a:moveTo>
                    <a:pt x="143924" y="65842"/>
                  </a:moveTo>
                  <a:lnTo>
                    <a:pt x="333508" y="65842"/>
                  </a:lnTo>
                  <a:cubicBezTo>
                    <a:pt x="351606" y="65842"/>
                    <a:pt x="366538" y="50960"/>
                    <a:pt x="366538" y="32921"/>
                  </a:cubicBezTo>
                  <a:cubicBezTo>
                    <a:pt x="366538" y="14882"/>
                    <a:pt x="351606" y="0"/>
                    <a:pt x="333508" y="0"/>
                  </a:cubicBezTo>
                  <a:cubicBezTo>
                    <a:pt x="333508" y="0"/>
                    <a:pt x="333508" y="0"/>
                    <a:pt x="333508" y="0"/>
                  </a:cubicBezTo>
                  <a:lnTo>
                    <a:pt x="143472" y="0"/>
                  </a:lnTo>
                  <a:cubicBezTo>
                    <a:pt x="63838" y="0"/>
                    <a:pt x="31713" y="38333"/>
                    <a:pt x="31713" y="99665"/>
                  </a:cubicBezTo>
                  <a:cubicBezTo>
                    <a:pt x="31713" y="151978"/>
                    <a:pt x="55241" y="199330"/>
                    <a:pt x="149807" y="199330"/>
                  </a:cubicBezTo>
                  <a:lnTo>
                    <a:pt x="230798" y="199330"/>
                  </a:lnTo>
                  <a:cubicBezTo>
                    <a:pt x="265185" y="199330"/>
                    <a:pt x="279664" y="210154"/>
                    <a:pt x="279664" y="237663"/>
                  </a:cubicBezTo>
                  <a:cubicBezTo>
                    <a:pt x="279664" y="265172"/>
                    <a:pt x="266543" y="275094"/>
                    <a:pt x="234870" y="275094"/>
                  </a:cubicBezTo>
                  <a:lnTo>
                    <a:pt x="34880" y="275094"/>
                  </a:lnTo>
                  <a:cubicBezTo>
                    <a:pt x="16329" y="274192"/>
                    <a:pt x="945" y="288623"/>
                    <a:pt x="40" y="307113"/>
                  </a:cubicBezTo>
                  <a:cubicBezTo>
                    <a:pt x="-865" y="325603"/>
                    <a:pt x="13614" y="340936"/>
                    <a:pt x="32165" y="341838"/>
                  </a:cubicBezTo>
                  <a:cubicBezTo>
                    <a:pt x="33070" y="341838"/>
                    <a:pt x="33975" y="341838"/>
                    <a:pt x="34428" y="341838"/>
                  </a:cubicBezTo>
                  <a:lnTo>
                    <a:pt x="234870" y="341838"/>
                  </a:lnTo>
                  <a:cubicBezTo>
                    <a:pt x="315409" y="341838"/>
                    <a:pt x="347082" y="298995"/>
                    <a:pt x="347082" y="238114"/>
                  </a:cubicBezTo>
                  <a:cubicBezTo>
                    <a:pt x="347082" y="184899"/>
                    <a:pt x="323101" y="141606"/>
                    <a:pt x="228536" y="141606"/>
                  </a:cubicBezTo>
                  <a:lnTo>
                    <a:pt x="147997" y="141606"/>
                  </a:lnTo>
                  <a:cubicBezTo>
                    <a:pt x="109537" y="141606"/>
                    <a:pt x="99130" y="128527"/>
                    <a:pt x="99130" y="104626"/>
                  </a:cubicBezTo>
                  <a:cubicBezTo>
                    <a:pt x="99130" y="78469"/>
                    <a:pt x="112252" y="65842"/>
                    <a:pt x="143924" y="6584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DDE925E-9543-C840-9387-9FF0A06D090F}"/>
                </a:ext>
              </a:extLst>
            </p:cNvPr>
            <p:cNvSpPr/>
            <p:nvPr/>
          </p:nvSpPr>
          <p:spPr>
            <a:xfrm>
              <a:off x="788438" y="1133821"/>
              <a:ext cx="331090" cy="262474"/>
            </a:xfrm>
            <a:custGeom>
              <a:avLst/>
              <a:gdLst>
                <a:gd name="connsiteX0" fmla="*/ 297213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33425 w 331090"/>
                <a:gd name="connsiteY3" fmla="*/ 258022 h 262474"/>
                <a:gd name="connsiteX4" fmla="*/ 323003 w 331090"/>
                <a:gd name="connsiteY4" fmla="*/ 36594 h 262474"/>
                <a:gd name="connsiteX5" fmla="*/ 326623 w 331090"/>
                <a:gd name="connsiteY5" fmla="*/ 7732 h 262474"/>
                <a:gd name="connsiteX6" fmla="*/ 326623 w 331090"/>
                <a:gd name="connsiteY6" fmla="*/ 7732 h 262474"/>
                <a:gd name="connsiteX7" fmla="*/ 297213 w 331090"/>
                <a:gd name="connsiteY7" fmla="*/ 4124 h 262474"/>
                <a:gd name="connsiteX8" fmla="*/ 297213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213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cubicBezTo>
                    <a:pt x="11707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lnTo>
                    <a:pt x="326623" y="7732"/>
                  </a:lnTo>
                  <a:cubicBezTo>
                    <a:pt x="319384" y="-837"/>
                    <a:pt x="306714" y="-2641"/>
                    <a:pt x="297213" y="4124"/>
                  </a:cubicBezTo>
                  <a:cubicBezTo>
                    <a:pt x="297213" y="4124"/>
                    <a:pt x="297213" y="4124"/>
                    <a:pt x="297213" y="4124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E22E210-04F0-6443-98E6-53B635DC1BF9}"/>
                </a:ext>
              </a:extLst>
            </p:cNvPr>
            <p:cNvSpPr/>
            <p:nvPr/>
          </p:nvSpPr>
          <p:spPr>
            <a:xfrm>
              <a:off x="788438" y="1213765"/>
              <a:ext cx="354288" cy="280841"/>
            </a:xfrm>
            <a:custGeom>
              <a:avLst/>
              <a:gdLst>
                <a:gd name="connsiteX0" fmla="*/ 350151 w 354288"/>
                <a:gd name="connsiteY0" fmla="*/ 8060 h 280841"/>
                <a:gd name="connsiteX1" fmla="*/ 321193 w 354288"/>
                <a:gd name="connsiteY1" fmla="*/ 4452 h 280841"/>
                <a:gd name="connsiteX2" fmla="*/ 8087 w 354288"/>
                <a:gd name="connsiteY2" fmla="*/ 243919 h 280841"/>
                <a:gd name="connsiteX3" fmla="*/ 4467 w 354288"/>
                <a:gd name="connsiteY3" fmla="*/ 272781 h 280841"/>
                <a:gd name="connsiteX4" fmla="*/ 33425 w 354288"/>
                <a:gd name="connsiteY4" fmla="*/ 276389 h 280841"/>
                <a:gd name="connsiteX5" fmla="*/ 346531 w 354288"/>
                <a:gd name="connsiteY5" fmla="*/ 36922 h 280841"/>
                <a:gd name="connsiteX6" fmla="*/ 350151 w 354288"/>
                <a:gd name="connsiteY6" fmla="*/ 8060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288" h="280841">
                  <a:moveTo>
                    <a:pt x="350151" y="8060"/>
                  </a:moveTo>
                  <a:cubicBezTo>
                    <a:pt x="343364" y="-959"/>
                    <a:pt x="330243" y="-2763"/>
                    <a:pt x="321193" y="4452"/>
                  </a:cubicBezTo>
                  <a:lnTo>
                    <a:pt x="8087" y="243919"/>
                  </a:lnTo>
                  <a:cubicBezTo>
                    <a:pt x="-963" y="250684"/>
                    <a:pt x="-2772" y="263762"/>
                    <a:pt x="4467" y="272781"/>
                  </a:cubicBezTo>
                  <a:cubicBezTo>
                    <a:pt x="11254" y="281801"/>
                    <a:pt x="24376" y="283605"/>
                    <a:pt x="33425" y="276389"/>
                  </a:cubicBezTo>
                  <a:lnTo>
                    <a:pt x="346531" y="36922"/>
                  </a:lnTo>
                  <a:cubicBezTo>
                    <a:pt x="355128" y="30158"/>
                    <a:pt x="356938" y="17080"/>
                    <a:pt x="350151" y="8060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DA16404-6EB9-2141-8355-AB43F889D871}"/>
                </a:ext>
              </a:extLst>
            </p:cNvPr>
            <p:cNvSpPr/>
            <p:nvPr/>
          </p:nvSpPr>
          <p:spPr>
            <a:xfrm>
              <a:off x="786989" y="1036025"/>
              <a:ext cx="521792" cy="294296"/>
            </a:xfrm>
            <a:custGeom>
              <a:avLst/>
              <a:gdLst>
                <a:gd name="connsiteX0" fmla="*/ 4106 w 521792"/>
                <a:gd name="connsiteY0" fmla="*/ 254349 h 294296"/>
                <a:gd name="connsiteX1" fmla="*/ 33064 w 521792"/>
                <a:gd name="connsiteY1" fmla="*/ 257957 h 294296"/>
                <a:gd name="connsiteX2" fmla="*/ 33064 w 521792"/>
                <a:gd name="connsiteY2" fmla="*/ 257957 h 294296"/>
                <a:gd name="connsiteX3" fmla="*/ 309973 w 521792"/>
                <a:gd name="connsiteY3" fmla="*/ 46450 h 294296"/>
                <a:gd name="connsiteX4" fmla="*/ 467884 w 521792"/>
                <a:gd name="connsiteY4" fmla="*/ 166860 h 294296"/>
                <a:gd name="connsiteX5" fmla="*/ 350695 w 521792"/>
                <a:gd name="connsiteY5" fmla="*/ 256604 h 294296"/>
                <a:gd name="connsiteX6" fmla="*/ 344813 w 521792"/>
                <a:gd name="connsiteY6" fmla="*/ 285015 h 294296"/>
                <a:gd name="connsiteX7" fmla="*/ 373319 w 521792"/>
                <a:gd name="connsiteY7" fmla="*/ 290878 h 294296"/>
                <a:gd name="connsiteX8" fmla="*/ 375581 w 521792"/>
                <a:gd name="connsiteY8" fmla="*/ 289074 h 294296"/>
                <a:gd name="connsiteX9" fmla="*/ 514036 w 521792"/>
                <a:gd name="connsiteY9" fmla="*/ 183095 h 294296"/>
                <a:gd name="connsiteX10" fmla="*/ 514036 w 521792"/>
                <a:gd name="connsiteY10" fmla="*/ 183095 h 294296"/>
                <a:gd name="connsiteX11" fmla="*/ 515393 w 521792"/>
                <a:gd name="connsiteY11" fmla="*/ 181742 h 294296"/>
                <a:gd name="connsiteX12" fmla="*/ 515393 w 521792"/>
                <a:gd name="connsiteY12" fmla="*/ 181742 h 294296"/>
                <a:gd name="connsiteX13" fmla="*/ 517655 w 521792"/>
                <a:gd name="connsiteY13" fmla="*/ 179487 h 294296"/>
                <a:gd name="connsiteX14" fmla="*/ 514036 w 521792"/>
                <a:gd name="connsiteY14" fmla="*/ 150625 h 294296"/>
                <a:gd name="connsiteX15" fmla="*/ 322642 w 521792"/>
                <a:gd name="connsiteY15" fmla="*/ 4059 h 294296"/>
                <a:gd name="connsiteX16" fmla="*/ 312688 w 521792"/>
                <a:gd name="connsiteY16" fmla="*/ 0 h 294296"/>
                <a:gd name="connsiteX17" fmla="*/ 312688 w 521792"/>
                <a:gd name="connsiteY17" fmla="*/ 0 h 294296"/>
                <a:gd name="connsiteX18" fmla="*/ 310878 w 521792"/>
                <a:gd name="connsiteY18" fmla="*/ 0 h 294296"/>
                <a:gd name="connsiteX19" fmla="*/ 309068 w 521792"/>
                <a:gd name="connsiteY19" fmla="*/ 0 h 294296"/>
                <a:gd name="connsiteX20" fmla="*/ 307711 w 521792"/>
                <a:gd name="connsiteY20" fmla="*/ 0 h 294296"/>
                <a:gd name="connsiteX21" fmla="*/ 307711 w 521792"/>
                <a:gd name="connsiteY21" fmla="*/ 0 h 294296"/>
                <a:gd name="connsiteX22" fmla="*/ 297757 w 521792"/>
                <a:gd name="connsiteY22" fmla="*/ 4059 h 294296"/>
                <a:gd name="connsiteX23" fmla="*/ 8178 w 521792"/>
                <a:gd name="connsiteY23" fmla="*/ 225487 h 294296"/>
                <a:gd name="connsiteX24" fmla="*/ 4106 w 521792"/>
                <a:gd name="connsiteY24" fmla="*/ 254349 h 294296"/>
                <a:gd name="connsiteX25" fmla="*/ 4106 w 521792"/>
                <a:gd name="connsiteY25" fmla="*/ 254349 h 29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1792" h="294296">
                  <a:moveTo>
                    <a:pt x="4106" y="254349"/>
                  </a:moveTo>
                  <a:cubicBezTo>
                    <a:pt x="10893" y="263368"/>
                    <a:pt x="24015" y="265172"/>
                    <a:pt x="33064" y="257957"/>
                  </a:cubicBezTo>
                  <a:cubicBezTo>
                    <a:pt x="33064" y="257957"/>
                    <a:pt x="33064" y="257957"/>
                    <a:pt x="33064" y="257957"/>
                  </a:cubicBezTo>
                  <a:lnTo>
                    <a:pt x="309973" y="46450"/>
                  </a:lnTo>
                  <a:lnTo>
                    <a:pt x="467884" y="166860"/>
                  </a:lnTo>
                  <a:lnTo>
                    <a:pt x="350695" y="256604"/>
                  </a:lnTo>
                  <a:cubicBezTo>
                    <a:pt x="341194" y="262917"/>
                    <a:pt x="338479" y="275545"/>
                    <a:pt x="344813" y="285015"/>
                  </a:cubicBezTo>
                  <a:cubicBezTo>
                    <a:pt x="351148" y="294486"/>
                    <a:pt x="363817" y="297191"/>
                    <a:pt x="373319" y="290878"/>
                  </a:cubicBezTo>
                  <a:cubicBezTo>
                    <a:pt x="374224" y="290427"/>
                    <a:pt x="375129" y="289525"/>
                    <a:pt x="375581" y="289074"/>
                  </a:cubicBezTo>
                  <a:lnTo>
                    <a:pt x="514036" y="183095"/>
                  </a:lnTo>
                  <a:lnTo>
                    <a:pt x="514036" y="183095"/>
                  </a:lnTo>
                  <a:lnTo>
                    <a:pt x="515393" y="181742"/>
                  </a:lnTo>
                  <a:lnTo>
                    <a:pt x="515393" y="181742"/>
                  </a:lnTo>
                  <a:cubicBezTo>
                    <a:pt x="516298" y="180840"/>
                    <a:pt x="516750" y="180389"/>
                    <a:pt x="517655" y="179487"/>
                  </a:cubicBezTo>
                  <a:cubicBezTo>
                    <a:pt x="524442" y="170468"/>
                    <a:pt x="522632" y="157390"/>
                    <a:pt x="514036" y="150625"/>
                  </a:cubicBezTo>
                  <a:lnTo>
                    <a:pt x="322642" y="4059"/>
                  </a:lnTo>
                  <a:cubicBezTo>
                    <a:pt x="319928" y="1804"/>
                    <a:pt x="316308" y="451"/>
                    <a:pt x="312688" y="0"/>
                  </a:cubicBezTo>
                  <a:lnTo>
                    <a:pt x="312688" y="0"/>
                  </a:lnTo>
                  <a:lnTo>
                    <a:pt x="310878" y="0"/>
                  </a:lnTo>
                  <a:lnTo>
                    <a:pt x="309068" y="0"/>
                  </a:lnTo>
                  <a:lnTo>
                    <a:pt x="307711" y="0"/>
                  </a:lnTo>
                  <a:lnTo>
                    <a:pt x="307711" y="0"/>
                  </a:lnTo>
                  <a:cubicBezTo>
                    <a:pt x="304091" y="451"/>
                    <a:pt x="300924" y="1804"/>
                    <a:pt x="297757" y="4059"/>
                  </a:cubicBezTo>
                  <a:lnTo>
                    <a:pt x="8178" y="225487"/>
                  </a:lnTo>
                  <a:cubicBezTo>
                    <a:pt x="-871" y="232251"/>
                    <a:pt x="-2681" y="245329"/>
                    <a:pt x="4106" y="254349"/>
                  </a:cubicBezTo>
                  <a:cubicBezTo>
                    <a:pt x="4106" y="254349"/>
                    <a:pt x="4106" y="254349"/>
                    <a:pt x="4106" y="254349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8B806CB-A9F1-CE49-B201-0413A24F91D1}"/>
                </a:ext>
              </a:extLst>
            </p:cNvPr>
            <p:cNvSpPr/>
            <p:nvPr/>
          </p:nvSpPr>
          <p:spPr>
            <a:xfrm>
              <a:off x="1078922" y="1299779"/>
              <a:ext cx="331090" cy="262474"/>
            </a:xfrm>
            <a:custGeom>
              <a:avLst/>
              <a:gdLst>
                <a:gd name="connsiteX0" fmla="*/ 297665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4467 w 331090"/>
                <a:gd name="connsiteY3" fmla="*/ 254414 h 262474"/>
                <a:gd name="connsiteX4" fmla="*/ 33425 w 331090"/>
                <a:gd name="connsiteY4" fmla="*/ 258022 h 262474"/>
                <a:gd name="connsiteX5" fmla="*/ 323003 w 331090"/>
                <a:gd name="connsiteY5" fmla="*/ 36594 h 262474"/>
                <a:gd name="connsiteX6" fmla="*/ 326623 w 331090"/>
                <a:gd name="connsiteY6" fmla="*/ 7732 h 262474"/>
                <a:gd name="connsiteX7" fmla="*/ 297665 w 331090"/>
                <a:gd name="connsiteY7" fmla="*/ 4124 h 262474"/>
                <a:gd name="connsiteX8" fmla="*/ 297665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665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lnTo>
                    <a:pt x="4467" y="254414"/>
                  </a:lnTo>
                  <a:cubicBezTo>
                    <a:pt x="11254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cubicBezTo>
                    <a:pt x="319384" y="-837"/>
                    <a:pt x="306714" y="-2641"/>
                    <a:pt x="297665" y="4124"/>
                  </a:cubicBezTo>
                  <a:lnTo>
                    <a:pt x="297665" y="4124"/>
                  </a:ln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9252966-887E-B643-877B-0E63C1AF8EDC}"/>
                </a:ext>
              </a:extLst>
            </p:cNvPr>
            <p:cNvSpPr/>
            <p:nvPr/>
          </p:nvSpPr>
          <p:spPr>
            <a:xfrm>
              <a:off x="1055302" y="1201138"/>
              <a:ext cx="354709" cy="280841"/>
            </a:xfrm>
            <a:custGeom>
              <a:avLst/>
              <a:gdLst>
                <a:gd name="connsiteX0" fmla="*/ 4106 w 354709"/>
                <a:gd name="connsiteY0" fmla="*/ 272781 h 280841"/>
                <a:gd name="connsiteX1" fmla="*/ 33064 w 354709"/>
                <a:gd name="connsiteY1" fmla="*/ 276389 h 280841"/>
                <a:gd name="connsiteX2" fmla="*/ 346623 w 354709"/>
                <a:gd name="connsiteY2" fmla="*/ 36922 h 280841"/>
                <a:gd name="connsiteX3" fmla="*/ 350243 w 354709"/>
                <a:gd name="connsiteY3" fmla="*/ 8060 h 280841"/>
                <a:gd name="connsiteX4" fmla="*/ 321285 w 354709"/>
                <a:gd name="connsiteY4" fmla="*/ 4452 h 280841"/>
                <a:gd name="connsiteX5" fmla="*/ 8178 w 354709"/>
                <a:gd name="connsiteY5" fmla="*/ 243919 h 280841"/>
                <a:gd name="connsiteX6" fmla="*/ 4106 w 354709"/>
                <a:gd name="connsiteY6" fmla="*/ 272781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709" h="280841">
                  <a:moveTo>
                    <a:pt x="4106" y="272781"/>
                  </a:moveTo>
                  <a:cubicBezTo>
                    <a:pt x="10893" y="281801"/>
                    <a:pt x="24015" y="283605"/>
                    <a:pt x="33064" y="276389"/>
                  </a:cubicBezTo>
                  <a:lnTo>
                    <a:pt x="346623" y="36922"/>
                  </a:lnTo>
                  <a:cubicBezTo>
                    <a:pt x="355672" y="30158"/>
                    <a:pt x="357482" y="17080"/>
                    <a:pt x="350243" y="8060"/>
                  </a:cubicBezTo>
                  <a:cubicBezTo>
                    <a:pt x="343456" y="-959"/>
                    <a:pt x="330334" y="-2763"/>
                    <a:pt x="321285" y="4452"/>
                  </a:cubicBezTo>
                  <a:lnTo>
                    <a:pt x="8178" y="243919"/>
                  </a:lnTo>
                  <a:cubicBezTo>
                    <a:pt x="-871" y="250684"/>
                    <a:pt x="-2681" y="263762"/>
                    <a:pt x="4106" y="272781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F2A745A-0E9C-294B-84FC-8D64B253B312}"/>
                </a:ext>
              </a:extLst>
            </p:cNvPr>
            <p:cNvSpPr/>
            <p:nvPr/>
          </p:nvSpPr>
          <p:spPr>
            <a:xfrm>
              <a:off x="888763" y="1366194"/>
              <a:ext cx="522276" cy="293526"/>
            </a:xfrm>
            <a:custGeom>
              <a:avLst/>
              <a:gdLst>
                <a:gd name="connsiteX0" fmla="*/ 518139 w 522276"/>
                <a:gd name="connsiteY0" fmla="*/ 39628 h 293526"/>
                <a:gd name="connsiteX1" fmla="*/ 518139 w 522276"/>
                <a:gd name="connsiteY1" fmla="*/ 39628 h 293526"/>
                <a:gd name="connsiteX2" fmla="*/ 489181 w 522276"/>
                <a:gd name="connsiteY2" fmla="*/ 36020 h 293526"/>
                <a:gd name="connsiteX3" fmla="*/ 212272 w 522276"/>
                <a:gd name="connsiteY3" fmla="*/ 247527 h 293526"/>
                <a:gd name="connsiteX4" fmla="*/ 54361 w 522276"/>
                <a:gd name="connsiteY4" fmla="*/ 126666 h 293526"/>
                <a:gd name="connsiteX5" fmla="*/ 171550 w 522276"/>
                <a:gd name="connsiteY5" fmla="*/ 36922 h 293526"/>
                <a:gd name="connsiteX6" fmla="*/ 175170 w 522276"/>
                <a:gd name="connsiteY6" fmla="*/ 8060 h 293526"/>
                <a:gd name="connsiteX7" fmla="*/ 146212 w 522276"/>
                <a:gd name="connsiteY7" fmla="*/ 4452 h 293526"/>
                <a:gd name="connsiteX8" fmla="*/ 7757 w 522276"/>
                <a:gd name="connsiteY8" fmla="*/ 110431 h 293526"/>
                <a:gd name="connsiteX9" fmla="*/ 7757 w 522276"/>
                <a:gd name="connsiteY9" fmla="*/ 110431 h 293526"/>
                <a:gd name="connsiteX10" fmla="*/ 6400 w 522276"/>
                <a:gd name="connsiteY10" fmla="*/ 111784 h 293526"/>
                <a:gd name="connsiteX11" fmla="*/ 6400 w 522276"/>
                <a:gd name="connsiteY11" fmla="*/ 111784 h 293526"/>
                <a:gd name="connsiteX12" fmla="*/ 4138 w 522276"/>
                <a:gd name="connsiteY12" fmla="*/ 114039 h 293526"/>
                <a:gd name="connsiteX13" fmla="*/ 7757 w 522276"/>
                <a:gd name="connsiteY13" fmla="*/ 142901 h 293526"/>
                <a:gd name="connsiteX14" fmla="*/ 199603 w 522276"/>
                <a:gd name="connsiteY14" fmla="*/ 289467 h 293526"/>
                <a:gd name="connsiteX15" fmla="*/ 209557 w 522276"/>
                <a:gd name="connsiteY15" fmla="*/ 293526 h 293526"/>
                <a:gd name="connsiteX16" fmla="*/ 209557 w 522276"/>
                <a:gd name="connsiteY16" fmla="*/ 293526 h 293526"/>
                <a:gd name="connsiteX17" fmla="*/ 211367 w 522276"/>
                <a:gd name="connsiteY17" fmla="*/ 293526 h 293526"/>
                <a:gd name="connsiteX18" fmla="*/ 213177 w 522276"/>
                <a:gd name="connsiteY18" fmla="*/ 293526 h 293526"/>
                <a:gd name="connsiteX19" fmla="*/ 214987 w 522276"/>
                <a:gd name="connsiteY19" fmla="*/ 293526 h 293526"/>
                <a:gd name="connsiteX20" fmla="*/ 214987 w 522276"/>
                <a:gd name="connsiteY20" fmla="*/ 293526 h 293526"/>
                <a:gd name="connsiteX21" fmla="*/ 224941 w 522276"/>
                <a:gd name="connsiteY21" fmla="*/ 289467 h 293526"/>
                <a:gd name="connsiteX22" fmla="*/ 514519 w 522276"/>
                <a:gd name="connsiteY22" fmla="*/ 68040 h 293526"/>
                <a:gd name="connsiteX23" fmla="*/ 518139 w 522276"/>
                <a:gd name="connsiteY23" fmla="*/ 39628 h 293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2276" h="293526">
                  <a:moveTo>
                    <a:pt x="518139" y="39628"/>
                  </a:moveTo>
                  <a:lnTo>
                    <a:pt x="518139" y="39628"/>
                  </a:lnTo>
                  <a:cubicBezTo>
                    <a:pt x="511352" y="30609"/>
                    <a:pt x="498231" y="28805"/>
                    <a:pt x="489181" y="36020"/>
                  </a:cubicBezTo>
                  <a:lnTo>
                    <a:pt x="212272" y="247527"/>
                  </a:lnTo>
                  <a:lnTo>
                    <a:pt x="54361" y="126666"/>
                  </a:lnTo>
                  <a:lnTo>
                    <a:pt x="171550" y="36922"/>
                  </a:lnTo>
                  <a:cubicBezTo>
                    <a:pt x="180599" y="30158"/>
                    <a:pt x="182409" y="17080"/>
                    <a:pt x="175170" y="8060"/>
                  </a:cubicBezTo>
                  <a:cubicBezTo>
                    <a:pt x="168383" y="-959"/>
                    <a:pt x="155261" y="-2763"/>
                    <a:pt x="146212" y="4452"/>
                  </a:cubicBezTo>
                  <a:lnTo>
                    <a:pt x="7757" y="110431"/>
                  </a:lnTo>
                  <a:lnTo>
                    <a:pt x="7757" y="110431"/>
                  </a:lnTo>
                  <a:cubicBezTo>
                    <a:pt x="7305" y="110882"/>
                    <a:pt x="6852" y="111333"/>
                    <a:pt x="6400" y="111784"/>
                  </a:cubicBezTo>
                  <a:lnTo>
                    <a:pt x="6400" y="111784"/>
                  </a:lnTo>
                  <a:cubicBezTo>
                    <a:pt x="5495" y="112686"/>
                    <a:pt x="5042" y="113137"/>
                    <a:pt x="4138" y="114039"/>
                  </a:cubicBezTo>
                  <a:cubicBezTo>
                    <a:pt x="-2649" y="123058"/>
                    <a:pt x="-840" y="135686"/>
                    <a:pt x="7757" y="142901"/>
                  </a:cubicBezTo>
                  <a:lnTo>
                    <a:pt x="199603" y="289467"/>
                  </a:lnTo>
                  <a:cubicBezTo>
                    <a:pt x="202318" y="291722"/>
                    <a:pt x="205937" y="293075"/>
                    <a:pt x="209557" y="293526"/>
                  </a:cubicBezTo>
                  <a:lnTo>
                    <a:pt x="209557" y="293526"/>
                  </a:lnTo>
                  <a:lnTo>
                    <a:pt x="211367" y="293526"/>
                  </a:lnTo>
                  <a:lnTo>
                    <a:pt x="213177" y="293526"/>
                  </a:lnTo>
                  <a:lnTo>
                    <a:pt x="214987" y="293526"/>
                  </a:lnTo>
                  <a:lnTo>
                    <a:pt x="214987" y="293526"/>
                  </a:lnTo>
                  <a:cubicBezTo>
                    <a:pt x="218606" y="293075"/>
                    <a:pt x="221774" y="291722"/>
                    <a:pt x="224941" y="289467"/>
                  </a:cubicBezTo>
                  <a:lnTo>
                    <a:pt x="514519" y="68040"/>
                  </a:lnTo>
                  <a:cubicBezTo>
                    <a:pt x="523116" y="61275"/>
                    <a:pt x="524926" y="48648"/>
                    <a:pt x="518139" y="3962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20158963-6FB9-5644-800B-2816D930C780}"/>
              </a:ext>
            </a:extLst>
          </p:cNvPr>
          <p:cNvSpPr txBox="1">
            <a:spLocks/>
          </p:cNvSpPr>
          <p:nvPr userDrawn="1"/>
        </p:nvSpPr>
        <p:spPr>
          <a:xfrm>
            <a:off x="3211409" y="6493502"/>
            <a:ext cx="2884592" cy="18069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r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2542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Raleway" panose="020B0503030101060003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65137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Courier New" panose="02070309020205020404" pitchFamily="49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75" b="0" i="0" spc="300" dirty="0">
                <a:solidFill>
                  <a:srgbClr val="9798A5">
                    <a:alpha val="75000"/>
                  </a:srgbClr>
                </a:solidFill>
                <a:latin typeface="Raleway" panose="020B0003030101060003" pitchFamily="34" charset="0"/>
              </a:rPr>
              <a:t>| A HINDUJA GROUP COMPANY</a:t>
            </a:r>
          </a:p>
        </p:txBody>
      </p:sp>
    </p:spTree>
    <p:extLst>
      <p:ext uri="{BB962C8B-B14F-4D97-AF65-F5344CB8AC3E}">
        <p14:creationId xmlns:p14="http://schemas.microsoft.com/office/powerpoint/2010/main" val="1590179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BKGD 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A20456-50AF-5246-B423-45ACC68243C7}"/>
              </a:ext>
            </a:extLst>
          </p:cNvPr>
          <p:cNvCxnSpPr>
            <a:cxnSpLocks/>
          </p:cNvCxnSpPr>
          <p:nvPr userDrawn="1"/>
        </p:nvCxnSpPr>
        <p:spPr>
          <a:xfrm>
            <a:off x="787024" y="4121181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C5152D33-FD11-A34C-8FD3-9D0AE20408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2285265"/>
            <a:ext cx="4521948" cy="2527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(Category tag or date)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CE12EF5-FA73-3647-ADA3-C84DBEB1F3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370184"/>
            <a:ext cx="7790919" cy="49244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Raleway ExtraBold" panose="020B0003030101060003" pitchFamily="34" charset="0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page title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7F0F6E1F-8E88-1549-B761-A22D7A72BE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4398300"/>
            <a:ext cx="7790919" cy="33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100"/>
              </a:spcAft>
              <a:buNone/>
              <a:defRPr sz="20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grpSp>
        <p:nvGrpSpPr>
          <p:cNvPr id="10" name="Graphic 17">
            <a:extLst>
              <a:ext uri="{FF2B5EF4-FFF2-40B4-BE49-F238E27FC236}">
                <a16:creationId xmlns:a16="http://schemas.microsoft.com/office/drawing/2014/main" id="{F049A0CB-7414-AA46-838A-FC40AE83EBA6}"/>
              </a:ext>
            </a:extLst>
          </p:cNvPr>
          <p:cNvGrpSpPr/>
          <p:nvPr userDrawn="1"/>
        </p:nvGrpSpPr>
        <p:grpSpPr>
          <a:xfrm>
            <a:off x="786989" y="1035574"/>
            <a:ext cx="1964189" cy="625048"/>
            <a:chOff x="786989" y="1035574"/>
            <a:chExt cx="1964189" cy="625048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C82D3D7-F6D5-1341-865A-9DBF2830D848}"/>
                </a:ext>
              </a:extLst>
            </p:cNvPr>
            <p:cNvSpPr/>
            <p:nvPr/>
          </p:nvSpPr>
          <p:spPr>
            <a:xfrm>
              <a:off x="1554406" y="1035574"/>
              <a:ext cx="332113" cy="512756"/>
            </a:xfrm>
            <a:custGeom>
              <a:avLst/>
              <a:gdLst>
                <a:gd name="connsiteX0" fmla="*/ 174199 w 332113"/>
                <a:gd name="connsiteY0" fmla="*/ 167762 h 512756"/>
                <a:gd name="connsiteX1" fmla="*/ 63345 w 332113"/>
                <a:gd name="connsiteY1" fmla="*/ 167762 h 512756"/>
                <a:gd name="connsiteX2" fmla="*/ 63345 w 332113"/>
                <a:gd name="connsiteY2" fmla="*/ 31568 h 512756"/>
                <a:gd name="connsiteX3" fmla="*/ 63345 w 332113"/>
                <a:gd name="connsiteY3" fmla="*/ 31568 h 512756"/>
                <a:gd name="connsiteX4" fmla="*/ 31673 w 332113"/>
                <a:gd name="connsiteY4" fmla="*/ 0 h 512756"/>
                <a:gd name="connsiteX5" fmla="*/ 0 w 332113"/>
                <a:gd name="connsiteY5" fmla="*/ 31568 h 512756"/>
                <a:gd name="connsiteX6" fmla="*/ 0 w 332113"/>
                <a:gd name="connsiteY6" fmla="*/ 31568 h 512756"/>
                <a:gd name="connsiteX7" fmla="*/ 0 w 332113"/>
                <a:gd name="connsiteY7" fmla="*/ 480737 h 512756"/>
                <a:gd name="connsiteX8" fmla="*/ 31673 w 332113"/>
                <a:gd name="connsiteY8" fmla="*/ 512306 h 512756"/>
                <a:gd name="connsiteX9" fmla="*/ 63345 w 332113"/>
                <a:gd name="connsiteY9" fmla="*/ 480737 h 512756"/>
                <a:gd name="connsiteX10" fmla="*/ 63345 w 332113"/>
                <a:gd name="connsiteY10" fmla="*/ 228192 h 512756"/>
                <a:gd name="connsiteX11" fmla="*/ 174199 w 332113"/>
                <a:gd name="connsiteY11" fmla="*/ 228192 h 512756"/>
                <a:gd name="connsiteX12" fmla="*/ 268765 w 332113"/>
                <a:gd name="connsiteY12" fmla="*/ 304858 h 512756"/>
                <a:gd name="connsiteX13" fmla="*/ 268765 w 332113"/>
                <a:gd name="connsiteY13" fmla="*/ 481188 h 512756"/>
                <a:gd name="connsiteX14" fmla="*/ 268765 w 332113"/>
                <a:gd name="connsiteY14" fmla="*/ 481188 h 512756"/>
                <a:gd name="connsiteX15" fmla="*/ 300437 w 332113"/>
                <a:gd name="connsiteY15" fmla="*/ 512757 h 512756"/>
                <a:gd name="connsiteX16" fmla="*/ 332110 w 332113"/>
                <a:gd name="connsiteY16" fmla="*/ 481188 h 512756"/>
                <a:gd name="connsiteX17" fmla="*/ 332110 w 332113"/>
                <a:gd name="connsiteY17" fmla="*/ 304858 h 512756"/>
                <a:gd name="connsiteX18" fmla="*/ 174199 w 332113"/>
                <a:gd name="connsiteY18" fmla="*/ 167762 h 512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2113" h="512756">
                  <a:moveTo>
                    <a:pt x="174199" y="167762"/>
                  </a:moveTo>
                  <a:lnTo>
                    <a:pt x="63345" y="167762"/>
                  </a:lnTo>
                  <a:lnTo>
                    <a:pt x="63345" y="31568"/>
                  </a:lnTo>
                  <a:lnTo>
                    <a:pt x="63345" y="31568"/>
                  </a:lnTo>
                  <a:cubicBezTo>
                    <a:pt x="63345" y="13980"/>
                    <a:pt x="49319" y="0"/>
                    <a:pt x="31673" y="0"/>
                  </a:cubicBezTo>
                  <a:cubicBezTo>
                    <a:pt x="14026" y="0"/>
                    <a:pt x="0" y="13980"/>
                    <a:pt x="0" y="31568"/>
                  </a:cubicBezTo>
                  <a:lnTo>
                    <a:pt x="0" y="31568"/>
                  </a:lnTo>
                  <a:lnTo>
                    <a:pt x="0" y="480737"/>
                  </a:lnTo>
                  <a:cubicBezTo>
                    <a:pt x="0" y="498325"/>
                    <a:pt x="14026" y="512306"/>
                    <a:pt x="31673" y="512306"/>
                  </a:cubicBezTo>
                  <a:cubicBezTo>
                    <a:pt x="49319" y="512306"/>
                    <a:pt x="63345" y="498325"/>
                    <a:pt x="63345" y="480737"/>
                  </a:cubicBezTo>
                  <a:lnTo>
                    <a:pt x="63345" y="228192"/>
                  </a:lnTo>
                  <a:lnTo>
                    <a:pt x="174199" y="228192"/>
                  </a:lnTo>
                  <a:cubicBezTo>
                    <a:pt x="239807" y="228192"/>
                    <a:pt x="268765" y="256604"/>
                    <a:pt x="268765" y="304858"/>
                  </a:cubicBezTo>
                  <a:lnTo>
                    <a:pt x="268765" y="481188"/>
                  </a:lnTo>
                  <a:lnTo>
                    <a:pt x="268765" y="481188"/>
                  </a:lnTo>
                  <a:cubicBezTo>
                    <a:pt x="268765" y="498776"/>
                    <a:pt x="282791" y="512757"/>
                    <a:pt x="300437" y="512757"/>
                  </a:cubicBezTo>
                  <a:cubicBezTo>
                    <a:pt x="318084" y="512757"/>
                    <a:pt x="332110" y="498776"/>
                    <a:pt x="332110" y="481188"/>
                  </a:cubicBezTo>
                  <a:lnTo>
                    <a:pt x="332110" y="304858"/>
                  </a:lnTo>
                  <a:cubicBezTo>
                    <a:pt x="332563" y="218722"/>
                    <a:pt x="280529" y="167762"/>
                    <a:pt x="174199" y="16776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B4A5ABF-6594-3B42-9B86-99A33670F36C}"/>
                </a:ext>
              </a:extLst>
            </p:cNvPr>
            <p:cNvSpPr/>
            <p:nvPr/>
          </p:nvSpPr>
          <p:spPr>
            <a:xfrm>
              <a:off x="1959363" y="1206943"/>
              <a:ext cx="350208" cy="453679"/>
            </a:xfrm>
            <a:custGeom>
              <a:avLst/>
              <a:gdLst>
                <a:gd name="connsiteX0" fmla="*/ 230758 w 350208"/>
                <a:gd name="connsiteY0" fmla="*/ 0 h 453679"/>
                <a:gd name="connsiteX1" fmla="*/ 140717 w 350208"/>
                <a:gd name="connsiteY1" fmla="*/ 0 h 453679"/>
                <a:gd name="connsiteX2" fmla="*/ 0 w 350208"/>
                <a:gd name="connsiteY2" fmla="*/ 154684 h 453679"/>
                <a:gd name="connsiteX3" fmla="*/ 140717 w 350208"/>
                <a:gd name="connsiteY3" fmla="*/ 310270 h 453679"/>
                <a:gd name="connsiteX4" fmla="*/ 284149 w 350208"/>
                <a:gd name="connsiteY4" fmla="*/ 310270 h 453679"/>
                <a:gd name="connsiteX5" fmla="*/ 284149 w 350208"/>
                <a:gd name="connsiteY5" fmla="*/ 325152 h 453679"/>
                <a:gd name="connsiteX6" fmla="*/ 219446 w 350208"/>
                <a:gd name="connsiteY6" fmla="*/ 390994 h 453679"/>
                <a:gd name="connsiteX7" fmla="*/ 33482 w 350208"/>
                <a:gd name="connsiteY7" fmla="*/ 390994 h 453679"/>
                <a:gd name="connsiteX8" fmla="*/ 905 w 350208"/>
                <a:gd name="connsiteY8" fmla="*/ 421209 h 453679"/>
                <a:gd name="connsiteX9" fmla="*/ 31220 w 350208"/>
                <a:gd name="connsiteY9" fmla="*/ 453679 h 453679"/>
                <a:gd name="connsiteX10" fmla="*/ 33482 w 350208"/>
                <a:gd name="connsiteY10" fmla="*/ 453679 h 453679"/>
                <a:gd name="connsiteX11" fmla="*/ 227138 w 350208"/>
                <a:gd name="connsiteY11" fmla="*/ 453679 h 453679"/>
                <a:gd name="connsiteX12" fmla="*/ 350209 w 350208"/>
                <a:gd name="connsiteY12" fmla="*/ 325603 h 453679"/>
                <a:gd name="connsiteX13" fmla="*/ 350209 w 350208"/>
                <a:gd name="connsiteY13" fmla="*/ 138449 h 453679"/>
                <a:gd name="connsiteX14" fmla="*/ 230758 w 350208"/>
                <a:gd name="connsiteY14" fmla="*/ 0 h 453679"/>
                <a:gd name="connsiteX15" fmla="*/ 284149 w 350208"/>
                <a:gd name="connsiteY15" fmla="*/ 251192 h 453679"/>
                <a:gd name="connsiteX16" fmla="*/ 147051 w 350208"/>
                <a:gd name="connsiteY16" fmla="*/ 251192 h 453679"/>
                <a:gd name="connsiteX17" fmla="*/ 65608 w 350208"/>
                <a:gd name="connsiteY17" fmla="*/ 156939 h 453679"/>
                <a:gd name="connsiteX18" fmla="*/ 147051 w 350208"/>
                <a:gd name="connsiteY18" fmla="*/ 62685 h 453679"/>
                <a:gd name="connsiteX19" fmla="*/ 211754 w 350208"/>
                <a:gd name="connsiteY19" fmla="*/ 62685 h 453679"/>
                <a:gd name="connsiteX20" fmla="*/ 284149 w 350208"/>
                <a:gd name="connsiteY20" fmla="*/ 137998 h 453679"/>
                <a:gd name="connsiteX21" fmla="*/ 284149 w 350208"/>
                <a:gd name="connsiteY21" fmla="*/ 251192 h 45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0208" h="453679">
                  <a:moveTo>
                    <a:pt x="230758" y="0"/>
                  </a:moveTo>
                  <a:lnTo>
                    <a:pt x="140717" y="0"/>
                  </a:lnTo>
                  <a:cubicBezTo>
                    <a:pt x="53843" y="0"/>
                    <a:pt x="0" y="50058"/>
                    <a:pt x="0" y="154684"/>
                  </a:cubicBezTo>
                  <a:cubicBezTo>
                    <a:pt x="0" y="259310"/>
                    <a:pt x="54296" y="310270"/>
                    <a:pt x="140717" y="310270"/>
                  </a:cubicBezTo>
                  <a:lnTo>
                    <a:pt x="284149" y="310270"/>
                  </a:lnTo>
                  <a:lnTo>
                    <a:pt x="284149" y="325152"/>
                  </a:lnTo>
                  <a:cubicBezTo>
                    <a:pt x="284149" y="371602"/>
                    <a:pt x="268312" y="390994"/>
                    <a:pt x="219446" y="390994"/>
                  </a:cubicBezTo>
                  <a:lnTo>
                    <a:pt x="33482" y="390994"/>
                  </a:lnTo>
                  <a:cubicBezTo>
                    <a:pt x="16289" y="390543"/>
                    <a:pt x="1357" y="403621"/>
                    <a:pt x="905" y="421209"/>
                  </a:cubicBezTo>
                  <a:cubicBezTo>
                    <a:pt x="452" y="438346"/>
                    <a:pt x="13574" y="453228"/>
                    <a:pt x="31220" y="453679"/>
                  </a:cubicBezTo>
                  <a:cubicBezTo>
                    <a:pt x="32125" y="453679"/>
                    <a:pt x="33030" y="453679"/>
                    <a:pt x="33482" y="453679"/>
                  </a:cubicBezTo>
                  <a:lnTo>
                    <a:pt x="227138" y="453679"/>
                  </a:lnTo>
                  <a:cubicBezTo>
                    <a:pt x="318084" y="453679"/>
                    <a:pt x="350209" y="417601"/>
                    <a:pt x="350209" y="325603"/>
                  </a:cubicBezTo>
                  <a:lnTo>
                    <a:pt x="350209" y="138449"/>
                  </a:lnTo>
                  <a:cubicBezTo>
                    <a:pt x="349756" y="45097"/>
                    <a:pt x="308129" y="0"/>
                    <a:pt x="230758" y="0"/>
                  </a:cubicBezTo>
                  <a:close/>
                  <a:moveTo>
                    <a:pt x="284149" y="251192"/>
                  </a:moveTo>
                  <a:lnTo>
                    <a:pt x="147051" y="251192"/>
                  </a:lnTo>
                  <a:cubicBezTo>
                    <a:pt x="90946" y="251192"/>
                    <a:pt x="65608" y="222781"/>
                    <a:pt x="65608" y="156939"/>
                  </a:cubicBezTo>
                  <a:cubicBezTo>
                    <a:pt x="65608" y="91097"/>
                    <a:pt x="90946" y="62685"/>
                    <a:pt x="147051" y="62685"/>
                  </a:cubicBezTo>
                  <a:lnTo>
                    <a:pt x="211754" y="62685"/>
                  </a:lnTo>
                  <a:cubicBezTo>
                    <a:pt x="263788" y="62685"/>
                    <a:pt x="284149" y="85234"/>
                    <a:pt x="284149" y="137998"/>
                  </a:cubicBezTo>
                  <a:lnTo>
                    <a:pt x="284149" y="251192"/>
                  </a:ln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A9BB477-01ED-3A44-848D-1E05BB8B15AA}"/>
                </a:ext>
              </a:extLst>
            </p:cNvPr>
            <p:cNvSpPr/>
            <p:nvPr/>
          </p:nvSpPr>
          <p:spPr>
            <a:xfrm>
              <a:off x="2384641" y="1206943"/>
              <a:ext cx="366537" cy="341837"/>
            </a:xfrm>
            <a:custGeom>
              <a:avLst/>
              <a:gdLst>
                <a:gd name="connsiteX0" fmla="*/ 143924 w 366537"/>
                <a:gd name="connsiteY0" fmla="*/ 65842 h 341837"/>
                <a:gd name="connsiteX1" fmla="*/ 333508 w 366537"/>
                <a:gd name="connsiteY1" fmla="*/ 65842 h 341837"/>
                <a:gd name="connsiteX2" fmla="*/ 366538 w 366537"/>
                <a:gd name="connsiteY2" fmla="*/ 32921 h 341837"/>
                <a:gd name="connsiteX3" fmla="*/ 333508 w 366537"/>
                <a:gd name="connsiteY3" fmla="*/ 0 h 341837"/>
                <a:gd name="connsiteX4" fmla="*/ 333508 w 366537"/>
                <a:gd name="connsiteY4" fmla="*/ 0 h 341837"/>
                <a:gd name="connsiteX5" fmla="*/ 143472 w 366537"/>
                <a:gd name="connsiteY5" fmla="*/ 0 h 341837"/>
                <a:gd name="connsiteX6" fmla="*/ 31713 w 366537"/>
                <a:gd name="connsiteY6" fmla="*/ 99665 h 341837"/>
                <a:gd name="connsiteX7" fmla="*/ 149807 w 366537"/>
                <a:gd name="connsiteY7" fmla="*/ 199330 h 341837"/>
                <a:gd name="connsiteX8" fmla="*/ 230798 w 366537"/>
                <a:gd name="connsiteY8" fmla="*/ 199330 h 341837"/>
                <a:gd name="connsiteX9" fmla="*/ 279664 w 366537"/>
                <a:gd name="connsiteY9" fmla="*/ 237663 h 341837"/>
                <a:gd name="connsiteX10" fmla="*/ 234870 w 366537"/>
                <a:gd name="connsiteY10" fmla="*/ 275094 h 341837"/>
                <a:gd name="connsiteX11" fmla="*/ 34880 w 366537"/>
                <a:gd name="connsiteY11" fmla="*/ 275094 h 341837"/>
                <a:gd name="connsiteX12" fmla="*/ 40 w 366537"/>
                <a:gd name="connsiteY12" fmla="*/ 307113 h 341837"/>
                <a:gd name="connsiteX13" fmla="*/ 32165 w 366537"/>
                <a:gd name="connsiteY13" fmla="*/ 341838 h 341837"/>
                <a:gd name="connsiteX14" fmla="*/ 34428 w 366537"/>
                <a:gd name="connsiteY14" fmla="*/ 341838 h 341837"/>
                <a:gd name="connsiteX15" fmla="*/ 234870 w 366537"/>
                <a:gd name="connsiteY15" fmla="*/ 341838 h 341837"/>
                <a:gd name="connsiteX16" fmla="*/ 347082 w 366537"/>
                <a:gd name="connsiteY16" fmla="*/ 238114 h 341837"/>
                <a:gd name="connsiteX17" fmla="*/ 228536 w 366537"/>
                <a:gd name="connsiteY17" fmla="*/ 141606 h 341837"/>
                <a:gd name="connsiteX18" fmla="*/ 147997 w 366537"/>
                <a:gd name="connsiteY18" fmla="*/ 141606 h 341837"/>
                <a:gd name="connsiteX19" fmla="*/ 99130 w 366537"/>
                <a:gd name="connsiteY19" fmla="*/ 104626 h 341837"/>
                <a:gd name="connsiteX20" fmla="*/ 143924 w 366537"/>
                <a:gd name="connsiteY20" fmla="*/ 65842 h 34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537" h="341837">
                  <a:moveTo>
                    <a:pt x="143924" y="65842"/>
                  </a:moveTo>
                  <a:lnTo>
                    <a:pt x="333508" y="65842"/>
                  </a:lnTo>
                  <a:cubicBezTo>
                    <a:pt x="351606" y="65842"/>
                    <a:pt x="366538" y="50960"/>
                    <a:pt x="366538" y="32921"/>
                  </a:cubicBezTo>
                  <a:cubicBezTo>
                    <a:pt x="366538" y="14882"/>
                    <a:pt x="351606" y="0"/>
                    <a:pt x="333508" y="0"/>
                  </a:cubicBezTo>
                  <a:cubicBezTo>
                    <a:pt x="333508" y="0"/>
                    <a:pt x="333508" y="0"/>
                    <a:pt x="333508" y="0"/>
                  </a:cubicBezTo>
                  <a:lnTo>
                    <a:pt x="143472" y="0"/>
                  </a:lnTo>
                  <a:cubicBezTo>
                    <a:pt x="63838" y="0"/>
                    <a:pt x="31713" y="38333"/>
                    <a:pt x="31713" y="99665"/>
                  </a:cubicBezTo>
                  <a:cubicBezTo>
                    <a:pt x="31713" y="151978"/>
                    <a:pt x="55241" y="199330"/>
                    <a:pt x="149807" y="199330"/>
                  </a:cubicBezTo>
                  <a:lnTo>
                    <a:pt x="230798" y="199330"/>
                  </a:lnTo>
                  <a:cubicBezTo>
                    <a:pt x="265185" y="199330"/>
                    <a:pt x="279664" y="210154"/>
                    <a:pt x="279664" y="237663"/>
                  </a:cubicBezTo>
                  <a:cubicBezTo>
                    <a:pt x="279664" y="265172"/>
                    <a:pt x="266543" y="275094"/>
                    <a:pt x="234870" y="275094"/>
                  </a:cubicBezTo>
                  <a:lnTo>
                    <a:pt x="34880" y="275094"/>
                  </a:lnTo>
                  <a:cubicBezTo>
                    <a:pt x="16329" y="274192"/>
                    <a:pt x="945" y="288623"/>
                    <a:pt x="40" y="307113"/>
                  </a:cubicBezTo>
                  <a:cubicBezTo>
                    <a:pt x="-865" y="325603"/>
                    <a:pt x="13614" y="340936"/>
                    <a:pt x="32165" y="341838"/>
                  </a:cubicBezTo>
                  <a:cubicBezTo>
                    <a:pt x="33070" y="341838"/>
                    <a:pt x="33975" y="341838"/>
                    <a:pt x="34428" y="341838"/>
                  </a:cubicBezTo>
                  <a:lnTo>
                    <a:pt x="234870" y="341838"/>
                  </a:lnTo>
                  <a:cubicBezTo>
                    <a:pt x="315409" y="341838"/>
                    <a:pt x="347082" y="298995"/>
                    <a:pt x="347082" y="238114"/>
                  </a:cubicBezTo>
                  <a:cubicBezTo>
                    <a:pt x="347082" y="184899"/>
                    <a:pt x="323101" y="141606"/>
                    <a:pt x="228536" y="141606"/>
                  </a:cubicBezTo>
                  <a:lnTo>
                    <a:pt x="147997" y="141606"/>
                  </a:lnTo>
                  <a:cubicBezTo>
                    <a:pt x="109537" y="141606"/>
                    <a:pt x="99130" y="128527"/>
                    <a:pt x="99130" y="104626"/>
                  </a:cubicBezTo>
                  <a:cubicBezTo>
                    <a:pt x="99130" y="78469"/>
                    <a:pt x="112252" y="65842"/>
                    <a:pt x="143924" y="6584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F207ED1-FC88-1140-B76F-1F9208112F0B}"/>
                </a:ext>
              </a:extLst>
            </p:cNvPr>
            <p:cNvSpPr/>
            <p:nvPr/>
          </p:nvSpPr>
          <p:spPr>
            <a:xfrm>
              <a:off x="788438" y="1133821"/>
              <a:ext cx="331090" cy="262474"/>
            </a:xfrm>
            <a:custGeom>
              <a:avLst/>
              <a:gdLst>
                <a:gd name="connsiteX0" fmla="*/ 297213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33425 w 331090"/>
                <a:gd name="connsiteY3" fmla="*/ 258022 h 262474"/>
                <a:gd name="connsiteX4" fmla="*/ 323003 w 331090"/>
                <a:gd name="connsiteY4" fmla="*/ 36594 h 262474"/>
                <a:gd name="connsiteX5" fmla="*/ 326623 w 331090"/>
                <a:gd name="connsiteY5" fmla="*/ 7732 h 262474"/>
                <a:gd name="connsiteX6" fmla="*/ 326623 w 331090"/>
                <a:gd name="connsiteY6" fmla="*/ 7732 h 262474"/>
                <a:gd name="connsiteX7" fmla="*/ 297213 w 331090"/>
                <a:gd name="connsiteY7" fmla="*/ 4124 h 262474"/>
                <a:gd name="connsiteX8" fmla="*/ 297213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213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cubicBezTo>
                    <a:pt x="11707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lnTo>
                    <a:pt x="326623" y="7732"/>
                  </a:lnTo>
                  <a:cubicBezTo>
                    <a:pt x="319384" y="-837"/>
                    <a:pt x="306714" y="-2641"/>
                    <a:pt x="297213" y="4124"/>
                  </a:cubicBezTo>
                  <a:cubicBezTo>
                    <a:pt x="297213" y="4124"/>
                    <a:pt x="297213" y="4124"/>
                    <a:pt x="297213" y="4124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412CD35-DDCE-9349-A208-626BCB006935}"/>
                </a:ext>
              </a:extLst>
            </p:cNvPr>
            <p:cNvSpPr/>
            <p:nvPr/>
          </p:nvSpPr>
          <p:spPr>
            <a:xfrm>
              <a:off x="788438" y="1213765"/>
              <a:ext cx="354288" cy="280841"/>
            </a:xfrm>
            <a:custGeom>
              <a:avLst/>
              <a:gdLst>
                <a:gd name="connsiteX0" fmla="*/ 350151 w 354288"/>
                <a:gd name="connsiteY0" fmla="*/ 8060 h 280841"/>
                <a:gd name="connsiteX1" fmla="*/ 321193 w 354288"/>
                <a:gd name="connsiteY1" fmla="*/ 4452 h 280841"/>
                <a:gd name="connsiteX2" fmla="*/ 8087 w 354288"/>
                <a:gd name="connsiteY2" fmla="*/ 243919 h 280841"/>
                <a:gd name="connsiteX3" fmla="*/ 4467 w 354288"/>
                <a:gd name="connsiteY3" fmla="*/ 272781 h 280841"/>
                <a:gd name="connsiteX4" fmla="*/ 33425 w 354288"/>
                <a:gd name="connsiteY4" fmla="*/ 276389 h 280841"/>
                <a:gd name="connsiteX5" fmla="*/ 346531 w 354288"/>
                <a:gd name="connsiteY5" fmla="*/ 36922 h 280841"/>
                <a:gd name="connsiteX6" fmla="*/ 350151 w 354288"/>
                <a:gd name="connsiteY6" fmla="*/ 8060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288" h="280841">
                  <a:moveTo>
                    <a:pt x="350151" y="8060"/>
                  </a:moveTo>
                  <a:cubicBezTo>
                    <a:pt x="343364" y="-959"/>
                    <a:pt x="330243" y="-2763"/>
                    <a:pt x="321193" y="4452"/>
                  </a:cubicBezTo>
                  <a:lnTo>
                    <a:pt x="8087" y="243919"/>
                  </a:lnTo>
                  <a:cubicBezTo>
                    <a:pt x="-963" y="250684"/>
                    <a:pt x="-2772" y="263762"/>
                    <a:pt x="4467" y="272781"/>
                  </a:cubicBezTo>
                  <a:cubicBezTo>
                    <a:pt x="11254" y="281801"/>
                    <a:pt x="24376" y="283605"/>
                    <a:pt x="33425" y="276389"/>
                  </a:cubicBezTo>
                  <a:lnTo>
                    <a:pt x="346531" y="36922"/>
                  </a:lnTo>
                  <a:cubicBezTo>
                    <a:pt x="355128" y="30158"/>
                    <a:pt x="356938" y="17080"/>
                    <a:pt x="350151" y="8060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7C7A4C1-AADD-154F-8E5F-A76B7AB0BCBC}"/>
                </a:ext>
              </a:extLst>
            </p:cNvPr>
            <p:cNvSpPr/>
            <p:nvPr/>
          </p:nvSpPr>
          <p:spPr>
            <a:xfrm>
              <a:off x="786989" y="1036025"/>
              <a:ext cx="521792" cy="294296"/>
            </a:xfrm>
            <a:custGeom>
              <a:avLst/>
              <a:gdLst>
                <a:gd name="connsiteX0" fmla="*/ 4106 w 521792"/>
                <a:gd name="connsiteY0" fmla="*/ 254349 h 294296"/>
                <a:gd name="connsiteX1" fmla="*/ 33064 w 521792"/>
                <a:gd name="connsiteY1" fmla="*/ 257957 h 294296"/>
                <a:gd name="connsiteX2" fmla="*/ 33064 w 521792"/>
                <a:gd name="connsiteY2" fmla="*/ 257957 h 294296"/>
                <a:gd name="connsiteX3" fmla="*/ 309973 w 521792"/>
                <a:gd name="connsiteY3" fmla="*/ 46450 h 294296"/>
                <a:gd name="connsiteX4" fmla="*/ 467884 w 521792"/>
                <a:gd name="connsiteY4" fmla="*/ 166860 h 294296"/>
                <a:gd name="connsiteX5" fmla="*/ 350695 w 521792"/>
                <a:gd name="connsiteY5" fmla="*/ 256604 h 294296"/>
                <a:gd name="connsiteX6" fmla="*/ 344813 w 521792"/>
                <a:gd name="connsiteY6" fmla="*/ 285015 h 294296"/>
                <a:gd name="connsiteX7" fmla="*/ 373319 w 521792"/>
                <a:gd name="connsiteY7" fmla="*/ 290878 h 294296"/>
                <a:gd name="connsiteX8" fmla="*/ 375581 w 521792"/>
                <a:gd name="connsiteY8" fmla="*/ 289074 h 294296"/>
                <a:gd name="connsiteX9" fmla="*/ 514036 w 521792"/>
                <a:gd name="connsiteY9" fmla="*/ 183095 h 294296"/>
                <a:gd name="connsiteX10" fmla="*/ 514036 w 521792"/>
                <a:gd name="connsiteY10" fmla="*/ 183095 h 294296"/>
                <a:gd name="connsiteX11" fmla="*/ 515393 w 521792"/>
                <a:gd name="connsiteY11" fmla="*/ 181742 h 294296"/>
                <a:gd name="connsiteX12" fmla="*/ 515393 w 521792"/>
                <a:gd name="connsiteY12" fmla="*/ 181742 h 294296"/>
                <a:gd name="connsiteX13" fmla="*/ 517655 w 521792"/>
                <a:gd name="connsiteY13" fmla="*/ 179487 h 294296"/>
                <a:gd name="connsiteX14" fmla="*/ 514036 w 521792"/>
                <a:gd name="connsiteY14" fmla="*/ 150625 h 294296"/>
                <a:gd name="connsiteX15" fmla="*/ 322642 w 521792"/>
                <a:gd name="connsiteY15" fmla="*/ 4059 h 294296"/>
                <a:gd name="connsiteX16" fmla="*/ 312688 w 521792"/>
                <a:gd name="connsiteY16" fmla="*/ 0 h 294296"/>
                <a:gd name="connsiteX17" fmla="*/ 312688 w 521792"/>
                <a:gd name="connsiteY17" fmla="*/ 0 h 294296"/>
                <a:gd name="connsiteX18" fmla="*/ 310878 w 521792"/>
                <a:gd name="connsiteY18" fmla="*/ 0 h 294296"/>
                <a:gd name="connsiteX19" fmla="*/ 309068 w 521792"/>
                <a:gd name="connsiteY19" fmla="*/ 0 h 294296"/>
                <a:gd name="connsiteX20" fmla="*/ 307711 w 521792"/>
                <a:gd name="connsiteY20" fmla="*/ 0 h 294296"/>
                <a:gd name="connsiteX21" fmla="*/ 307711 w 521792"/>
                <a:gd name="connsiteY21" fmla="*/ 0 h 294296"/>
                <a:gd name="connsiteX22" fmla="*/ 297757 w 521792"/>
                <a:gd name="connsiteY22" fmla="*/ 4059 h 294296"/>
                <a:gd name="connsiteX23" fmla="*/ 8178 w 521792"/>
                <a:gd name="connsiteY23" fmla="*/ 225487 h 294296"/>
                <a:gd name="connsiteX24" fmla="*/ 4106 w 521792"/>
                <a:gd name="connsiteY24" fmla="*/ 254349 h 294296"/>
                <a:gd name="connsiteX25" fmla="*/ 4106 w 521792"/>
                <a:gd name="connsiteY25" fmla="*/ 254349 h 29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1792" h="294296">
                  <a:moveTo>
                    <a:pt x="4106" y="254349"/>
                  </a:moveTo>
                  <a:cubicBezTo>
                    <a:pt x="10893" y="263368"/>
                    <a:pt x="24015" y="265172"/>
                    <a:pt x="33064" y="257957"/>
                  </a:cubicBezTo>
                  <a:cubicBezTo>
                    <a:pt x="33064" y="257957"/>
                    <a:pt x="33064" y="257957"/>
                    <a:pt x="33064" y="257957"/>
                  </a:cubicBezTo>
                  <a:lnTo>
                    <a:pt x="309973" y="46450"/>
                  </a:lnTo>
                  <a:lnTo>
                    <a:pt x="467884" y="166860"/>
                  </a:lnTo>
                  <a:lnTo>
                    <a:pt x="350695" y="256604"/>
                  </a:lnTo>
                  <a:cubicBezTo>
                    <a:pt x="341194" y="262917"/>
                    <a:pt x="338479" y="275545"/>
                    <a:pt x="344813" y="285015"/>
                  </a:cubicBezTo>
                  <a:cubicBezTo>
                    <a:pt x="351148" y="294486"/>
                    <a:pt x="363817" y="297191"/>
                    <a:pt x="373319" y="290878"/>
                  </a:cubicBezTo>
                  <a:cubicBezTo>
                    <a:pt x="374224" y="290427"/>
                    <a:pt x="375129" y="289525"/>
                    <a:pt x="375581" y="289074"/>
                  </a:cubicBezTo>
                  <a:lnTo>
                    <a:pt x="514036" y="183095"/>
                  </a:lnTo>
                  <a:lnTo>
                    <a:pt x="514036" y="183095"/>
                  </a:lnTo>
                  <a:lnTo>
                    <a:pt x="515393" y="181742"/>
                  </a:lnTo>
                  <a:lnTo>
                    <a:pt x="515393" y="181742"/>
                  </a:lnTo>
                  <a:cubicBezTo>
                    <a:pt x="516298" y="180840"/>
                    <a:pt x="516750" y="180389"/>
                    <a:pt x="517655" y="179487"/>
                  </a:cubicBezTo>
                  <a:cubicBezTo>
                    <a:pt x="524442" y="170468"/>
                    <a:pt x="522632" y="157390"/>
                    <a:pt x="514036" y="150625"/>
                  </a:cubicBezTo>
                  <a:lnTo>
                    <a:pt x="322642" y="4059"/>
                  </a:lnTo>
                  <a:cubicBezTo>
                    <a:pt x="319928" y="1804"/>
                    <a:pt x="316308" y="451"/>
                    <a:pt x="312688" y="0"/>
                  </a:cubicBezTo>
                  <a:lnTo>
                    <a:pt x="312688" y="0"/>
                  </a:lnTo>
                  <a:lnTo>
                    <a:pt x="310878" y="0"/>
                  </a:lnTo>
                  <a:lnTo>
                    <a:pt x="309068" y="0"/>
                  </a:lnTo>
                  <a:lnTo>
                    <a:pt x="307711" y="0"/>
                  </a:lnTo>
                  <a:lnTo>
                    <a:pt x="307711" y="0"/>
                  </a:lnTo>
                  <a:cubicBezTo>
                    <a:pt x="304091" y="451"/>
                    <a:pt x="300924" y="1804"/>
                    <a:pt x="297757" y="4059"/>
                  </a:cubicBezTo>
                  <a:lnTo>
                    <a:pt x="8178" y="225487"/>
                  </a:lnTo>
                  <a:cubicBezTo>
                    <a:pt x="-871" y="232251"/>
                    <a:pt x="-2681" y="245329"/>
                    <a:pt x="4106" y="254349"/>
                  </a:cubicBezTo>
                  <a:cubicBezTo>
                    <a:pt x="4106" y="254349"/>
                    <a:pt x="4106" y="254349"/>
                    <a:pt x="4106" y="254349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8525A00F-DBCA-E74F-86A2-B96E62B9595F}"/>
                </a:ext>
              </a:extLst>
            </p:cNvPr>
            <p:cNvSpPr/>
            <p:nvPr/>
          </p:nvSpPr>
          <p:spPr>
            <a:xfrm>
              <a:off x="1078922" y="1299779"/>
              <a:ext cx="331090" cy="262474"/>
            </a:xfrm>
            <a:custGeom>
              <a:avLst/>
              <a:gdLst>
                <a:gd name="connsiteX0" fmla="*/ 297665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4467 w 331090"/>
                <a:gd name="connsiteY3" fmla="*/ 254414 h 262474"/>
                <a:gd name="connsiteX4" fmla="*/ 33425 w 331090"/>
                <a:gd name="connsiteY4" fmla="*/ 258022 h 262474"/>
                <a:gd name="connsiteX5" fmla="*/ 323003 w 331090"/>
                <a:gd name="connsiteY5" fmla="*/ 36594 h 262474"/>
                <a:gd name="connsiteX6" fmla="*/ 326623 w 331090"/>
                <a:gd name="connsiteY6" fmla="*/ 7732 h 262474"/>
                <a:gd name="connsiteX7" fmla="*/ 297665 w 331090"/>
                <a:gd name="connsiteY7" fmla="*/ 4124 h 262474"/>
                <a:gd name="connsiteX8" fmla="*/ 297665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665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lnTo>
                    <a:pt x="4467" y="254414"/>
                  </a:lnTo>
                  <a:cubicBezTo>
                    <a:pt x="11254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cubicBezTo>
                    <a:pt x="319384" y="-837"/>
                    <a:pt x="306714" y="-2641"/>
                    <a:pt x="297665" y="4124"/>
                  </a:cubicBezTo>
                  <a:lnTo>
                    <a:pt x="297665" y="4124"/>
                  </a:ln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AA77E93-7001-5442-B334-B2FEE7C2EB22}"/>
                </a:ext>
              </a:extLst>
            </p:cNvPr>
            <p:cNvSpPr/>
            <p:nvPr/>
          </p:nvSpPr>
          <p:spPr>
            <a:xfrm>
              <a:off x="1055302" y="1201138"/>
              <a:ext cx="354709" cy="280841"/>
            </a:xfrm>
            <a:custGeom>
              <a:avLst/>
              <a:gdLst>
                <a:gd name="connsiteX0" fmla="*/ 4106 w 354709"/>
                <a:gd name="connsiteY0" fmla="*/ 272781 h 280841"/>
                <a:gd name="connsiteX1" fmla="*/ 33064 w 354709"/>
                <a:gd name="connsiteY1" fmla="*/ 276389 h 280841"/>
                <a:gd name="connsiteX2" fmla="*/ 346623 w 354709"/>
                <a:gd name="connsiteY2" fmla="*/ 36922 h 280841"/>
                <a:gd name="connsiteX3" fmla="*/ 350243 w 354709"/>
                <a:gd name="connsiteY3" fmla="*/ 8060 h 280841"/>
                <a:gd name="connsiteX4" fmla="*/ 321285 w 354709"/>
                <a:gd name="connsiteY4" fmla="*/ 4452 h 280841"/>
                <a:gd name="connsiteX5" fmla="*/ 8178 w 354709"/>
                <a:gd name="connsiteY5" fmla="*/ 243919 h 280841"/>
                <a:gd name="connsiteX6" fmla="*/ 4106 w 354709"/>
                <a:gd name="connsiteY6" fmla="*/ 272781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709" h="280841">
                  <a:moveTo>
                    <a:pt x="4106" y="272781"/>
                  </a:moveTo>
                  <a:cubicBezTo>
                    <a:pt x="10893" y="281801"/>
                    <a:pt x="24015" y="283605"/>
                    <a:pt x="33064" y="276389"/>
                  </a:cubicBezTo>
                  <a:lnTo>
                    <a:pt x="346623" y="36922"/>
                  </a:lnTo>
                  <a:cubicBezTo>
                    <a:pt x="355672" y="30158"/>
                    <a:pt x="357482" y="17080"/>
                    <a:pt x="350243" y="8060"/>
                  </a:cubicBezTo>
                  <a:cubicBezTo>
                    <a:pt x="343456" y="-959"/>
                    <a:pt x="330334" y="-2763"/>
                    <a:pt x="321285" y="4452"/>
                  </a:cubicBezTo>
                  <a:lnTo>
                    <a:pt x="8178" y="243919"/>
                  </a:lnTo>
                  <a:cubicBezTo>
                    <a:pt x="-871" y="250684"/>
                    <a:pt x="-2681" y="263762"/>
                    <a:pt x="4106" y="272781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8E8C688-F997-9440-BE18-2F524A8D4CDD}"/>
                </a:ext>
              </a:extLst>
            </p:cNvPr>
            <p:cNvSpPr/>
            <p:nvPr/>
          </p:nvSpPr>
          <p:spPr>
            <a:xfrm>
              <a:off x="888763" y="1366194"/>
              <a:ext cx="522276" cy="293526"/>
            </a:xfrm>
            <a:custGeom>
              <a:avLst/>
              <a:gdLst>
                <a:gd name="connsiteX0" fmla="*/ 518139 w 522276"/>
                <a:gd name="connsiteY0" fmla="*/ 39628 h 293526"/>
                <a:gd name="connsiteX1" fmla="*/ 518139 w 522276"/>
                <a:gd name="connsiteY1" fmla="*/ 39628 h 293526"/>
                <a:gd name="connsiteX2" fmla="*/ 489181 w 522276"/>
                <a:gd name="connsiteY2" fmla="*/ 36020 h 293526"/>
                <a:gd name="connsiteX3" fmla="*/ 212272 w 522276"/>
                <a:gd name="connsiteY3" fmla="*/ 247527 h 293526"/>
                <a:gd name="connsiteX4" fmla="*/ 54361 w 522276"/>
                <a:gd name="connsiteY4" fmla="*/ 126666 h 293526"/>
                <a:gd name="connsiteX5" fmla="*/ 171550 w 522276"/>
                <a:gd name="connsiteY5" fmla="*/ 36922 h 293526"/>
                <a:gd name="connsiteX6" fmla="*/ 175170 w 522276"/>
                <a:gd name="connsiteY6" fmla="*/ 8060 h 293526"/>
                <a:gd name="connsiteX7" fmla="*/ 146212 w 522276"/>
                <a:gd name="connsiteY7" fmla="*/ 4452 h 293526"/>
                <a:gd name="connsiteX8" fmla="*/ 7757 w 522276"/>
                <a:gd name="connsiteY8" fmla="*/ 110431 h 293526"/>
                <a:gd name="connsiteX9" fmla="*/ 7757 w 522276"/>
                <a:gd name="connsiteY9" fmla="*/ 110431 h 293526"/>
                <a:gd name="connsiteX10" fmla="*/ 6400 w 522276"/>
                <a:gd name="connsiteY10" fmla="*/ 111784 h 293526"/>
                <a:gd name="connsiteX11" fmla="*/ 6400 w 522276"/>
                <a:gd name="connsiteY11" fmla="*/ 111784 h 293526"/>
                <a:gd name="connsiteX12" fmla="*/ 4138 w 522276"/>
                <a:gd name="connsiteY12" fmla="*/ 114039 h 293526"/>
                <a:gd name="connsiteX13" fmla="*/ 7757 w 522276"/>
                <a:gd name="connsiteY13" fmla="*/ 142901 h 293526"/>
                <a:gd name="connsiteX14" fmla="*/ 199603 w 522276"/>
                <a:gd name="connsiteY14" fmla="*/ 289467 h 293526"/>
                <a:gd name="connsiteX15" fmla="*/ 209557 w 522276"/>
                <a:gd name="connsiteY15" fmla="*/ 293526 h 293526"/>
                <a:gd name="connsiteX16" fmla="*/ 209557 w 522276"/>
                <a:gd name="connsiteY16" fmla="*/ 293526 h 293526"/>
                <a:gd name="connsiteX17" fmla="*/ 211367 w 522276"/>
                <a:gd name="connsiteY17" fmla="*/ 293526 h 293526"/>
                <a:gd name="connsiteX18" fmla="*/ 213177 w 522276"/>
                <a:gd name="connsiteY18" fmla="*/ 293526 h 293526"/>
                <a:gd name="connsiteX19" fmla="*/ 214987 w 522276"/>
                <a:gd name="connsiteY19" fmla="*/ 293526 h 293526"/>
                <a:gd name="connsiteX20" fmla="*/ 214987 w 522276"/>
                <a:gd name="connsiteY20" fmla="*/ 293526 h 293526"/>
                <a:gd name="connsiteX21" fmla="*/ 224941 w 522276"/>
                <a:gd name="connsiteY21" fmla="*/ 289467 h 293526"/>
                <a:gd name="connsiteX22" fmla="*/ 514519 w 522276"/>
                <a:gd name="connsiteY22" fmla="*/ 68040 h 293526"/>
                <a:gd name="connsiteX23" fmla="*/ 518139 w 522276"/>
                <a:gd name="connsiteY23" fmla="*/ 39628 h 293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2276" h="293526">
                  <a:moveTo>
                    <a:pt x="518139" y="39628"/>
                  </a:moveTo>
                  <a:lnTo>
                    <a:pt x="518139" y="39628"/>
                  </a:lnTo>
                  <a:cubicBezTo>
                    <a:pt x="511352" y="30609"/>
                    <a:pt x="498231" y="28805"/>
                    <a:pt x="489181" y="36020"/>
                  </a:cubicBezTo>
                  <a:lnTo>
                    <a:pt x="212272" y="247527"/>
                  </a:lnTo>
                  <a:lnTo>
                    <a:pt x="54361" y="126666"/>
                  </a:lnTo>
                  <a:lnTo>
                    <a:pt x="171550" y="36922"/>
                  </a:lnTo>
                  <a:cubicBezTo>
                    <a:pt x="180599" y="30158"/>
                    <a:pt x="182409" y="17080"/>
                    <a:pt x="175170" y="8060"/>
                  </a:cubicBezTo>
                  <a:cubicBezTo>
                    <a:pt x="168383" y="-959"/>
                    <a:pt x="155261" y="-2763"/>
                    <a:pt x="146212" y="4452"/>
                  </a:cubicBezTo>
                  <a:lnTo>
                    <a:pt x="7757" y="110431"/>
                  </a:lnTo>
                  <a:lnTo>
                    <a:pt x="7757" y="110431"/>
                  </a:lnTo>
                  <a:cubicBezTo>
                    <a:pt x="7305" y="110882"/>
                    <a:pt x="6852" y="111333"/>
                    <a:pt x="6400" y="111784"/>
                  </a:cubicBezTo>
                  <a:lnTo>
                    <a:pt x="6400" y="111784"/>
                  </a:lnTo>
                  <a:cubicBezTo>
                    <a:pt x="5495" y="112686"/>
                    <a:pt x="5042" y="113137"/>
                    <a:pt x="4138" y="114039"/>
                  </a:cubicBezTo>
                  <a:cubicBezTo>
                    <a:pt x="-2649" y="123058"/>
                    <a:pt x="-840" y="135686"/>
                    <a:pt x="7757" y="142901"/>
                  </a:cubicBezTo>
                  <a:lnTo>
                    <a:pt x="199603" y="289467"/>
                  </a:lnTo>
                  <a:cubicBezTo>
                    <a:pt x="202318" y="291722"/>
                    <a:pt x="205937" y="293075"/>
                    <a:pt x="209557" y="293526"/>
                  </a:cubicBezTo>
                  <a:lnTo>
                    <a:pt x="209557" y="293526"/>
                  </a:lnTo>
                  <a:lnTo>
                    <a:pt x="211367" y="293526"/>
                  </a:lnTo>
                  <a:lnTo>
                    <a:pt x="213177" y="293526"/>
                  </a:lnTo>
                  <a:lnTo>
                    <a:pt x="214987" y="293526"/>
                  </a:lnTo>
                  <a:lnTo>
                    <a:pt x="214987" y="293526"/>
                  </a:lnTo>
                  <a:cubicBezTo>
                    <a:pt x="218606" y="293075"/>
                    <a:pt x="221774" y="291722"/>
                    <a:pt x="224941" y="289467"/>
                  </a:cubicBezTo>
                  <a:lnTo>
                    <a:pt x="514519" y="68040"/>
                  </a:lnTo>
                  <a:cubicBezTo>
                    <a:pt x="523116" y="61275"/>
                    <a:pt x="524926" y="48648"/>
                    <a:pt x="518139" y="3962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F18A5527-FBE2-4847-89F9-065E0D6D514F}"/>
              </a:ext>
            </a:extLst>
          </p:cNvPr>
          <p:cNvSpPr txBox="1">
            <a:spLocks/>
          </p:cNvSpPr>
          <p:nvPr userDrawn="1"/>
        </p:nvSpPr>
        <p:spPr>
          <a:xfrm>
            <a:off x="3211409" y="6493502"/>
            <a:ext cx="2884592" cy="18069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r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2542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Raleway" panose="020B0503030101060003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65137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Courier New" panose="02070309020205020404" pitchFamily="49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75" b="0" i="0" spc="300" dirty="0">
                <a:solidFill>
                  <a:srgbClr val="9798A5">
                    <a:alpha val="75000"/>
                  </a:srgbClr>
                </a:solidFill>
                <a:latin typeface="Raleway" panose="020B0003030101060003" pitchFamily="34" charset="0"/>
              </a:rPr>
              <a:t>| A HINDUJA GROUP COMPANY</a:t>
            </a:r>
          </a:p>
        </p:txBody>
      </p:sp>
    </p:spTree>
    <p:extLst>
      <p:ext uri="{BB962C8B-B14F-4D97-AF65-F5344CB8AC3E}">
        <p14:creationId xmlns:p14="http://schemas.microsoft.com/office/powerpoint/2010/main" val="65107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BKGD 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A20456-50AF-5246-B423-45ACC68243C7}"/>
              </a:ext>
            </a:extLst>
          </p:cNvPr>
          <p:cNvCxnSpPr>
            <a:cxnSpLocks/>
          </p:cNvCxnSpPr>
          <p:nvPr userDrawn="1"/>
        </p:nvCxnSpPr>
        <p:spPr>
          <a:xfrm>
            <a:off x="787024" y="4121181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C5152D33-FD11-A34C-8FD3-9D0AE20408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2285265"/>
            <a:ext cx="4521948" cy="2527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(Category tag or date)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D74C460-1615-2E4A-AE71-073B2F5E04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370184"/>
            <a:ext cx="7790919" cy="49244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Raleway ExtraBold" panose="020B0003030101060003" pitchFamily="34" charset="0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page title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2B9588-93A9-484E-8477-DDDF18FD38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4398300"/>
            <a:ext cx="7790919" cy="33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100"/>
              </a:spcAft>
              <a:buNone/>
              <a:defRPr sz="20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grpSp>
        <p:nvGrpSpPr>
          <p:cNvPr id="10" name="Graphic 17">
            <a:extLst>
              <a:ext uri="{FF2B5EF4-FFF2-40B4-BE49-F238E27FC236}">
                <a16:creationId xmlns:a16="http://schemas.microsoft.com/office/drawing/2014/main" id="{82E5B247-D7F5-154F-990D-D7639EAA6296}"/>
              </a:ext>
            </a:extLst>
          </p:cNvPr>
          <p:cNvGrpSpPr/>
          <p:nvPr userDrawn="1"/>
        </p:nvGrpSpPr>
        <p:grpSpPr>
          <a:xfrm>
            <a:off x="786989" y="1035574"/>
            <a:ext cx="1964189" cy="625048"/>
            <a:chOff x="786989" y="1035574"/>
            <a:chExt cx="1964189" cy="625048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2292D90-5552-C449-B29F-1C6F310649FF}"/>
                </a:ext>
              </a:extLst>
            </p:cNvPr>
            <p:cNvSpPr/>
            <p:nvPr/>
          </p:nvSpPr>
          <p:spPr>
            <a:xfrm>
              <a:off x="1554406" y="1035574"/>
              <a:ext cx="332113" cy="512756"/>
            </a:xfrm>
            <a:custGeom>
              <a:avLst/>
              <a:gdLst>
                <a:gd name="connsiteX0" fmla="*/ 174199 w 332113"/>
                <a:gd name="connsiteY0" fmla="*/ 167762 h 512756"/>
                <a:gd name="connsiteX1" fmla="*/ 63345 w 332113"/>
                <a:gd name="connsiteY1" fmla="*/ 167762 h 512756"/>
                <a:gd name="connsiteX2" fmla="*/ 63345 w 332113"/>
                <a:gd name="connsiteY2" fmla="*/ 31568 h 512756"/>
                <a:gd name="connsiteX3" fmla="*/ 63345 w 332113"/>
                <a:gd name="connsiteY3" fmla="*/ 31568 h 512756"/>
                <a:gd name="connsiteX4" fmla="*/ 31673 w 332113"/>
                <a:gd name="connsiteY4" fmla="*/ 0 h 512756"/>
                <a:gd name="connsiteX5" fmla="*/ 0 w 332113"/>
                <a:gd name="connsiteY5" fmla="*/ 31568 h 512756"/>
                <a:gd name="connsiteX6" fmla="*/ 0 w 332113"/>
                <a:gd name="connsiteY6" fmla="*/ 31568 h 512756"/>
                <a:gd name="connsiteX7" fmla="*/ 0 w 332113"/>
                <a:gd name="connsiteY7" fmla="*/ 480737 h 512756"/>
                <a:gd name="connsiteX8" fmla="*/ 31673 w 332113"/>
                <a:gd name="connsiteY8" fmla="*/ 512306 h 512756"/>
                <a:gd name="connsiteX9" fmla="*/ 63345 w 332113"/>
                <a:gd name="connsiteY9" fmla="*/ 480737 h 512756"/>
                <a:gd name="connsiteX10" fmla="*/ 63345 w 332113"/>
                <a:gd name="connsiteY10" fmla="*/ 228192 h 512756"/>
                <a:gd name="connsiteX11" fmla="*/ 174199 w 332113"/>
                <a:gd name="connsiteY11" fmla="*/ 228192 h 512756"/>
                <a:gd name="connsiteX12" fmla="*/ 268765 w 332113"/>
                <a:gd name="connsiteY12" fmla="*/ 304858 h 512756"/>
                <a:gd name="connsiteX13" fmla="*/ 268765 w 332113"/>
                <a:gd name="connsiteY13" fmla="*/ 481188 h 512756"/>
                <a:gd name="connsiteX14" fmla="*/ 268765 w 332113"/>
                <a:gd name="connsiteY14" fmla="*/ 481188 h 512756"/>
                <a:gd name="connsiteX15" fmla="*/ 300437 w 332113"/>
                <a:gd name="connsiteY15" fmla="*/ 512757 h 512756"/>
                <a:gd name="connsiteX16" fmla="*/ 332110 w 332113"/>
                <a:gd name="connsiteY16" fmla="*/ 481188 h 512756"/>
                <a:gd name="connsiteX17" fmla="*/ 332110 w 332113"/>
                <a:gd name="connsiteY17" fmla="*/ 304858 h 512756"/>
                <a:gd name="connsiteX18" fmla="*/ 174199 w 332113"/>
                <a:gd name="connsiteY18" fmla="*/ 167762 h 512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2113" h="512756">
                  <a:moveTo>
                    <a:pt x="174199" y="167762"/>
                  </a:moveTo>
                  <a:lnTo>
                    <a:pt x="63345" y="167762"/>
                  </a:lnTo>
                  <a:lnTo>
                    <a:pt x="63345" y="31568"/>
                  </a:lnTo>
                  <a:lnTo>
                    <a:pt x="63345" y="31568"/>
                  </a:lnTo>
                  <a:cubicBezTo>
                    <a:pt x="63345" y="13980"/>
                    <a:pt x="49319" y="0"/>
                    <a:pt x="31673" y="0"/>
                  </a:cubicBezTo>
                  <a:cubicBezTo>
                    <a:pt x="14026" y="0"/>
                    <a:pt x="0" y="13980"/>
                    <a:pt x="0" y="31568"/>
                  </a:cubicBezTo>
                  <a:lnTo>
                    <a:pt x="0" y="31568"/>
                  </a:lnTo>
                  <a:lnTo>
                    <a:pt x="0" y="480737"/>
                  </a:lnTo>
                  <a:cubicBezTo>
                    <a:pt x="0" y="498325"/>
                    <a:pt x="14026" y="512306"/>
                    <a:pt x="31673" y="512306"/>
                  </a:cubicBezTo>
                  <a:cubicBezTo>
                    <a:pt x="49319" y="512306"/>
                    <a:pt x="63345" y="498325"/>
                    <a:pt x="63345" y="480737"/>
                  </a:cubicBezTo>
                  <a:lnTo>
                    <a:pt x="63345" y="228192"/>
                  </a:lnTo>
                  <a:lnTo>
                    <a:pt x="174199" y="228192"/>
                  </a:lnTo>
                  <a:cubicBezTo>
                    <a:pt x="239807" y="228192"/>
                    <a:pt x="268765" y="256604"/>
                    <a:pt x="268765" y="304858"/>
                  </a:cubicBezTo>
                  <a:lnTo>
                    <a:pt x="268765" y="481188"/>
                  </a:lnTo>
                  <a:lnTo>
                    <a:pt x="268765" y="481188"/>
                  </a:lnTo>
                  <a:cubicBezTo>
                    <a:pt x="268765" y="498776"/>
                    <a:pt x="282791" y="512757"/>
                    <a:pt x="300437" y="512757"/>
                  </a:cubicBezTo>
                  <a:cubicBezTo>
                    <a:pt x="318084" y="512757"/>
                    <a:pt x="332110" y="498776"/>
                    <a:pt x="332110" y="481188"/>
                  </a:cubicBezTo>
                  <a:lnTo>
                    <a:pt x="332110" y="304858"/>
                  </a:lnTo>
                  <a:cubicBezTo>
                    <a:pt x="332563" y="218722"/>
                    <a:pt x="280529" y="167762"/>
                    <a:pt x="174199" y="16776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83F23D6-1F12-2D4A-9867-A11D3F7BFFC8}"/>
                </a:ext>
              </a:extLst>
            </p:cNvPr>
            <p:cNvSpPr/>
            <p:nvPr/>
          </p:nvSpPr>
          <p:spPr>
            <a:xfrm>
              <a:off x="1959363" y="1206943"/>
              <a:ext cx="350208" cy="453679"/>
            </a:xfrm>
            <a:custGeom>
              <a:avLst/>
              <a:gdLst>
                <a:gd name="connsiteX0" fmla="*/ 230758 w 350208"/>
                <a:gd name="connsiteY0" fmla="*/ 0 h 453679"/>
                <a:gd name="connsiteX1" fmla="*/ 140717 w 350208"/>
                <a:gd name="connsiteY1" fmla="*/ 0 h 453679"/>
                <a:gd name="connsiteX2" fmla="*/ 0 w 350208"/>
                <a:gd name="connsiteY2" fmla="*/ 154684 h 453679"/>
                <a:gd name="connsiteX3" fmla="*/ 140717 w 350208"/>
                <a:gd name="connsiteY3" fmla="*/ 310270 h 453679"/>
                <a:gd name="connsiteX4" fmla="*/ 284149 w 350208"/>
                <a:gd name="connsiteY4" fmla="*/ 310270 h 453679"/>
                <a:gd name="connsiteX5" fmla="*/ 284149 w 350208"/>
                <a:gd name="connsiteY5" fmla="*/ 325152 h 453679"/>
                <a:gd name="connsiteX6" fmla="*/ 219446 w 350208"/>
                <a:gd name="connsiteY6" fmla="*/ 390994 h 453679"/>
                <a:gd name="connsiteX7" fmla="*/ 33482 w 350208"/>
                <a:gd name="connsiteY7" fmla="*/ 390994 h 453679"/>
                <a:gd name="connsiteX8" fmla="*/ 905 w 350208"/>
                <a:gd name="connsiteY8" fmla="*/ 421209 h 453679"/>
                <a:gd name="connsiteX9" fmla="*/ 31220 w 350208"/>
                <a:gd name="connsiteY9" fmla="*/ 453679 h 453679"/>
                <a:gd name="connsiteX10" fmla="*/ 33482 w 350208"/>
                <a:gd name="connsiteY10" fmla="*/ 453679 h 453679"/>
                <a:gd name="connsiteX11" fmla="*/ 227138 w 350208"/>
                <a:gd name="connsiteY11" fmla="*/ 453679 h 453679"/>
                <a:gd name="connsiteX12" fmla="*/ 350209 w 350208"/>
                <a:gd name="connsiteY12" fmla="*/ 325603 h 453679"/>
                <a:gd name="connsiteX13" fmla="*/ 350209 w 350208"/>
                <a:gd name="connsiteY13" fmla="*/ 138449 h 453679"/>
                <a:gd name="connsiteX14" fmla="*/ 230758 w 350208"/>
                <a:gd name="connsiteY14" fmla="*/ 0 h 453679"/>
                <a:gd name="connsiteX15" fmla="*/ 284149 w 350208"/>
                <a:gd name="connsiteY15" fmla="*/ 251192 h 453679"/>
                <a:gd name="connsiteX16" fmla="*/ 147051 w 350208"/>
                <a:gd name="connsiteY16" fmla="*/ 251192 h 453679"/>
                <a:gd name="connsiteX17" fmla="*/ 65608 w 350208"/>
                <a:gd name="connsiteY17" fmla="*/ 156939 h 453679"/>
                <a:gd name="connsiteX18" fmla="*/ 147051 w 350208"/>
                <a:gd name="connsiteY18" fmla="*/ 62685 h 453679"/>
                <a:gd name="connsiteX19" fmla="*/ 211754 w 350208"/>
                <a:gd name="connsiteY19" fmla="*/ 62685 h 453679"/>
                <a:gd name="connsiteX20" fmla="*/ 284149 w 350208"/>
                <a:gd name="connsiteY20" fmla="*/ 137998 h 453679"/>
                <a:gd name="connsiteX21" fmla="*/ 284149 w 350208"/>
                <a:gd name="connsiteY21" fmla="*/ 251192 h 45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0208" h="453679">
                  <a:moveTo>
                    <a:pt x="230758" y="0"/>
                  </a:moveTo>
                  <a:lnTo>
                    <a:pt x="140717" y="0"/>
                  </a:lnTo>
                  <a:cubicBezTo>
                    <a:pt x="53843" y="0"/>
                    <a:pt x="0" y="50058"/>
                    <a:pt x="0" y="154684"/>
                  </a:cubicBezTo>
                  <a:cubicBezTo>
                    <a:pt x="0" y="259310"/>
                    <a:pt x="54296" y="310270"/>
                    <a:pt x="140717" y="310270"/>
                  </a:cubicBezTo>
                  <a:lnTo>
                    <a:pt x="284149" y="310270"/>
                  </a:lnTo>
                  <a:lnTo>
                    <a:pt x="284149" y="325152"/>
                  </a:lnTo>
                  <a:cubicBezTo>
                    <a:pt x="284149" y="371602"/>
                    <a:pt x="268312" y="390994"/>
                    <a:pt x="219446" y="390994"/>
                  </a:cubicBezTo>
                  <a:lnTo>
                    <a:pt x="33482" y="390994"/>
                  </a:lnTo>
                  <a:cubicBezTo>
                    <a:pt x="16289" y="390543"/>
                    <a:pt x="1357" y="403621"/>
                    <a:pt x="905" y="421209"/>
                  </a:cubicBezTo>
                  <a:cubicBezTo>
                    <a:pt x="452" y="438346"/>
                    <a:pt x="13574" y="453228"/>
                    <a:pt x="31220" y="453679"/>
                  </a:cubicBezTo>
                  <a:cubicBezTo>
                    <a:pt x="32125" y="453679"/>
                    <a:pt x="33030" y="453679"/>
                    <a:pt x="33482" y="453679"/>
                  </a:cubicBezTo>
                  <a:lnTo>
                    <a:pt x="227138" y="453679"/>
                  </a:lnTo>
                  <a:cubicBezTo>
                    <a:pt x="318084" y="453679"/>
                    <a:pt x="350209" y="417601"/>
                    <a:pt x="350209" y="325603"/>
                  </a:cubicBezTo>
                  <a:lnTo>
                    <a:pt x="350209" y="138449"/>
                  </a:lnTo>
                  <a:cubicBezTo>
                    <a:pt x="349756" y="45097"/>
                    <a:pt x="308129" y="0"/>
                    <a:pt x="230758" y="0"/>
                  </a:cubicBezTo>
                  <a:close/>
                  <a:moveTo>
                    <a:pt x="284149" y="251192"/>
                  </a:moveTo>
                  <a:lnTo>
                    <a:pt x="147051" y="251192"/>
                  </a:lnTo>
                  <a:cubicBezTo>
                    <a:pt x="90946" y="251192"/>
                    <a:pt x="65608" y="222781"/>
                    <a:pt x="65608" y="156939"/>
                  </a:cubicBezTo>
                  <a:cubicBezTo>
                    <a:pt x="65608" y="91097"/>
                    <a:pt x="90946" y="62685"/>
                    <a:pt x="147051" y="62685"/>
                  </a:cubicBezTo>
                  <a:lnTo>
                    <a:pt x="211754" y="62685"/>
                  </a:lnTo>
                  <a:cubicBezTo>
                    <a:pt x="263788" y="62685"/>
                    <a:pt x="284149" y="85234"/>
                    <a:pt x="284149" y="137998"/>
                  </a:cubicBezTo>
                  <a:lnTo>
                    <a:pt x="284149" y="251192"/>
                  </a:ln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2BE022B-8EB0-904B-B98C-450BA1965D6E}"/>
                </a:ext>
              </a:extLst>
            </p:cNvPr>
            <p:cNvSpPr/>
            <p:nvPr/>
          </p:nvSpPr>
          <p:spPr>
            <a:xfrm>
              <a:off x="2384641" y="1206943"/>
              <a:ext cx="366537" cy="341837"/>
            </a:xfrm>
            <a:custGeom>
              <a:avLst/>
              <a:gdLst>
                <a:gd name="connsiteX0" fmla="*/ 143924 w 366537"/>
                <a:gd name="connsiteY0" fmla="*/ 65842 h 341837"/>
                <a:gd name="connsiteX1" fmla="*/ 333508 w 366537"/>
                <a:gd name="connsiteY1" fmla="*/ 65842 h 341837"/>
                <a:gd name="connsiteX2" fmla="*/ 366538 w 366537"/>
                <a:gd name="connsiteY2" fmla="*/ 32921 h 341837"/>
                <a:gd name="connsiteX3" fmla="*/ 333508 w 366537"/>
                <a:gd name="connsiteY3" fmla="*/ 0 h 341837"/>
                <a:gd name="connsiteX4" fmla="*/ 333508 w 366537"/>
                <a:gd name="connsiteY4" fmla="*/ 0 h 341837"/>
                <a:gd name="connsiteX5" fmla="*/ 143472 w 366537"/>
                <a:gd name="connsiteY5" fmla="*/ 0 h 341837"/>
                <a:gd name="connsiteX6" fmla="*/ 31713 w 366537"/>
                <a:gd name="connsiteY6" fmla="*/ 99665 h 341837"/>
                <a:gd name="connsiteX7" fmla="*/ 149807 w 366537"/>
                <a:gd name="connsiteY7" fmla="*/ 199330 h 341837"/>
                <a:gd name="connsiteX8" fmla="*/ 230798 w 366537"/>
                <a:gd name="connsiteY8" fmla="*/ 199330 h 341837"/>
                <a:gd name="connsiteX9" fmla="*/ 279664 w 366537"/>
                <a:gd name="connsiteY9" fmla="*/ 237663 h 341837"/>
                <a:gd name="connsiteX10" fmla="*/ 234870 w 366537"/>
                <a:gd name="connsiteY10" fmla="*/ 275094 h 341837"/>
                <a:gd name="connsiteX11" fmla="*/ 34880 w 366537"/>
                <a:gd name="connsiteY11" fmla="*/ 275094 h 341837"/>
                <a:gd name="connsiteX12" fmla="*/ 40 w 366537"/>
                <a:gd name="connsiteY12" fmla="*/ 307113 h 341837"/>
                <a:gd name="connsiteX13" fmla="*/ 32165 w 366537"/>
                <a:gd name="connsiteY13" fmla="*/ 341838 h 341837"/>
                <a:gd name="connsiteX14" fmla="*/ 34428 w 366537"/>
                <a:gd name="connsiteY14" fmla="*/ 341838 h 341837"/>
                <a:gd name="connsiteX15" fmla="*/ 234870 w 366537"/>
                <a:gd name="connsiteY15" fmla="*/ 341838 h 341837"/>
                <a:gd name="connsiteX16" fmla="*/ 347082 w 366537"/>
                <a:gd name="connsiteY16" fmla="*/ 238114 h 341837"/>
                <a:gd name="connsiteX17" fmla="*/ 228536 w 366537"/>
                <a:gd name="connsiteY17" fmla="*/ 141606 h 341837"/>
                <a:gd name="connsiteX18" fmla="*/ 147997 w 366537"/>
                <a:gd name="connsiteY18" fmla="*/ 141606 h 341837"/>
                <a:gd name="connsiteX19" fmla="*/ 99130 w 366537"/>
                <a:gd name="connsiteY19" fmla="*/ 104626 h 341837"/>
                <a:gd name="connsiteX20" fmla="*/ 143924 w 366537"/>
                <a:gd name="connsiteY20" fmla="*/ 65842 h 34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537" h="341837">
                  <a:moveTo>
                    <a:pt x="143924" y="65842"/>
                  </a:moveTo>
                  <a:lnTo>
                    <a:pt x="333508" y="65842"/>
                  </a:lnTo>
                  <a:cubicBezTo>
                    <a:pt x="351606" y="65842"/>
                    <a:pt x="366538" y="50960"/>
                    <a:pt x="366538" y="32921"/>
                  </a:cubicBezTo>
                  <a:cubicBezTo>
                    <a:pt x="366538" y="14882"/>
                    <a:pt x="351606" y="0"/>
                    <a:pt x="333508" y="0"/>
                  </a:cubicBezTo>
                  <a:cubicBezTo>
                    <a:pt x="333508" y="0"/>
                    <a:pt x="333508" y="0"/>
                    <a:pt x="333508" y="0"/>
                  </a:cubicBezTo>
                  <a:lnTo>
                    <a:pt x="143472" y="0"/>
                  </a:lnTo>
                  <a:cubicBezTo>
                    <a:pt x="63838" y="0"/>
                    <a:pt x="31713" y="38333"/>
                    <a:pt x="31713" y="99665"/>
                  </a:cubicBezTo>
                  <a:cubicBezTo>
                    <a:pt x="31713" y="151978"/>
                    <a:pt x="55241" y="199330"/>
                    <a:pt x="149807" y="199330"/>
                  </a:cubicBezTo>
                  <a:lnTo>
                    <a:pt x="230798" y="199330"/>
                  </a:lnTo>
                  <a:cubicBezTo>
                    <a:pt x="265185" y="199330"/>
                    <a:pt x="279664" y="210154"/>
                    <a:pt x="279664" y="237663"/>
                  </a:cubicBezTo>
                  <a:cubicBezTo>
                    <a:pt x="279664" y="265172"/>
                    <a:pt x="266543" y="275094"/>
                    <a:pt x="234870" y="275094"/>
                  </a:cubicBezTo>
                  <a:lnTo>
                    <a:pt x="34880" y="275094"/>
                  </a:lnTo>
                  <a:cubicBezTo>
                    <a:pt x="16329" y="274192"/>
                    <a:pt x="945" y="288623"/>
                    <a:pt x="40" y="307113"/>
                  </a:cubicBezTo>
                  <a:cubicBezTo>
                    <a:pt x="-865" y="325603"/>
                    <a:pt x="13614" y="340936"/>
                    <a:pt x="32165" y="341838"/>
                  </a:cubicBezTo>
                  <a:cubicBezTo>
                    <a:pt x="33070" y="341838"/>
                    <a:pt x="33975" y="341838"/>
                    <a:pt x="34428" y="341838"/>
                  </a:cubicBezTo>
                  <a:lnTo>
                    <a:pt x="234870" y="341838"/>
                  </a:lnTo>
                  <a:cubicBezTo>
                    <a:pt x="315409" y="341838"/>
                    <a:pt x="347082" y="298995"/>
                    <a:pt x="347082" y="238114"/>
                  </a:cubicBezTo>
                  <a:cubicBezTo>
                    <a:pt x="347082" y="184899"/>
                    <a:pt x="323101" y="141606"/>
                    <a:pt x="228536" y="141606"/>
                  </a:cubicBezTo>
                  <a:lnTo>
                    <a:pt x="147997" y="141606"/>
                  </a:lnTo>
                  <a:cubicBezTo>
                    <a:pt x="109537" y="141606"/>
                    <a:pt x="99130" y="128527"/>
                    <a:pt x="99130" y="104626"/>
                  </a:cubicBezTo>
                  <a:cubicBezTo>
                    <a:pt x="99130" y="78469"/>
                    <a:pt x="112252" y="65842"/>
                    <a:pt x="143924" y="6584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CCE1390-1C25-8C43-B527-9F6EAC6F51B9}"/>
                </a:ext>
              </a:extLst>
            </p:cNvPr>
            <p:cNvSpPr/>
            <p:nvPr/>
          </p:nvSpPr>
          <p:spPr>
            <a:xfrm>
              <a:off x="788438" y="1133821"/>
              <a:ext cx="331090" cy="262474"/>
            </a:xfrm>
            <a:custGeom>
              <a:avLst/>
              <a:gdLst>
                <a:gd name="connsiteX0" fmla="*/ 297213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33425 w 331090"/>
                <a:gd name="connsiteY3" fmla="*/ 258022 h 262474"/>
                <a:gd name="connsiteX4" fmla="*/ 323003 w 331090"/>
                <a:gd name="connsiteY4" fmla="*/ 36594 h 262474"/>
                <a:gd name="connsiteX5" fmla="*/ 326623 w 331090"/>
                <a:gd name="connsiteY5" fmla="*/ 7732 h 262474"/>
                <a:gd name="connsiteX6" fmla="*/ 326623 w 331090"/>
                <a:gd name="connsiteY6" fmla="*/ 7732 h 262474"/>
                <a:gd name="connsiteX7" fmla="*/ 297213 w 331090"/>
                <a:gd name="connsiteY7" fmla="*/ 4124 h 262474"/>
                <a:gd name="connsiteX8" fmla="*/ 297213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213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cubicBezTo>
                    <a:pt x="11707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lnTo>
                    <a:pt x="326623" y="7732"/>
                  </a:lnTo>
                  <a:cubicBezTo>
                    <a:pt x="319384" y="-837"/>
                    <a:pt x="306714" y="-2641"/>
                    <a:pt x="297213" y="4124"/>
                  </a:cubicBezTo>
                  <a:cubicBezTo>
                    <a:pt x="297213" y="4124"/>
                    <a:pt x="297213" y="4124"/>
                    <a:pt x="297213" y="4124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C1F7058-3078-DC41-B60E-185BD72E131D}"/>
                </a:ext>
              </a:extLst>
            </p:cNvPr>
            <p:cNvSpPr/>
            <p:nvPr/>
          </p:nvSpPr>
          <p:spPr>
            <a:xfrm>
              <a:off x="788438" y="1213765"/>
              <a:ext cx="354288" cy="280841"/>
            </a:xfrm>
            <a:custGeom>
              <a:avLst/>
              <a:gdLst>
                <a:gd name="connsiteX0" fmla="*/ 350151 w 354288"/>
                <a:gd name="connsiteY0" fmla="*/ 8060 h 280841"/>
                <a:gd name="connsiteX1" fmla="*/ 321193 w 354288"/>
                <a:gd name="connsiteY1" fmla="*/ 4452 h 280841"/>
                <a:gd name="connsiteX2" fmla="*/ 8087 w 354288"/>
                <a:gd name="connsiteY2" fmla="*/ 243919 h 280841"/>
                <a:gd name="connsiteX3" fmla="*/ 4467 w 354288"/>
                <a:gd name="connsiteY3" fmla="*/ 272781 h 280841"/>
                <a:gd name="connsiteX4" fmla="*/ 33425 w 354288"/>
                <a:gd name="connsiteY4" fmla="*/ 276389 h 280841"/>
                <a:gd name="connsiteX5" fmla="*/ 346531 w 354288"/>
                <a:gd name="connsiteY5" fmla="*/ 36922 h 280841"/>
                <a:gd name="connsiteX6" fmla="*/ 350151 w 354288"/>
                <a:gd name="connsiteY6" fmla="*/ 8060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288" h="280841">
                  <a:moveTo>
                    <a:pt x="350151" y="8060"/>
                  </a:moveTo>
                  <a:cubicBezTo>
                    <a:pt x="343364" y="-959"/>
                    <a:pt x="330243" y="-2763"/>
                    <a:pt x="321193" y="4452"/>
                  </a:cubicBezTo>
                  <a:lnTo>
                    <a:pt x="8087" y="243919"/>
                  </a:lnTo>
                  <a:cubicBezTo>
                    <a:pt x="-963" y="250684"/>
                    <a:pt x="-2772" y="263762"/>
                    <a:pt x="4467" y="272781"/>
                  </a:cubicBezTo>
                  <a:cubicBezTo>
                    <a:pt x="11254" y="281801"/>
                    <a:pt x="24376" y="283605"/>
                    <a:pt x="33425" y="276389"/>
                  </a:cubicBezTo>
                  <a:lnTo>
                    <a:pt x="346531" y="36922"/>
                  </a:lnTo>
                  <a:cubicBezTo>
                    <a:pt x="355128" y="30158"/>
                    <a:pt x="356938" y="17080"/>
                    <a:pt x="350151" y="8060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A776A8B-A4AA-0E42-94E6-ABC4444B8A9F}"/>
                </a:ext>
              </a:extLst>
            </p:cNvPr>
            <p:cNvSpPr/>
            <p:nvPr/>
          </p:nvSpPr>
          <p:spPr>
            <a:xfrm>
              <a:off x="786989" y="1036025"/>
              <a:ext cx="521792" cy="294296"/>
            </a:xfrm>
            <a:custGeom>
              <a:avLst/>
              <a:gdLst>
                <a:gd name="connsiteX0" fmla="*/ 4106 w 521792"/>
                <a:gd name="connsiteY0" fmla="*/ 254349 h 294296"/>
                <a:gd name="connsiteX1" fmla="*/ 33064 w 521792"/>
                <a:gd name="connsiteY1" fmla="*/ 257957 h 294296"/>
                <a:gd name="connsiteX2" fmla="*/ 33064 w 521792"/>
                <a:gd name="connsiteY2" fmla="*/ 257957 h 294296"/>
                <a:gd name="connsiteX3" fmla="*/ 309973 w 521792"/>
                <a:gd name="connsiteY3" fmla="*/ 46450 h 294296"/>
                <a:gd name="connsiteX4" fmla="*/ 467884 w 521792"/>
                <a:gd name="connsiteY4" fmla="*/ 166860 h 294296"/>
                <a:gd name="connsiteX5" fmla="*/ 350695 w 521792"/>
                <a:gd name="connsiteY5" fmla="*/ 256604 h 294296"/>
                <a:gd name="connsiteX6" fmla="*/ 344813 w 521792"/>
                <a:gd name="connsiteY6" fmla="*/ 285015 h 294296"/>
                <a:gd name="connsiteX7" fmla="*/ 373319 w 521792"/>
                <a:gd name="connsiteY7" fmla="*/ 290878 h 294296"/>
                <a:gd name="connsiteX8" fmla="*/ 375581 w 521792"/>
                <a:gd name="connsiteY8" fmla="*/ 289074 h 294296"/>
                <a:gd name="connsiteX9" fmla="*/ 514036 w 521792"/>
                <a:gd name="connsiteY9" fmla="*/ 183095 h 294296"/>
                <a:gd name="connsiteX10" fmla="*/ 514036 w 521792"/>
                <a:gd name="connsiteY10" fmla="*/ 183095 h 294296"/>
                <a:gd name="connsiteX11" fmla="*/ 515393 w 521792"/>
                <a:gd name="connsiteY11" fmla="*/ 181742 h 294296"/>
                <a:gd name="connsiteX12" fmla="*/ 515393 w 521792"/>
                <a:gd name="connsiteY12" fmla="*/ 181742 h 294296"/>
                <a:gd name="connsiteX13" fmla="*/ 517655 w 521792"/>
                <a:gd name="connsiteY13" fmla="*/ 179487 h 294296"/>
                <a:gd name="connsiteX14" fmla="*/ 514036 w 521792"/>
                <a:gd name="connsiteY14" fmla="*/ 150625 h 294296"/>
                <a:gd name="connsiteX15" fmla="*/ 322642 w 521792"/>
                <a:gd name="connsiteY15" fmla="*/ 4059 h 294296"/>
                <a:gd name="connsiteX16" fmla="*/ 312688 w 521792"/>
                <a:gd name="connsiteY16" fmla="*/ 0 h 294296"/>
                <a:gd name="connsiteX17" fmla="*/ 312688 w 521792"/>
                <a:gd name="connsiteY17" fmla="*/ 0 h 294296"/>
                <a:gd name="connsiteX18" fmla="*/ 310878 w 521792"/>
                <a:gd name="connsiteY18" fmla="*/ 0 h 294296"/>
                <a:gd name="connsiteX19" fmla="*/ 309068 w 521792"/>
                <a:gd name="connsiteY19" fmla="*/ 0 h 294296"/>
                <a:gd name="connsiteX20" fmla="*/ 307711 w 521792"/>
                <a:gd name="connsiteY20" fmla="*/ 0 h 294296"/>
                <a:gd name="connsiteX21" fmla="*/ 307711 w 521792"/>
                <a:gd name="connsiteY21" fmla="*/ 0 h 294296"/>
                <a:gd name="connsiteX22" fmla="*/ 297757 w 521792"/>
                <a:gd name="connsiteY22" fmla="*/ 4059 h 294296"/>
                <a:gd name="connsiteX23" fmla="*/ 8178 w 521792"/>
                <a:gd name="connsiteY23" fmla="*/ 225487 h 294296"/>
                <a:gd name="connsiteX24" fmla="*/ 4106 w 521792"/>
                <a:gd name="connsiteY24" fmla="*/ 254349 h 294296"/>
                <a:gd name="connsiteX25" fmla="*/ 4106 w 521792"/>
                <a:gd name="connsiteY25" fmla="*/ 254349 h 29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1792" h="294296">
                  <a:moveTo>
                    <a:pt x="4106" y="254349"/>
                  </a:moveTo>
                  <a:cubicBezTo>
                    <a:pt x="10893" y="263368"/>
                    <a:pt x="24015" y="265172"/>
                    <a:pt x="33064" y="257957"/>
                  </a:cubicBezTo>
                  <a:cubicBezTo>
                    <a:pt x="33064" y="257957"/>
                    <a:pt x="33064" y="257957"/>
                    <a:pt x="33064" y="257957"/>
                  </a:cubicBezTo>
                  <a:lnTo>
                    <a:pt x="309973" y="46450"/>
                  </a:lnTo>
                  <a:lnTo>
                    <a:pt x="467884" y="166860"/>
                  </a:lnTo>
                  <a:lnTo>
                    <a:pt x="350695" y="256604"/>
                  </a:lnTo>
                  <a:cubicBezTo>
                    <a:pt x="341194" y="262917"/>
                    <a:pt x="338479" y="275545"/>
                    <a:pt x="344813" y="285015"/>
                  </a:cubicBezTo>
                  <a:cubicBezTo>
                    <a:pt x="351148" y="294486"/>
                    <a:pt x="363817" y="297191"/>
                    <a:pt x="373319" y="290878"/>
                  </a:cubicBezTo>
                  <a:cubicBezTo>
                    <a:pt x="374224" y="290427"/>
                    <a:pt x="375129" y="289525"/>
                    <a:pt x="375581" y="289074"/>
                  </a:cubicBezTo>
                  <a:lnTo>
                    <a:pt x="514036" y="183095"/>
                  </a:lnTo>
                  <a:lnTo>
                    <a:pt x="514036" y="183095"/>
                  </a:lnTo>
                  <a:lnTo>
                    <a:pt x="515393" y="181742"/>
                  </a:lnTo>
                  <a:lnTo>
                    <a:pt x="515393" y="181742"/>
                  </a:lnTo>
                  <a:cubicBezTo>
                    <a:pt x="516298" y="180840"/>
                    <a:pt x="516750" y="180389"/>
                    <a:pt x="517655" y="179487"/>
                  </a:cubicBezTo>
                  <a:cubicBezTo>
                    <a:pt x="524442" y="170468"/>
                    <a:pt x="522632" y="157390"/>
                    <a:pt x="514036" y="150625"/>
                  </a:cubicBezTo>
                  <a:lnTo>
                    <a:pt x="322642" y="4059"/>
                  </a:lnTo>
                  <a:cubicBezTo>
                    <a:pt x="319928" y="1804"/>
                    <a:pt x="316308" y="451"/>
                    <a:pt x="312688" y="0"/>
                  </a:cubicBezTo>
                  <a:lnTo>
                    <a:pt x="312688" y="0"/>
                  </a:lnTo>
                  <a:lnTo>
                    <a:pt x="310878" y="0"/>
                  </a:lnTo>
                  <a:lnTo>
                    <a:pt x="309068" y="0"/>
                  </a:lnTo>
                  <a:lnTo>
                    <a:pt x="307711" y="0"/>
                  </a:lnTo>
                  <a:lnTo>
                    <a:pt x="307711" y="0"/>
                  </a:lnTo>
                  <a:cubicBezTo>
                    <a:pt x="304091" y="451"/>
                    <a:pt x="300924" y="1804"/>
                    <a:pt x="297757" y="4059"/>
                  </a:cubicBezTo>
                  <a:lnTo>
                    <a:pt x="8178" y="225487"/>
                  </a:lnTo>
                  <a:cubicBezTo>
                    <a:pt x="-871" y="232251"/>
                    <a:pt x="-2681" y="245329"/>
                    <a:pt x="4106" y="254349"/>
                  </a:cubicBezTo>
                  <a:cubicBezTo>
                    <a:pt x="4106" y="254349"/>
                    <a:pt x="4106" y="254349"/>
                    <a:pt x="4106" y="254349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8B9CA18B-EB1E-304D-A3E7-B342AA85F148}"/>
                </a:ext>
              </a:extLst>
            </p:cNvPr>
            <p:cNvSpPr/>
            <p:nvPr/>
          </p:nvSpPr>
          <p:spPr>
            <a:xfrm>
              <a:off x="1078922" y="1299779"/>
              <a:ext cx="331090" cy="262474"/>
            </a:xfrm>
            <a:custGeom>
              <a:avLst/>
              <a:gdLst>
                <a:gd name="connsiteX0" fmla="*/ 297665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4467 w 331090"/>
                <a:gd name="connsiteY3" fmla="*/ 254414 h 262474"/>
                <a:gd name="connsiteX4" fmla="*/ 33425 w 331090"/>
                <a:gd name="connsiteY4" fmla="*/ 258022 h 262474"/>
                <a:gd name="connsiteX5" fmla="*/ 323003 w 331090"/>
                <a:gd name="connsiteY5" fmla="*/ 36594 h 262474"/>
                <a:gd name="connsiteX6" fmla="*/ 326623 w 331090"/>
                <a:gd name="connsiteY6" fmla="*/ 7732 h 262474"/>
                <a:gd name="connsiteX7" fmla="*/ 297665 w 331090"/>
                <a:gd name="connsiteY7" fmla="*/ 4124 h 262474"/>
                <a:gd name="connsiteX8" fmla="*/ 297665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665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lnTo>
                    <a:pt x="4467" y="254414"/>
                  </a:lnTo>
                  <a:cubicBezTo>
                    <a:pt x="11254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cubicBezTo>
                    <a:pt x="319384" y="-837"/>
                    <a:pt x="306714" y="-2641"/>
                    <a:pt x="297665" y="4124"/>
                  </a:cubicBezTo>
                  <a:lnTo>
                    <a:pt x="297665" y="4124"/>
                  </a:ln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C008182-F4F0-DD46-8E78-E6544B2B9577}"/>
                </a:ext>
              </a:extLst>
            </p:cNvPr>
            <p:cNvSpPr/>
            <p:nvPr/>
          </p:nvSpPr>
          <p:spPr>
            <a:xfrm>
              <a:off x="1055302" y="1201138"/>
              <a:ext cx="354709" cy="280841"/>
            </a:xfrm>
            <a:custGeom>
              <a:avLst/>
              <a:gdLst>
                <a:gd name="connsiteX0" fmla="*/ 4106 w 354709"/>
                <a:gd name="connsiteY0" fmla="*/ 272781 h 280841"/>
                <a:gd name="connsiteX1" fmla="*/ 33064 w 354709"/>
                <a:gd name="connsiteY1" fmla="*/ 276389 h 280841"/>
                <a:gd name="connsiteX2" fmla="*/ 346623 w 354709"/>
                <a:gd name="connsiteY2" fmla="*/ 36922 h 280841"/>
                <a:gd name="connsiteX3" fmla="*/ 350243 w 354709"/>
                <a:gd name="connsiteY3" fmla="*/ 8060 h 280841"/>
                <a:gd name="connsiteX4" fmla="*/ 321285 w 354709"/>
                <a:gd name="connsiteY4" fmla="*/ 4452 h 280841"/>
                <a:gd name="connsiteX5" fmla="*/ 8178 w 354709"/>
                <a:gd name="connsiteY5" fmla="*/ 243919 h 280841"/>
                <a:gd name="connsiteX6" fmla="*/ 4106 w 354709"/>
                <a:gd name="connsiteY6" fmla="*/ 272781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709" h="280841">
                  <a:moveTo>
                    <a:pt x="4106" y="272781"/>
                  </a:moveTo>
                  <a:cubicBezTo>
                    <a:pt x="10893" y="281801"/>
                    <a:pt x="24015" y="283605"/>
                    <a:pt x="33064" y="276389"/>
                  </a:cubicBezTo>
                  <a:lnTo>
                    <a:pt x="346623" y="36922"/>
                  </a:lnTo>
                  <a:cubicBezTo>
                    <a:pt x="355672" y="30158"/>
                    <a:pt x="357482" y="17080"/>
                    <a:pt x="350243" y="8060"/>
                  </a:cubicBezTo>
                  <a:cubicBezTo>
                    <a:pt x="343456" y="-959"/>
                    <a:pt x="330334" y="-2763"/>
                    <a:pt x="321285" y="4452"/>
                  </a:cubicBezTo>
                  <a:lnTo>
                    <a:pt x="8178" y="243919"/>
                  </a:lnTo>
                  <a:cubicBezTo>
                    <a:pt x="-871" y="250684"/>
                    <a:pt x="-2681" y="263762"/>
                    <a:pt x="4106" y="272781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DEF3BE5-DB70-8D4B-9B60-4A70901BCABD}"/>
                </a:ext>
              </a:extLst>
            </p:cNvPr>
            <p:cNvSpPr/>
            <p:nvPr/>
          </p:nvSpPr>
          <p:spPr>
            <a:xfrm>
              <a:off x="888763" y="1366194"/>
              <a:ext cx="522276" cy="293526"/>
            </a:xfrm>
            <a:custGeom>
              <a:avLst/>
              <a:gdLst>
                <a:gd name="connsiteX0" fmla="*/ 518139 w 522276"/>
                <a:gd name="connsiteY0" fmla="*/ 39628 h 293526"/>
                <a:gd name="connsiteX1" fmla="*/ 518139 w 522276"/>
                <a:gd name="connsiteY1" fmla="*/ 39628 h 293526"/>
                <a:gd name="connsiteX2" fmla="*/ 489181 w 522276"/>
                <a:gd name="connsiteY2" fmla="*/ 36020 h 293526"/>
                <a:gd name="connsiteX3" fmla="*/ 212272 w 522276"/>
                <a:gd name="connsiteY3" fmla="*/ 247527 h 293526"/>
                <a:gd name="connsiteX4" fmla="*/ 54361 w 522276"/>
                <a:gd name="connsiteY4" fmla="*/ 126666 h 293526"/>
                <a:gd name="connsiteX5" fmla="*/ 171550 w 522276"/>
                <a:gd name="connsiteY5" fmla="*/ 36922 h 293526"/>
                <a:gd name="connsiteX6" fmla="*/ 175170 w 522276"/>
                <a:gd name="connsiteY6" fmla="*/ 8060 h 293526"/>
                <a:gd name="connsiteX7" fmla="*/ 146212 w 522276"/>
                <a:gd name="connsiteY7" fmla="*/ 4452 h 293526"/>
                <a:gd name="connsiteX8" fmla="*/ 7757 w 522276"/>
                <a:gd name="connsiteY8" fmla="*/ 110431 h 293526"/>
                <a:gd name="connsiteX9" fmla="*/ 7757 w 522276"/>
                <a:gd name="connsiteY9" fmla="*/ 110431 h 293526"/>
                <a:gd name="connsiteX10" fmla="*/ 6400 w 522276"/>
                <a:gd name="connsiteY10" fmla="*/ 111784 h 293526"/>
                <a:gd name="connsiteX11" fmla="*/ 6400 w 522276"/>
                <a:gd name="connsiteY11" fmla="*/ 111784 h 293526"/>
                <a:gd name="connsiteX12" fmla="*/ 4138 w 522276"/>
                <a:gd name="connsiteY12" fmla="*/ 114039 h 293526"/>
                <a:gd name="connsiteX13" fmla="*/ 7757 w 522276"/>
                <a:gd name="connsiteY13" fmla="*/ 142901 h 293526"/>
                <a:gd name="connsiteX14" fmla="*/ 199603 w 522276"/>
                <a:gd name="connsiteY14" fmla="*/ 289467 h 293526"/>
                <a:gd name="connsiteX15" fmla="*/ 209557 w 522276"/>
                <a:gd name="connsiteY15" fmla="*/ 293526 h 293526"/>
                <a:gd name="connsiteX16" fmla="*/ 209557 w 522276"/>
                <a:gd name="connsiteY16" fmla="*/ 293526 h 293526"/>
                <a:gd name="connsiteX17" fmla="*/ 211367 w 522276"/>
                <a:gd name="connsiteY17" fmla="*/ 293526 h 293526"/>
                <a:gd name="connsiteX18" fmla="*/ 213177 w 522276"/>
                <a:gd name="connsiteY18" fmla="*/ 293526 h 293526"/>
                <a:gd name="connsiteX19" fmla="*/ 214987 w 522276"/>
                <a:gd name="connsiteY19" fmla="*/ 293526 h 293526"/>
                <a:gd name="connsiteX20" fmla="*/ 214987 w 522276"/>
                <a:gd name="connsiteY20" fmla="*/ 293526 h 293526"/>
                <a:gd name="connsiteX21" fmla="*/ 224941 w 522276"/>
                <a:gd name="connsiteY21" fmla="*/ 289467 h 293526"/>
                <a:gd name="connsiteX22" fmla="*/ 514519 w 522276"/>
                <a:gd name="connsiteY22" fmla="*/ 68040 h 293526"/>
                <a:gd name="connsiteX23" fmla="*/ 518139 w 522276"/>
                <a:gd name="connsiteY23" fmla="*/ 39628 h 293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2276" h="293526">
                  <a:moveTo>
                    <a:pt x="518139" y="39628"/>
                  </a:moveTo>
                  <a:lnTo>
                    <a:pt x="518139" y="39628"/>
                  </a:lnTo>
                  <a:cubicBezTo>
                    <a:pt x="511352" y="30609"/>
                    <a:pt x="498231" y="28805"/>
                    <a:pt x="489181" y="36020"/>
                  </a:cubicBezTo>
                  <a:lnTo>
                    <a:pt x="212272" y="247527"/>
                  </a:lnTo>
                  <a:lnTo>
                    <a:pt x="54361" y="126666"/>
                  </a:lnTo>
                  <a:lnTo>
                    <a:pt x="171550" y="36922"/>
                  </a:lnTo>
                  <a:cubicBezTo>
                    <a:pt x="180599" y="30158"/>
                    <a:pt x="182409" y="17080"/>
                    <a:pt x="175170" y="8060"/>
                  </a:cubicBezTo>
                  <a:cubicBezTo>
                    <a:pt x="168383" y="-959"/>
                    <a:pt x="155261" y="-2763"/>
                    <a:pt x="146212" y="4452"/>
                  </a:cubicBezTo>
                  <a:lnTo>
                    <a:pt x="7757" y="110431"/>
                  </a:lnTo>
                  <a:lnTo>
                    <a:pt x="7757" y="110431"/>
                  </a:lnTo>
                  <a:cubicBezTo>
                    <a:pt x="7305" y="110882"/>
                    <a:pt x="6852" y="111333"/>
                    <a:pt x="6400" y="111784"/>
                  </a:cubicBezTo>
                  <a:lnTo>
                    <a:pt x="6400" y="111784"/>
                  </a:lnTo>
                  <a:cubicBezTo>
                    <a:pt x="5495" y="112686"/>
                    <a:pt x="5042" y="113137"/>
                    <a:pt x="4138" y="114039"/>
                  </a:cubicBezTo>
                  <a:cubicBezTo>
                    <a:pt x="-2649" y="123058"/>
                    <a:pt x="-840" y="135686"/>
                    <a:pt x="7757" y="142901"/>
                  </a:cubicBezTo>
                  <a:lnTo>
                    <a:pt x="199603" y="289467"/>
                  </a:lnTo>
                  <a:cubicBezTo>
                    <a:pt x="202318" y="291722"/>
                    <a:pt x="205937" y="293075"/>
                    <a:pt x="209557" y="293526"/>
                  </a:cubicBezTo>
                  <a:lnTo>
                    <a:pt x="209557" y="293526"/>
                  </a:lnTo>
                  <a:lnTo>
                    <a:pt x="211367" y="293526"/>
                  </a:lnTo>
                  <a:lnTo>
                    <a:pt x="213177" y="293526"/>
                  </a:lnTo>
                  <a:lnTo>
                    <a:pt x="214987" y="293526"/>
                  </a:lnTo>
                  <a:lnTo>
                    <a:pt x="214987" y="293526"/>
                  </a:lnTo>
                  <a:cubicBezTo>
                    <a:pt x="218606" y="293075"/>
                    <a:pt x="221774" y="291722"/>
                    <a:pt x="224941" y="289467"/>
                  </a:cubicBezTo>
                  <a:lnTo>
                    <a:pt x="514519" y="68040"/>
                  </a:lnTo>
                  <a:cubicBezTo>
                    <a:pt x="523116" y="61275"/>
                    <a:pt x="524926" y="48648"/>
                    <a:pt x="518139" y="3962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A568CBC2-F20A-BC4C-AFA7-3EDA4E546AD8}"/>
              </a:ext>
            </a:extLst>
          </p:cNvPr>
          <p:cNvSpPr txBox="1">
            <a:spLocks/>
          </p:cNvSpPr>
          <p:nvPr userDrawn="1"/>
        </p:nvSpPr>
        <p:spPr>
          <a:xfrm>
            <a:off x="3211409" y="6493502"/>
            <a:ext cx="2884592" cy="18069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r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2542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Raleway" panose="020B0503030101060003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65137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Courier New" panose="02070309020205020404" pitchFamily="49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75" b="0" i="0" spc="300" dirty="0">
                <a:solidFill>
                  <a:srgbClr val="9798A5">
                    <a:alpha val="75000"/>
                  </a:srgbClr>
                </a:solidFill>
                <a:latin typeface="Raleway" panose="020B0003030101060003" pitchFamily="34" charset="0"/>
              </a:rPr>
              <a:t>| A HINDUJA GROUP COMPANY</a:t>
            </a:r>
          </a:p>
        </p:txBody>
      </p:sp>
    </p:spTree>
    <p:extLst>
      <p:ext uri="{BB962C8B-B14F-4D97-AF65-F5344CB8AC3E}">
        <p14:creationId xmlns:p14="http://schemas.microsoft.com/office/powerpoint/2010/main" val="2675932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BKGD 4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A20456-50AF-5246-B423-45ACC68243C7}"/>
              </a:ext>
            </a:extLst>
          </p:cNvPr>
          <p:cNvCxnSpPr>
            <a:cxnSpLocks/>
          </p:cNvCxnSpPr>
          <p:nvPr userDrawn="1"/>
        </p:nvCxnSpPr>
        <p:spPr>
          <a:xfrm>
            <a:off x="787024" y="4121181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C5152D33-FD11-A34C-8FD3-9D0AE20408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2285265"/>
            <a:ext cx="4521948" cy="2527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(Category tag or date)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D74C460-1615-2E4A-AE71-073B2F5E04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370184"/>
            <a:ext cx="7790919" cy="49244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Raleway ExtraBold" panose="020B0003030101060003" pitchFamily="34" charset="0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page title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2B9588-93A9-484E-8477-DDDF18FD38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4398300"/>
            <a:ext cx="7790919" cy="33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100"/>
              </a:spcAft>
              <a:buNone/>
              <a:defRPr sz="20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grpSp>
        <p:nvGrpSpPr>
          <p:cNvPr id="10" name="Graphic 17">
            <a:extLst>
              <a:ext uri="{FF2B5EF4-FFF2-40B4-BE49-F238E27FC236}">
                <a16:creationId xmlns:a16="http://schemas.microsoft.com/office/drawing/2014/main" id="{DB9FAC7F-CE98-6B4A-8A60-B2DF4B97A67C}"/>
              </a:ext>
            </a:extLst>
          </p:cNvPr>
          <p:cNvGrpSpPr/>
          <p:nvPr userDrawn="1"/>
        </p:nvGrpSpPr>
        <p:grpSpPr>
          <a:xfrm>
            <a:off x="786989" y="1035574"/>
            <a:ext cx="1964189" cy="625048"/>
            <a:chOff x="786989" y="1035574"/>
            <a:chExt cx="1964189" cy="625048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F3AB7AA-AEAF-5E4F-B3D0-E1043F130DF0}"/>
                </a:ext>
              </a:extLst>
            </p:cNvPr>
            <p:cNvSpPr/>
            <p:nvPr/>
          </p:nvSpPr>
          <p:spPr>
            <a:xfrm>
              <a:off x="1554406" y="1035574"/>
              <a:ext cx="332113" cy="512756"/>
            </a:xfrm>
            <a:custGeom>
              <a:avLst/>
              <a:gdLst>
                <a:gd name="connsiteX0" fmla="*/ 174199 w 332113"/>
                <a:gd name="connsiteY0" fmla="*/ 167762 h 512756"/>
                <a:gd name="connsiteX1" fmla="*/ 63345 w 332113"/>
                <a:gd name="connsiteY1" fmla="*/ 167762 h 512756"/>
                <a:gd name="connsiteX2" fmla="*/ 63345 w 332113"/>
                <a:gd name="connsiteY2" fmla="*/ 31568 h 512756"/>
                <a:gd name="connsiteX3" fmla="*/ 63345 w 332113"/>
                <a:gd name="connsiteY3" fmla="*/ 31568 h 512756"/>
                <a:gd name="connsiteX4" fmla="*/ 31673 w 332113"/>
                <a:gd name="connsiteY4" fmla="*/ 0 h 512756"/>
                <a:gd name="connsiteX5" fmla="*/ 0 w 332113"/>
                <a:gd name="connsiteY5" fmla="*/ 31568 h 512756"/>
                <a:gd name="connsiteX6" fmla="*/ 0 w 332113"/>
                <a:gd name="connsiteY6" fmla="*/ 31568 h 512756"/>
                <a:gd name="connsiteX7" fmla="*/ 0 w 332113"/>
                <a:gd name="connsiteY7" fmla="*/ 480737 h 512756"/>
                <a:gd name="connsiteX8" fmla="*/ 31673 w 332113"/>
                <a:gd name="connsiteY8" fmla="*/ 512306 h 512756"/>
                <a:gd name="connsiteX9" fmla="*/ 63345 w 332113"/>
                <a:gd name="connsiteY9" fmla="*/ 480737 h 512756"/>
                <a:gd name="connsiteX10" fmla="*/ 63345 w 332113"/>
                <a:gd name="connsiteY10" fmla="*/ 228192 h 512756"/>
                <a:gd name="connsiteX11" fmla="*/ 174199 w 332113"/>
                <a:gd name="connsiteY11" fmla="*/ 228192 h 512756"/>
                <a:gd name="connsiteX12" fmla="*/ 268765 w 332113"/>
                <a:gd name="connsiteY12" fmla="*/ 304858 h 512756"/>
                <a:gd name="connsiteX13" fmla="*/ 268765 w 332113"/>
                <a:gd name="connsiteY13" fmla="*/ 481188 h 512756"/>
                <a:gd name="connsiteX14" fmla="*/ 268765 w 332113"/>
                <a:gd name="connsiteY14" fmla="*/ 481188 h 512756"/>
                <a:gd name="connsiteX15" fmla="*/ 300437 w 332113"/>
                <a:gd name="connsiteY15" fmla="*/ 512757 h 512756"/>
                <a:gd name="connsiteX16" fmla="*/ 332110 w 332113"/>
                <a:gd name="connsiteY16" fmla="*/ 481188 h 512756"/>
                <a:gd name="connsiteX17" fmla="*/ 332110 w 332113"/>
                <a:gd name="connsiteY17" fmla="*/ 304858 h 512756"/>
                <a:gd name="connsiteX18" fmla="*/ 174199 w 332113"/>
                <a:gd name="connsiteY18" fmla="*/ 167762 h 512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2113" h="512756">
                  <a:moveTo>
                    <a:pt x="174199" y="167762"/>
                  </a:moveTo>
                  <a:lnTo>
                    <a:pt x="63345" y="167762"/>
                  </a:lnTo>
                  <a:lnTo>
                    <a:pt x="63345" y="31568"/>
                  </a:lnTo>
                  <a:lnTo>
                    <a:pt x="63345" y="31568"/>
                  </a:lnTo>
                  <a:cubicBezTo>
                    <a:pt x="63345" y="13980"/>
                    <a:pt x="49319" y="0"/>
                    <a:pt x="31673" y="0"/>
                  </a:cubicBezTo>
                  <a:cubicBezTo>
                    <a:pt x="14026" y="0"/>
                    <a:pt x="0" y="13980"/>
                    <a:pt x="0" y="31568"/>
                  </a:cubicBezTo>
                  <a:lnTo>
                    <a:pt x="0" y="31568"/>
                  </a:lnTo>
                  <a:lnTo>
                    <a:pt x="0" y="480737"/>
                  </a:lnTo>
                  <a:cubicBezTo>
                    <a:pt x="0" y="498325"/>
                    <a:pt x="14026" y="512306"/>
                    <a:pt x="31673" y="512306"/>
                  </a:cubicBezTo>
                  <a:cubicBezTo>
                    <a:pt x="49319" y="512306"/>
                    <a:pt x="63345" y="498325"/>
                    <a:pt x="63345" y="480737"/>
                  </a:cubicBezTo>
                  <a:lnTo>
                    <a:pt x="63345" y="228192"/>
                  </a:lnTo>
                  <a:lnTo>
                    <a:pt x="174199" y="228192"/>
                  </a:lnTo>
                  <a:cubicBezTo>
                    <a:pt x="239807" y="228192"/>
                    <a:pt x="268765" y="256604"/>
                    <a:pt x="268765" y="304858"/>
                  </a:cubicBezTo>
                  <a:lnTo>
                    <a:pt x="268765" y="481188"/>
                  </a:lnTo>
                  <a:lnTo>
                    <a:pt x="268765" y="481188"/>
                  </a:lnTo>
                  <a:cubicBezTo>
                    <a:pt x="268765" y="498776"/>
                    <a:pt x="282791" y="512757"/>
                    <a:pt x="300437" y="512757"/>
                  </a:cubicBezTo>
                  <a:cubicBezTo>
                    <a:pt x="318084" y="512757"/>
                    <a:pt x="332110" y="498776"/>
                    <a:pt x="332110" y="481188"/>
                  </a:cubicBezTo>
                  <a:lnTo>
                    <a:pt x="332110" y="304858"/>
                  </a:lnTo>
                  <a:cubicBezTo>
                    <a:pt x="332563" y="218722"/>
                    <a:pt x="280529" y="167762"/>
                    <a:pt x="174199" y="16776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73B3C21-95F3-A741-AA68-34F160EE2A21}"/>
                </a:ext>
              </a:extLst>
            </p:cNvPr>
            <p:cNvSpPr/>
            <p:nvPr/>
          </p:nvSpPr>
          <p:spPr>
            <a:xfrm>
              <a:off x="1959363" y="1206943"/>
              <a:ext cx="350208" cy="453679"/>
            </a:xfrm>
            <a:custGeom>
              <a:avLst/>
              <a:gdLst>
                <a:gd name="connsiteX0" fmla="*/ 230758 w 350208"/>
                <a:gd name="connsiteY0" fmla="*/ 0 h 453679"/>
                <a:gd name="connsiteX1" fmla="*/ 140717 w 350208"/>
                <a:gd name="connsiteY1" fmla="*/ 0 h 453679"/>
                <a:gd name="connsiteX2" fmla="*/ 0 w 350208"/>
                <a:gd name="connsiteY2" fmla="*/ 154684 h 453679"/>
                <a:gd name="connsiteX3" fmla="*/ 140717 w 350208"/>
                <a:gd name="connsiteY3" fmla="*/ 310270 h 453679"/>
                <a:gd name="connsiteX4" fmla="*/ 284149 w 350208"/>
                <a:gd name="connsiteY4" fmla="*/ 310270 h 453679"/>
                <a:gd name="connsiteX5" fmla="*/ 284149 w 350208"/>
                <a:gd name="connsiteY5" fmla="*/ 325152 h 453679"/>
                <a:gd name="connsiteX6" fmla="*/ 219446 w 350208"/>
                <a:gd name="connsiteY6" fmla="*/ 390994 h 453679"/>
                <a:gd name="connsiteX7" fmla="*/ 33482 w 350208"/>
                <a:gd name="connsiteY7" fmla="*/ 390994 h 453679"/>
                <a:gd name="connsiteX8" fmla="*/ 905 w 350208"/>
                <a:gd name="connsiteY8" fmla="*/ 421209 h 453679"/>
                <a:gd name="connsiteX9" fmla="*/ 31220 w 350208"/>
                <a:gd name="connsiteY9" fmla="*/ 453679 h 453679"/>
                <a:gd name="connsiteX10" fmla="*/ 33482 w 350208"/>
                <a:gd name="connsiteY10" fmla="*/ 453679 h 453679"/>
                <a:gd name="connsiteX11" fmla="*/ 227138 w 350208"/>
                <a:gd name="connsiteY11" fmla="*/ 453679 h 453679"/>
                <a:gd name="connsiteX12" fmla="*/ 350209 w 350208"/>
                <a:gd name="connsiteY12" fmla="*/ 325603 h 453679"/>
                <a:gd name="connsiteX13" fmla="*/ 350209 w 350208"/>
                <a:gd name="connsiteY13" fmla="*/ 138449 h 453679"/>
                <a:gd name="connsiteX14" fmla="*/ 230758 w 350208"/>
                <a:gd name="connsiteY14" fmla="*/ 0 h 453679"/>
                <a:gd name="connsiteX15" fmla="*/ 284149 w 350208"/>
                <a:gd name="connsiteY15" fmla="*/ 251192 h 453679"/>
                <a:gd name="connsiteX16" fmla="*/ 147051 w 350208"/>
                <a:gd name="connsiteY16" fmla="*/ 251192 h 453679"/>
                <a:gd name="connsiteX17" fmla="*/ 65608 w 350208"/>
                <a:gd name="connsiteY17" fmla="*/ 156939 h 453679"/>
                <a:gd name="connsiteX18" fmla="*/ 147051 w 350208"/>
                <a:gd name="connsiteY18" fmla="*/ 62685 h 453679"/>
                <a:gd name="connsiteX19" fmla="*/ 211754 w 350208"/>
                <a:gd name="connsiteY19" fmla="*/ 62685 h 453679"/>
                <a:gd name="connsiteX20" fmla="*/ 284149 w 350208"/>
                <a:gd name="connsiteY20" fmla="*/ 137998 h 453679"/>
                <a:gd name="connsiteX21" fmla="*/ 284149 w 350208"/>
                <a:gd name="connsiteY21" fmla="*/ 251192 h 45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0208" h="453679">
                  <a:moveTo>
                    <a:pt x="230758" y="0"/>
                  </a:moveTo>
                  <a:lnTo>
                    <a:pt x="140717" y="0"/>
                  </a:lnTo>
                  <a:cubicBezTo>
                    <a:pt x="53843" y="0"/>
                    <a:pt x="0" y="50058"/>
                    <a:pt x="0" y="154684"/>
                  </a:cubicBezTo>
                  <a:cubicBezTo>
                    <a:pt x="0" y="259310"/>
                    <a:pt x="54296" y="310270"/>
                    <a:pt x="140717" y="310270"/>
                  </a:cubicBezTo>
                  <a:lnTo>
                    <a:pt x="284149" y="310270"/>
                  </a:lnTo>
                  <a:lnTo>
                    <a:pt x="284149" y="325152"/>
                  </a:lnTo>
                  <a:cubicBezTo>
                    <a:pt x="284149" y="371602"/>
                    <a:pt x="268312" y="390994"/>
                    <a:pt x="219446" y="390994"/>
                  </a:cubicBezTo>
                  <a:lnTo>
                    <a:pt x="33482" y="390994"/>
                  </a:lnTo>
                  <a:cubicBezTo>
                    <a:pt x="16289" y="390543"/>
                    <a:pt x="1357" y="403621"/>
                    <a:pt x="905" y="421209"/>
                  </a:cubicBezTo>
                  <a:cubicBezTo>
                    <a:pt x="452" y="438346"/>
                    <a:pt x="13574" y="453228"/>
                    <a:pt x="31220" y="453679"/>
                  </a:cubicBezTo>
                  <a:cubicBezTo>
                    <a:pt x="32125" y="453679"/>
                    <a:pt x="33030" y="453679"/>
                    <a:pt x="33482" y="453679"/>
                  </a:cubicBezTo>
                  <a:lnTo>
                    <a:pt x="227138" y="453679"/>
                  </a:lnTo>
                  <a:cubicBezTo>
                    <a:pt x="318084" y="453679"/>
                    <a:pt x="350209" y="417601"/>
                    <a:pt x="350209" y="325603"/>
                  </a:cubicBezTo>
                  <a:lnTo>
                    <a:pt x="350209" y="138449"/>
                  </a:lnTo>
                  <a:cubicBezTo>
                    <a:pt x="349756" y="45097"/>
                    <a:pt x="308129" y="0"/>
                    <a:pt x="230758" y="0"/>
                  </a:cubicBezTo>
                  <a:close/>
                  <a:moveTo>
                    <a:pt x="284149" y="251192"/>
                  </a:moveTo>
                  <a:lnTo>
                    <a:pt x="147051" y="251192"/>
                  </a:lnTo>
                  <a:cubicBezTo>
                    <a:pt x="90946" y="251192"/>
                    <a:pt x="65608" y="222781"/>
                    <a:pt x="65608" y="156939"/>
                  </a:cubicBezTo>
                  <a:cubicBezTo>
                    <a:pt x="65608" y="91097"/>
                    <a:pt x="90946" y="62685"/>
                    <a:pt x="147051" y="62685"/>
                  </a:cubicBezTo>
                  <a:lnTo>
                    <a:pt x="211754" y="62685"/>
                  </a:lnTo>
                  <a:cubicBezTo>
                    <a:pt x="263788" y="62685"/>
                    <a:pt x="284149" y="85234"/>
                    <a:pt x="284149" y="137998"/>
                  </a:cubicBezTo>
                  <a:lnTo>
                    <a:pt x="284149" y="251192"/>
                  </a:ln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CDD83F9-EC3F-6447-8873-F481FEE499C9}"/>
                </a:ext>
              </a:extLst>
            </p:cNvPr>
            <p:cNvSpPr/>
            <p:nvPr/>
          </p:nvSpPr>
          <p:spPr>
            <a:xfrm>
              <a:off x="2384641" y="1206943"/>
              <a:ext cx="366537" cy="341837"/>
            </a:xfrm>
            <a:custGeom>
              <a:avLst/>
              <a:gdLst>
                <a:gd name="connsiteX0" fmla="*/ 143924 w 366537"/>
                <a:gd name="connsiteY0" fmla="*/ 65842 h 341837"/>
                <a:gd name="connsiteX1" fmla="*/ 333508 w 366537"/>
                <a:gd name="connsiteY1" fmla="*/ 65842 h 341837"/>
                <a:gd name="connsiteX2" fmla="*/ 366538 w 366537"/>
                <a:gd name="connsiteY2" fmla="*/ 32921 h 341837"/>
                <a:gd name="connsiteX3" fmla="*/ 333508 w 366537"/>
                <a:gd name="connsiteY3" fmla="*/ 0 h 341837"/>
                <a:gd name="connsiteX4" fmla="*/ 333508 w 366537"/>
                <a:gd name="connsiteY4" fmla="*/ 0 h 341837"/>
                <a:gd name="connsiteX5" fmla="*/ 143472 w 366537"/>
                <a:gd name="connsiteY5" fmla="*/ 0 h 341837"/>
                <a:gd name="connsiteX6" fmla="*/ 31713 w 366537"/>
                <a:gd name="connsiteY6" fmla="*/ 99665 h 341837"/>
                <a:gd name="connsiteX7" fmla="*/ 149807 w 366537"/>
                <a:gd name="connsiteY7" fmla="*/ 199330 h 341837"/>
                <a:gd name="connsiteX8" fmla="*/ 230798 w 366537"/>
                <a:gd name="connsiteY8" fmla="*/ 199330 h 341837"/>
                <a:gd name="connsiteX9" fmla="*/ 279664 w 366537"/>
                <a:gd name="connsiteY9" fmla="*/ 237663 h 341837"/>
                <a:gd name="connsiteX10" fmla="*/ 234870 w 366537"/>
                <a:gd name="connsiteY10" fmla="*/ 275094 h 341837"/>
                <a:gd name="connsiteX11" fmla="*/ 34880 w 366537"/>
                <a:gd name="connsiteY11" fmla="*/ 275094 h 341837"/>
                <a:gd name="connsiteX12" fmla="*/ 40 w 366537"/>
                <a:gd name="connsiteY12" fmla="*/ 307113 h 341837"/>
                <a:gd name="connsiteX13" fmla="*/ 32165 w 366537"/>
                <a:gd name="connsiteY13" fmla="*/ 341838 h 341837"/>
                <a:gd name="connsiteX14" fmla="*/ 34428 w 366537"/>
                <a:gd name="connsiteY14" fmla="*/ 341838 h 341837"/>
                <a:gd name="connsiteX15" fmla="*/ 234870 w 366537"/>
                <a:gd name="connsiteY15" fmla="*/ 341838 h 341837"/>
                <a:gd name="connsiteX16" fmla="*/ 347082 w 366537"/>
                <a:gd name="connsiteY16" fmla="*/ 238114 h 341837"/>
                <a:gd name="connsiteX17" fmla="*/ 228536 w 366537"/>
                <a:gd name="connsiteY17" fmla="*/ 141606 h 341837"/>
                <a:gd name="connsiteX18" fmla="*/ 147997 w 366537"/>
                <a:gd name="connsiteY18" fmla="*/ 141606 h 341837"/>
                <a:gd name="connsiteX19" fmla="*/ 99130 w 366537"/>
                <a:gd name="connsiteY19" fmla="*/ 104626 h 341837"/>
                <a:gd name="connsiteX20" fmla="*/ 143924 w 366537"/>
                <a:gd name="connsiteY20" fmla="*/ 65842 h 34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537" h="341837">
                  <a:moveTo>
                    <a:pt x="143924" y="65842"/>
                  </a:moveTo>
                  <a:lnTo>
                    <a:pt x="333508" y="65842"/>
                  </a:lnTo>
                  <a:cubicBezTo>
                    <a:pt x="351606" y="65842"/>
                    <a:pt x="366538" y="50960"/>
                    <a:pt x="366538" y="32921"/>
                  </a:cubicBezTo>
                  <a:cubicBezTo>
                    <a:pt x="366538" y="14882"/>
                    <a:pt x="351606" y="0"/>
                    <a:pt x="333508" y="0"/>
                  </a:cubicBezTo>
                  <a:cubicBezTo>
                    <a:pt x="333508" y="0"/>
                    <a:pt x="333508" y="0"/>
                    <a:pt x="333508" y="0"/>
                  </a:cubicBezTo>
                  <a:lnTo>
                    <a:pt x="143472" y="0"/>
                  </a:lnTo>
                  <a:cubicBezTo>
                    <a:pt x="63838" y="0"/>
                    <a:pt x="31713" y="38333"/>
                    <a:pt x="31713" y="99665"/>
                  </a:cubicBezTo>
                  <a:cubicBezTo>
                    <a:pt x="31713" y="151978"/>
                    <a:pt x="55241" y="199330"/>
                    <a:pt x="149807" y="199330"/>
                  </a:cubicBezTo>
                  <a:lnTo>
                    <a:pt x="230798" y="199330"/>
                  </a:lnTo>
                  <a:cubicBezTo>
                    <a:pt x="265185" y="199330"/>
                    <a:pt x="279664" y="210154"/>
                    <a:pt x="279664" y="237663"/>
                  </a:cubicBezTo>
                  <a:cubicBezTo>
                    <a:pt x="279664" y="265172"/>
                    <a:pt x="266543" y="275094"/>
                    <a:pt x="234870" y="275094"/>
                  </a:cubicBezTo>
                  <a:lnTo>
                    <a:pt x="34880" y="275094"/>
                  </a:lnTo>
                  <a:cubicBezTo>
                    <a:pt x="16329" y="274192"/>
                    <a:pt x="945" y="288623"/>
                    <a:pt x="40" y="307113"/>
                  </a:cubicBezTo>
                  <a:cubicBezTo>
                    <a:pt x="-865" y="325603"/>
                    <a:pt x="13614" y="340936"/>
                    <a:pt x="32165" y="341838"/>
                  </a:cubicBezTo>
                  <a:cubicBezTo>
                    <a:pt x="33070" y="341838"/>
                    <a:pt x="33975" y="341838"/>
                    <a:pt x="34428" y="341838"/>
                  </a:cubicBezTo>
                  <a:lnTo>
                    <a:pt x="234870" y="341838"/>
                  </a:lnTo>
                  <a:cubicBezTo>
                    <a:pt x="315409" y="341838"/>
                    <a:pt x="347082" y="298995"/>
                    <a:pt x="347082" y="238114"/>
                  </a:cubicBezTo>
                  <a:cubicBezTo>
                    <a:pt x="347082" y="184899"/>
                    <a:pt x="323101" y="141606"/>
                    <a:pt x="228536" y="141606"/>
                  </a:cubicBezTo>
                  <a:lnTo>
                    <a:pt x="147997" y="141606"/>
                  </a:lnTo>
                  <a:cubicBezTo>
                    <a:pt x="109537" y="141606"/>
                    <a:pt x="99130" y="128527"/>
                    <a:pt x="99130" y="104626"/>
                  </a:cubicBezTo>
                  <a:cubicBezTo>
                    <a:pt x="99130" y="78469"/>
                    <a:pt x="112252" y="65842"/>
                    <a:pt x="143924" y="6584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168AA4B-8A9D-964A-8210-37C2D18C65B7}"/>
                </a:ext>
              </a:extLst>
            </p:cNvPr>
            <p:cNvSpPr/>
            <p:nvPr/>
          </p:nvSpPr>
          <p:spPr>
            <a:xfrm>
              <a:off x="788438" y="1133821"/>
              <a:ext cx="331090" cy="262474"/>
            </a:xfrm>
            <a:custGeom>
              <a:avLst/>
              <a:gdLst>
                <a:gd name="connsiteX0" fmla="*/ 297213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33425 w 331090"/>
                <a:gd name="connsiteY3" fmla="*/ 258022 h 262474"/>
                <a:gd name="connsiteX4" fmla="*/ 323003 w 331090"/>
                <a:gd name="connsiteY4" fmla="*/ 36594 h 262474"/>
                <a:gd name="connsiteX5" fmla="*/ 326623 w 331090"/>
                <a:gd name="connsiteY5" fmla="*/ 7732 h 262474"/>
                <a:gd name="connsiteX6" fmla="*/ 326623 w 331090"/>
                <a:gd name="connsiteY6" fmla="*/ 7732 h 262474"/>
                <a:gd name="connsiteX7" fmla="*/ 297213 w 331090"/>
                <a:gd name="connsiteY7" fmla="*/ 4124 h 262474"/>
                <a:gd name="connsiteX8" fmla="*/ 297213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213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cubicBezTo>
                    <a:pt x="11707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lnTo>
                    <a:pt x="326623" y="7732"/>
                  </a:lnTo>
                  <a:cubicBezTo>
                    <a:pt x="319384" y="-837"/>
                    <a:pt x="306714" y="-2641"/>
                    <a:pt x="297213" y="4124"/>
                  </a:cubicBezTo>
                  <a:cubicBezTo>
                    <a:pt x="297213" y="4124"/>
                    <a:pt x="297213" y="4124"/>
                    <a:pt x="297213" y="4124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7C011FE-35BE-7940-B463-DC6B16A32278}"/>
                </a:ext>
              </a:extLst>
            </p:cNvPr>
            <p:cNvSpPr/>
            <p:nvPr/>
          </p:nvSpPr>
          <p:spPr>
            <a:xfrm>
              <a:off x="788438" y="1213765"/>
              <a:ext cx="354288" cy="280841"/>
            </a:xfrm>
            <a:custGeom>
              <a:avLst/>
              <a:gdLst>
                <a:gd name="connsiteX0" fmla="*/ 350151 w 354288"/>
                <a:gd name="connsiteY0" fmla="*/ 8060 h 280841"/>
                <a:gd name="connsiteX1" fmla="*/ 321193 w 354288"/>
                <a:gd name="connsiteY1" fmla="*/ 4452 h 280841"/>
                <a:gd name="connsiteX2" fmla="*/ 8087 w 354288"/>
                <a:gd name="connsiteY2" fmla="*/ 243919 h 280841"/>
                <a:gd name="connsiteX3" fmla="*/ 4467 w 354288"/>
                <a:gd name="connsiteY3" fmla="*/ 272781 h 280841"/>
                <a:gd name="connsiteX4" fmla="*/ 33425 w 354288"/>
                <a:gd name="connsiteY4" fmla="*/ 276389 h 280841"/>
                <a:gd name="connsiteX5" fmla="*/ 346531 w 354288"/>
                <a:gd name="connsiteY5" fmla="*/ 36922 h 280841"/>
                <a:gd name="connsiteX6" fmla="*/ 350151 w 354288"/>
                <a:gd name="connsiteY6" fmla="*/ 8060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288" h="280841">
                  <a:moveTo>
                    <a:pt x="350151" y="8060"/>
                  </a:moveTo>
                  <a:cubicBezTo>
                    <a:pt x="343364" y="-959"/>
                    <a:pt x="330243" y="-2763"/>
                    <a:pt x="321193" y="4452"/>
                  </a:cubicBezTo>
                  <a:lnTo>
                    <a:pt x="8087" y="243919"/>
                  </a:lnTo>
                  <a:cubicBezTo>
                    <a:pt x="-963" y="250684"/>
                    <a:pt x="-2772" y="263762"/>
                    <a:pt x="4467" y="272781"/>
                  </a:cubicBezTo>
                  <a:cubicBezTo>
                    <a:pt x="11254" y="281801"/>
                    <a:pt x="24376" y="283605"/>
                    <a:pt x="33425" y="276389"/>
                  </a:cubicBezTo>
                  <a:lnTo>
                    <a:pt x="346531" y="36922"/>
                  </a:lnTo>
                  <a:cubicBezTo>
                    <a:pt x="355128" y="30158"/>
                    <a:pt x="356938" y="17080"/>
                    <a:pt x="350151" y="8060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5C0FD99-EFD9-CE4B-9E84-366A88067197}"/>
                </a:ext>
              </a:extLst>
            </p:cNvPr>
            <p:cNvSpPr/>
            <p:nvPr/>
          </p:nvSpPr>
          <p:spPr>
            <a:xfrm>
              <a:off x="786989" y="1036025"/>
              <a:ext cx="521792" cy="294296"/>
            </a:xfrm>
            <a:custGeom>
              <a:avLst/>
              <a:gdLst>
                <a:gd name="connsiteX0" fmla="*/ 4106 w 521792"/>
                <a:gd name="connsiteY0" fmla="*/ 254349 h 294296"/>
                <a:gd name="connsiteX1" fmla="*/ 33064 w 521792"/>
                <a:gd name="connsiteY1" fmla="*/ 257957 h 294296"/>
                <a:gd name="connsiteX2" fmla="*/ 33064 w 521792"/>
                <a:gd name="connsiteY2" fmla="*/ 257957 h 294296"/>
                <a:gd name="connsiteX3" fmla="*/ 309973 w 521792"/>
                <a:gd name="connsiteY3" fmla="*/ 46450 h 294296"/>
                <a:gd name="connsiteX4" fmla="*/ 467884 w 521792"/>
                <a:gd name="connsiteY4" fmla="*/ 166860 h 294296"/>
                <a:gd name="connsiteX5" fmla="*/ 350695 w 521792"/>
                <a:gd name="connsiteY5" fmla="*/ 256604 h 294296"/>
                <a:gd name="connsiteX6" fmla="*/ 344813 w 521792"/>
                <a:gd name="connsiteY6" fmla="*/ 285015 h 294296"/>
                <a:gd name="connsiteX7" fmla="*/ 373319 w 521792"/>
                <a:gd name="connsiteY7" fmla="*/ 290878 h 294296"/>
                <a:gd name="connsiteX8" fmla="*/ 375581 w 521792"/>
                <a:gd name="connsiteY8" fmla="*/ 289074 h 294296"/>
                <a:gd name="connsiteX9" fmla="*/ 514036 w 521792"/>
                <a:gd name="connsiteY9" fmla="*/ 183095 h 294296"/>
                <a:gd name="connsiteX10" fmla="*/ 514036 w 521792"/>
                <a:gd name="connsiteY10" fmla="*/ 183095 h 294296"/>
                <a:gd name="connsiteX11" fmla="*/ 515393 w 521792"/>
                <a:gd name="connsiteY11" fmla="*/ 181742 h 294296"/>
                <a:gd name="connsiteX12" fmla="*/ 515393 w 521792"/>
                <a:gd name="connsiteY12" fmla="*/ 181742 h 294296"/>
                <a:gd name="connsiteX13" fmla="*/ 517655 w 521792"/>
                <a:gd name="connsiteY13" fmla="*/ 179487 h 294296"/>
                <a:gd name="connsiteX14" fmla="*/ 514036 w 521792"/>
                <a:gd name="connsiteY14" fmla="*/ 150625 h 294296"/>
                <a:gd name="connsiteX15" fmla="*/ 322642 w 521792"/>
                <a:gd name="connsiteY15" fmla="*/ 4059 h 294296"/>
                <a:gd name="connsiteX16" fmla="*/ 312688 w 521792"/>
                <a:gd name="connsiteY16" fmla="*/ 0 h 294296"/>
                <a:gd name="connsiteX17" fmla="*/ 312688 w 521792"/>
                <a:gd name="connsiteY17" fmla="*/ 0 h 294296"/>
                <a:gd name="connsiteX18" fmla="*/ 310878 w 521792"/>
                <a:gd name="connsiteY18" fmla="*/ 0 h 294296"/>
                <a:gd name="connsiteX19" fmla="*/ 309068 w 521792"/>
                <a:gd name="connsiteY19" fmla="*/ 0 h 294296"/>
                <a:gd name="connsiteX20" fmla="*/ 307711 w 521792"/>
                <a:gd name="connsiteY20" fmla="*/ 0 h 294296"/>
                <a:gd name="connsiteX21" fmla="*/ 307711 w 521792"/>
                <a:gd name="connsiteY21" fmla="*/ 0 h 294296"/>
                <a:gd name="connsiteX22" fmla="*/ 297757 w 521792"/>
                <a:gd name="connsiteY22" fmla="*/ 4059 h 294296"/>
                <a:gd name="connsiteX23" fmla="*/ 8178 w 521792"/>
                <a:gd name="connsiteY23" fmla="*/ 225487 h 294296"/>
                <a:gd name="connsiteX24" fmla="*/ 4106 w 521792"/>
                <a:gd name="connsiteY24" fmla="*/ 254349 h 294296"/>
                <a:gd name="connsiteX25" fmla="*/ 4106 w 521792"/>
                <a:gd name="connsiteY25" fmla="*/ 254349 h 29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1792" h="294296">
                  <a:moveTo>
                    <a:pt x="4106" y="254349"/>
                  </a:moveTo>
                  <a:cubicBezTo>
                    <a:pt x="10893" y="263368"/>
                    <a:pt x="24015" y="265172"/>
                    <a:pt x="33064" y="257957"/>
                  </a:cubicBezTo>
                  <a:cubicBezTo>
                    <a:pt x="33064" y="257957"/>
                    <a:pt x="33064" y="257957"/>
                    <a:pt x="33064" y="257957"/>
                  </a:cubicBezTo>
                  <a:lnTo>
                    <a:pt x="309973" y="46450"/>
                  </a:lnTo>
                  <a:lnTo>
                    <a:pt x="467884" y="166860"/>
                  </a:lnTo>
                  <a:lnTo>
                    <a:pt x="350695" y="256604"/>
                  </a:lnTo>
                  <a:cubicBezTo>
                    <a:pt x="341194" y="262917"/>
                    <a:pt x="338479" y="275545"/>
                    <a:pt x="344813" y="285015"/>
                  </a:cubicBezTo>
                  <a:cubicBezTo>
                    <a:pt x="351148" y="294486"/>
                    <a:pt x="363817" y="297191"/>
                    <a:pt x="373319" y="290878"/>
                  </a:cubicBezTo>
                  <a:cubicBezTo>
                    <a:pt x="374224" y="290427"/>
                    <a:pt x="375129" y="289525"/>
                    <a:pt x="375581" y="289074"/>
                  </a:cubicBezTo>
                  <a:lnTo>
                    <a:pt x="514036" y="183095"/>
                  </a:lnTo>
                  <a:lnTo>
                    <a:pt x="514036" y="183095"/>
                  </a:lnTo>
                  <a:lnTo>
                    <a:pt x="515393" y="181742"/>
                  </a:lnTo>
                  <a:lnTo>
                    <a:pt x="515393" y="181742"/>
                  </a:lnTo>
                  <a:cubicBezTo>
                    <a:pt x="516298" y="180840"/>
                    <a:pt x="516750" y="180389"/>
                    <a:pt x="517655" y="179487"/>
                  </a:cubicBezTo>
                  <a:cubicBezTo>
                    <a:pt x="524442" y="170468"/>
                    <a:pt x="522632" y="157390"/>
                    <a:pt x="514036" y="150625"/>
                  </a:cubicBezTo>
                  <a:lnTo>
                    <a:pt x="322642" y="4059"/>
                  </a:lnTo>
                  <a:cubicBezTo>
                    <a:pt x="319928" y="1804"/>
                    <a:pt x="316308" y="451"/>
                    <a:pt x="312688" y="0"/>
                  </a:cubicBezTo>
                  <a:lnTo>
                    <a:pt x="312688" y="0"/>
                  </a:lnTo>
                  <a:lnTo>
                    <a:pt x="310878" y="0"/>
                  </a:lnTo>
                  <a:lnTo>
                    <a:pt x="309068" y="0"/>
                  </a:lnTo>
                  <a:lnTo>
                    <a:pt x="307711" y="0"/>
                  </a:lnTo>
                  <a:lnTo>
                    <a:pt x="307711" y="0"/>
                  </a:lnTo>
                  <a:cubicBezTo>
                    <a:pt x="304091" y="451"/>
                    <a:pt x="300924" y="1804"/>
                    <a:pt x="297757" y="4059"/>
                  </a:cubicBezTo>
                  <a:lnTo>
                    <a:pt x="8178" y="225487"/>
                  </a:lnTo>
                  <a:cubicBezTo>
                    <a:pt x="-871" y="232251"/>
                    <a:pt x="-2681" y="245329"/>
                    <a:pt x="4106" y="254349"/>
                  </a:cubicBezTo>
                  <a:cubicBezTo>
                    <a:pt x="4106" y="254349"/>
                    <a:pt x="4106" y="254349"/>
                    <a:pt x="4106" y="254349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A2D7ECCF-9696-1444-8952-D70AB2B1DB55}"/>
                </a:ext>
              </a:extLst>
            </p:cNvPr>
            <p:cNvSpPr/>
            <p:nvPr/>
          </p:nvSpPr>
          <p:spPr>
            <a:xfrm>
              <a:off x="1078922" y="1299779"/>
              <a:ext cx="331090" cy="262474"/>
            </a:xfrm>
            <a:custGeom>
              <a:avLst/>
              <a:gdLst>
                <a:gd name="connsiteX0" fmla="*/ 297665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4467 w 331090"/>
                <a:gd name="connsiteY3" fmla="*/ 254414 h 262474"/>
                <a:gd name="connsiteX4" fmla="*/ 33425 w 331090"/>
                <a:gd name="connsiteY4" fmla="*/ 258022 h 262474"/>
                <a:gd name="connsiteX5" fmla="*/ 323003 w 331090"/>
                <a:gd name="connsiteY5" fmla="*/ 36594 h 262474"/>
                <a:gd name="connsiteX6" fmla="*/ 326623 w 331090"/>
                <a:gd name="connsiteY6" fmla="*/ 7732 h 262474"/>
                <a:gd name="connsiteX7" fmla="*/ 297665 w 331090"/>
                <a:gd name="connsiteY7" fmla="*/ 4124 h 262474"/>
                <a:gd name="connsiteX8" fmla="*/ 297665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665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lnTo>
                    <a:pt x="4467" y="254414"/>
                  </a:lnTo>
                  <a:cubicBezTo>
                    <a:pt x="11254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cubicBezTo>
                    <a:pt x="319384" y="-837"/>
                    <a:pt x="306714" y="-2641"/>
                    <a:pt x="297665" y="4124"/>
                  </a:cubicBezTo>
                  <a:lnTo>
                    <a:pt x="297665" y="4124"/>
                  </a:ln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7D99DBD-37DF-4348-8927-265E8575A812}"/>
                </a:ext>
              </a:extLst>
            </p:cNvPr>
            <p:cNvSpPr/>
            <p:nvPr/>
          </p:nvSpPr>
          <p:spPr>
            <a:xfrm>
              <a:off x="1055302" y="1201138"/>
              <a:ext cx="354709" cy="280841"/>
            </a:xfrm>
            <a:custGeom>
              <a:avLst/>
              <a:gdLst>
                <a:gd name="connsiteX0" fmla="*/ 4106 w 354709"/>
                <a:gd name="connsiteY0" fmla="*/ 272781 h 280841"/>
                <a:gd name="connsiteX1" fmla="*/ 33064 w 354709"/>
                <a:gd name="connsiteY1" fmla="*/ 276389 h 280841"/>
                <a:gd name="connsiteX2" fmla="*/ 346623 w 354709"/>
                <a:gd name="connsiteY2" fmla="*/ 36922 h 280841"/>
                <a:gd name="connsiteX3" fmla="*/ 350243 w 354709"/>
                <a:gd name="connsiteY3" fmla="*/ 8060 h 280841"/>
                <a:gd name="connsiteX4" fmla="*/ 321285 w 354709"/>
                <a:gd name="connsiteY4" fmla="*/ 4452 h 280841"/>
                <a:gd name="connsiteX5" fmla="*/ 8178 w 354709"/>
                <a:gd name="connsiteY5" fmla="*/ 243919 h 280841"/>
                <a:gd name="connsiteX6" fmla="*/ 4106 w 354709"/>
                <a:gd name="connsiteY6" fmla="*/ 272781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709" h="280841">
                  <a:moveTo>
                    <a:pt x="4106" y="272781"/>
                  </a:moveTo>
                  <a:cubicBezTo>
                    <a:pt x="10893" y="281801"/>
                    <a:pt x="24015" y="283605"/>
                    <a:pt x="33064" y="276389"/>
                  </a:cubicBezTo>
                  <a:lnTo>
                    <a:pt x="346623" y="36922"/>
                  </a:lnTo>
                  <a:cubicBezTo>
                    <a:pt x="355672" y="30158"/>
                    <a:pt x="357482" y="17080"/>
                    <a:pt x="350243" y="8060"/>
                  </a:cubicBezTo>
                  <a:cubicBezTo>
                    <a:pt x="343456" y="-959"/>
                    <a:pt x="330334" y="-2763"/>
                    <a:pt x="321285" y="4452"/>
                  </a:cubicBezTo>
                  <a:lnTo>
                    <a:pt x="8178" y="243919"/>
                  </a:lnTo>
                  <a:cubicBezTo>
                    <a:pt x="-871" y="250684"/>
                    <a:pt x="-2681" y="263762"/>
                    <a:pt x="4106" y="272781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FA676ED-0131-344C-8ACD-3827CA7F697E}"/>
                </a:ext>
              </a:extLst>
            </p:cNvPr>
            <p:cNvSpPr/>
            <p:nvPr/>
          </p:nvSpPr>
          <p:spPr>
            <a:xfrm>
              <a:off x="888763" y="1366194"/>
              <a:ext cx="522276" cy="293526"/>
            </a:xfrm>
            <a:custGeom>
              <a:avLst/>
              <a:gdLst>
                <a:gd name="connsiteX0" fmla="*/ 518139 w 522276"/>
                <a:gd name="connsiteY0" fmla="*/ 39628 h 293526"/>
                <a:gd name="connsiteX1" fmla="*/ 518139 w 522276"/>
                <a:gd name="connsiteY1" fmla="*/ 39628 h 293526"/>
                <a:gd name="connsiteX2" fmla="*/ 489181 w 522276"/>
                <a:gd name="connsiteY2" fmla="*/ 36020 h 293526"/>
                <a:gd name="connsiteX3" fmla="*/ 212272 w 522276"/>
                <a:gd name="connsiteY3" fmla="*/ 247527 h 293526"/>
                <a:gd name="connsiteX4" fmla="*/ 54361 w 522276"/>
                <a:gd name="connsiteY4" fmla="*/ 126666 h 293526"/>
                <a:gd name="connsiteX5" fmla="*/ 171550 w 522276"/>
                <a:gd name="connsiteY5" fmla="*/ 36922 h 293526"/>
                <a:gd name="connsiteX6" fmla="*/ 175170 w 522276"/>
                <a:gd name="connsiteY6" fmla="*/ 8060 h 293526"/>
                <a:gd name="connsiteX7" fmla="*/ 146212 w 522276"/>
                <a:gd name="connsiteY7" fmla="*/ 4452 h 293526"/>
                <a:gd name="connsiteX8" fmla="*/ 7757 w 522276"/>
                <a:gd name="connsiteY8" fmla="*/ 110431 h 293526"/>
                <a:gd name="connsiteX9" fmla="*/ 7757 w 522276"/>
                <a:gd name="connsiteY9" fmla="*/ 110431 h 293526"/>
                <a:gd name="connsiteX10" fmla="*/ 6400 w 522276"/>
                <a:gd name="connsiteY10" fmla="*/ 111784 h 293526"/>
                <a:gd name="connsiteX11" fmla="*/ 6400 w 522276"/>
                <a:gd name="connsiteY11" fmla="*/ 111784 h 293526"/>
                <a:gd name="connsiteX12" fmla="*/ 4138 w 522276"/>
                <a:gd name="connsiteY12" fmla="*/ 114039 h 293526"/>
                <a:gd name="connsiteX13" fmla="*/ 7757 w 522276"/>
                <a:gd name="connsiteY13" fmla="*/ 142901 h 293526"/>
                <a:gd name="connsiteX14" fmla="*/ 199603 w 522276"/>
                <a:gd name="connsiteY14" fmla="*/ 289467 h 293526"/>
                <a:gd name="connsiteX15" fmla="*/ 209557 w 522276"/>
                <a:gd name="connsiteY15" fmla="*/ 293526 h 293526"/>
                <a:gd name="connsiteX16" fmla="*/ 209557 w 522276"/>
                <a:gd name="connsiteY16" fmla="*/ 293526 h 293526"/>
                <a:gd name="connsiteX17" fmla="*/ 211367 w 522276"/>
                <a:gd name="connsiteY17" fmla="*/ 293526 h 293526"/>
                <a:gd name="connsiteX18" fmla="*/ 213177 w 522276"/>
                <a:gd name="connsiteY18" fmla="*/ 293526 h 293526"/>
                <a:gd name="connsiteX19" fmla="*/ 214987 w 522276"/>
                <a:gd name="connsiteY19" fmla="*/ 293526 h 293526"/>
                <a:gd name="connsiteX20" fmla="*/ 214987 w 522276"/>
                <a:gd name="connsiteY20" fmla="*/ 293526 h 293526"/>
                <a:gd name="connsiteX21" fmla="*/ 224941 w 522276"/>
                <a:gd name="connsiteY21" fmla="*/ 289467 h 293526"/>
                <a:gd name="connsiteX22" fmla="*/ 514519 w 522276"/>
                <a:gd name="connsiteY22" fmla="*/ 68040 h 293526"/>
                <a:gd name="connsiteX23" fmla="*/ 518139 w 522276"/>
                <a:gd name="connsiteY23" fmla="*/ 39628 h 293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2276" h="293526">
                  <a:moveTo>
                    <a:pt x="518139" y="39628"/>
                  </a:moveTo>
                  <a:lnTo>
                    <a:pt x="518139" y="39628"/>
                  </a:lnTo>
                  <a:cubicBezTo>
                    <a:pt x="511352" y="30609"/>
                    <a:pt x="498231" y="28805"/>
                    <a:pt x="489181" y="36020"/>
                  </a:cubicBezTo>
                  <a:lnTo>
                    <a:pt x="212272" y="247527"/>
                  </a:lnTo>
                  <a:lnTo>
                    <a:pt x="54361" y="126666"/>
                  </a:lnTo>
                  <a:lnTo>
                    <a:pt x="171550" y="36922"/>
                  </a:lnTo>
                  <a:cubicBezTo>
                    <a:pt x="180599" y="30158"/>
                    <a:pt x="182409" y="17080"/>
                    <a:pt x="175170" y="8060"/>
                  </a:cubicBezTo>
                  <a:cubicBezTo>
                    <a:pt x="168383" y="-959"/>
                    <a:pt x="155261" y="-2763"/>
                    <a:pt x="146212" y="4452"/>
                  </a:cubicBezTo>
                  <a:lnTo>
                    <a:pt x="7757" y="110431"/>
                  </a:lnTo>
                  <a:lnTo>
                    <a:pt x="7757" y="110431"/>
                  </a:lnTo>
                  <a:cubicBezTo>
                    <a:pt x="7305" y="110882"/>
                    <a:pt x="6852" y="111333"/>
                    <a:pt x="6400" y="111784"/>
                  </a:cubicBezTo>
                  <a:lnTo>
                    <a:pt x="6400" y="111784"/>
                  </a:lnTo>
                  <a:cubicBezTo>
                    <a:pt x="5495" y="112686"/>
                    <a:pt x="5042" y="113137"/>
                    <a:pt x="4138" y="114039"/>
                  </a:cubicBezTo>
                  <a:cubicBezTo>
                    <a:pt x="-2649" y="123058"/>
                    <a:pt x="-840" y="135686"/>
                    <a:pt x="7757" y="142901"/>
                  </a:cubicBezTo>
                  <a:lnTo>
                    <a:pt x="199603" y="289467"/>
                  </a:lnTo>
                  <a:cubicBezTo>
                    <a:pt x="202318" y="291722"/>
                    <a:pt x="205937" y="293075"/>
                    <a:pt x="209557" y="293526"/>
                  </a:cubicBezTo>
                  <a:lnTo>
                    <a:pt x="209557" y="293526"/>
                  </a:lnTo>
                  <a:lnTo>
                    <a:pt x="211367" y="293526"/>
                  </a:lnTo>
                  <a:lnTo>
                    <a:pt x="213177" y="293526"/>
                  </a:lnTo>
                  <a:lnTo>
                    <a:pt x="214987" y="293526"/>
                  </a:lnTo>
                  <a:lnTo>
                    <a:pt x="214987" y="293526"/>
                  </a:lnTo>
                  <a:cubicBezTo>
                    <a:pt x="218606" y="293075"/>
                    <a:pt x="221774" y="291722"/>
                    <a:pt x="224941" y="289467"/>
                  </a:cubicBezTo>
                  <a:lnTo>
                    <a:pt x="514519" y="68040"/>
                  </a:lnTo>
                  <a:cubicBezTo>
                    <a:pt x="523116" y="61275"/>
                    <a:pt x="524926" y="48648"/>
                    <a:pt x="518139" y="3962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7AE5F866-128A-3C48-A129-4C83ACD76364}"/>
              </a:ext>
            </a:extLst>
          </p:cNvPr>
          <p:cNvSpPr txBox="1">
            <a:spLocks/>
          </p:cNvSpPr>
          <p:nvPr userDrawn="1"/>
        </p:nvSpPr>
        <p:spPr>
          <a:xfrm>
            <a:off x="3211409" y="6493502"/>
            <a:ext cx="2884592" cy="18069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r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2542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Raleway" panose="020B0503030101060003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65137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Courier New" panose="02070309020205020404" pitchFamily="49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75" b="0" i="0" spc="300" dirty="0">
                <a:solidFill>
                  <a:srgbClr val="9798A5">
                    <a:alpha val="75000"/>
                  </a:srgbClr>
                </a:solidFill>
                <a:latin typeface="Raleway" panose="020B0003030101060003" pitchFamily="34" charset="0"/>
              </a:rPr>
              <a:t>| A HINDUJA GROUP COMPANY</a:t>
            </a:r>
          </a:p>
        </p:txBody>
      </p:sp>
    </p:spTree>
    <p:extLst>
      <p:ext uri="{BB962C8B-B14F-4D97-AF65-F5344CB8AC3E}">
        <p14:creationId xmlns:p14="http://schemas.microsoft.com/office/powerpoint/2010/main" val="680284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BKGD 5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175480-E480-7B47-97B5-1990A839526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1C41">
                  <a:alpha val="24000"/>
                </a:srgbClr>
              </a:gs>
              <a:gs pos="90000">
                <a:srgbClr val="0E0F1A"/>
              </a:gs>
            </a:gsLst>
            <a:lin ang="4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B00B5D-3177-904A-A60E-D56284B36522}"/>
              </a:ext>
            </a:extLst>
          </p:cNvPr>
          <p:cNvCxnSpPr>
            <a:cxnSpLocks/>
          </p:cNvCxnSpPr>
          <p:nvPr userDrawn="1"/>
        </p:nvCxnSpPr>
        <p:spPr>
          <a:xfrm>
            <a:off x="787024" y="4121181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1CB5769-A11A-0644-A303-E0B5C41767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2285265"/>
            <a:ext cx="4521948" cy="2527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(Category tag or date)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EB3AF36-AD4B-9E4F-8B6F-1A06808E98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370184"/>
            <a:ext cx="7790919" cy="49244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Raleway ExtraBold" panose="020B0003030101060003" pitchFamily="34" charset="0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page title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90D2A03-1A73-3B4B-96B9-34289A4A8A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4398300"/>
            <a:ext cx="7790919" cy="33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100"/>
              </a:spcAft>
              <a:buNone/>
              <a:defRPr sz="20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7CF535BC-3BAC-0E46-AD8B-27AB798E78CC}"/>
              </a:ext>
            </a:extLst>
          </p:cNvPr>
          <p:cNvSpPr txBox="1">
            <a:spLocks/>
          </p:cNvSpPr>
          <p:nvPr userDrawn="1"/>
        </p:nvSpPr>
        <p:spPr>
          <a:xfrm>
            <a:off x="274479" y="6493502"/>
            <a:ext cx="6116381" cy="18069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r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2542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Raleway" panose="020B0503030101060003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65137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Courier New" panose="02070309020205020404" pitchFamily="49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75" b="0" i="0" spc="0" dirty="0">
                <a:solidFill>
                  <a:srgbClr val="9798A5">
                    <a:alpha val="75000"/>
                  </a:srgbClr>
                </a:solidFill>
                <a:latin typeface="Raleway" panose="020B0003030101060003" pitchFamily="34" charset="0"/>
              </a:rPr>
              <a:t>© </a:t>
            </a:r>
            <a:r>
              <a:rPr lang="en-US" sz="975" b="0" i="0" spc="300" dirty="0">
                <a:solidFill>
                  <a:srgbClr val="9798A5">
                    <a:alpha val="75000"/>
                  </a:srgbClr>
                </a:solidFill>
                <a:latin typeface="Raleway" panose="020B0003030101060003" pitchFamily="34" charset="0"/>
              </a:rPr>
              <a:t>HINDUJA GLOBAL SOLUTIONS | A HINDUJA GROUP COMPANY</a:t>
            </a:r>
          </a:p>
        </p:txBody>
      </p:sp>
      <p:grpSp>
        <p:nvGrpSpPr>
          <p:cNvPr id="15" name="Graphic 17">
            <a:extLst>
              <a:ext uri="{FF2B5EF4-FFF2-40B4-BE49-F238E27FC236}">
                <a16:creationId xmlns:a16="http://schemas.microsoft.com/office/drawing/2014/main" id="{9F4485CE-7377-B340-900B-1DB9F1EE3B8E}"/>
              </a:ext>
            </a:extLst>
          </p:cNvPr>
          <p:cNvGrpSpPr/>
          <p:nvPr userDrawn="1"/>
        </p:nvGrpSpPr>
        <p:grpSpPr>
          <a:xfrm>
            <a:off x="786989" y="1035574"/>
            <a:ext cx="1964189" cy="625048"/>
            <a:chOff x="786989" y="1035574"/>
            <a:chExt cx="1964189" cy="625048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A4261F02-CAF4-7044-959E-F1297072EF34}"/>
                </a:ext>
              </a:extLst>
            </p:cNvPr>
            <p:cNvSpPr/>
            <p:nvPr/>
          </p:nvSpPr>
          <p:spPr>
            <a:xfrm>
              <a:off x="1554406" y="1035574"/>
              <a:ext cx="332113" cy="512756"/>
            </a:xfrm>
            <a:custGeom>
              <a:avLst/>
              <a:gdLst>
                <a:gd name="connsiteX0" fmla="*/ 174199 w 332113"/>
                <a:gd name="connsiteY0" fmla="*/ 167762 h 512756"/>
                <a:gd name="connsiteX1" fmla="*/ 63345 w 332113"/>
                <a:gd name="connsiteY1" fmla="*/ 167762 h 512756"/>
                <a:gd name="connsiteX2" fmla="*/ 63345 w 332113"/>
                <a:gd name="connsiteY2" fmla="*/ 31568 h 512756"/>
                <a:gd name="connsiteX3" fmla="*/ 63345 w 332113"/>
                <a:gd name="connsiteY3" fmla="*/ 31568 h 512756"/>
                <a:gd name="connsiteX4" fmla="*/ 31673 w 332113"/>
                <a:gd name="connsiteY4" fmla="*/ 0 h 512756"/>
                <a:gd name="connsiteX5" fmla="*/ 0 w 332113"/>
                <a:gd name="connsiteY5" fmla="*/ 31568 h 512756"/>
                <a:gd name="connsiteX6" fmla="*/ 0 w 332113"/>
                <a:gd name="connsiteY6" fmla="*/ 31568 h 512756"/>
                <a:gd name="connsiteX7" fmla="*/ 0 w 332113"/>
                <a:gd name="connsiteY7" fmla="*/ 480737 h 512756"/>
                <a:gd name="connsiteX8" fmla="*/ 31673 w 332113"/>
                <a:gd name="connsiteY8" fmla="*/ 512306 h 512756"/>
                <a:gd name="connsiteX9" fmla="*/ 63345 w 332113"/>
                <a:gd name="connsiteY9" fmla="*/ 480737 h 512756"/>
                <a:gd name="connsiteX10" fmla="*/ 63345 w 332113"/>
                <a:gd name="connsiteY10" fmla="*/ 228192 h 512756"/>
                <a:gd name="connsiteX11" fmla="*/ 174199 w 332113"/>
                <a:gd name="connsiteY11" fmla="*/ 228192 h 512756"/>
                <a:gd name="connsiteX12" fmla="*/ 268765 w 332113"/>
                <a:gd name="connsiteY12" fmla="*/ 304858 h 512756"/>
                <a:gd name="connsiteX13" fmla="*/ 268765 w 332113"/>
                <a:gd name="connsiteY13" fmla="*/ 481188 h 512756"/>
                <a:gd name="connsiteX14" fmla="*/ 268765 w 332113"/>
                <a:gd name="connsiteY14" fmla="*/ 481188 h 512756"/>
                <a:gd name="connsiteX15" fmla="*/ 300437 w 332113"/>
                <a:gd name="connsiteY15" fmla="*/ 512757 h 512756"/>
                <a:gd name="connsiteX16" fmla="*/ 332110 w 332113"/>
                <a:gd name="connsiteY16" fmla="*/ 481188 h 512756"/>
                <a:gd name="connsiteX17" fmla="*/ 332110 w 332113"/>
                <a:gd name="connsiteY17" fmla="*/ 304858 h 512756"/>
                <a:gd name="connsiteX18" fmla="*/ 174199 w 332113"/>
                <a:gd name="connsiteY18" fmla="*/ 167762 h 512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2113" h="512756">
                  <a:moveTo>
                    <a:pt x="174199" y="167762"/>
                  </a:moveTo>
                  <a:lnTo>
                    <a:pt x="63345" y="167762"/>
                  </a:lnTo>
                  <a:lnTo>
                    <a:pt x="63345" y="31568"/>
                  </a:lnTo>
                  <a:lnTo>
                    <a:pt x="63345" y="31568"/>
                  </a:lnTo>
                  <a:cubicBezTo>
                    <a:pt x="63345" y="13980"/>
                    <a:pt x="49319" y="0"/>
                    <a:pt x="31673" y="0"/>
                  </a:cubicBezTo>
                  <a:cubicBezTo>
                    <a:pt x="14026" y="0"/>
                    <a:pt x="0" y="13980"/>
                    <a:pt x="0" y="31568"/>
                  </a:cubicBezTo>
                  <a:lnTo>
                    <a:pt x="0" y="31568"/>
                  </a:lnTo>
                  <a:lnTo>
                    <a:pt x="0" y="480737"/>
                  </a:lnTo>
                  <a:cubicBezTo>
                    <a:pt x="0" y="498325"/>
                    <a:pt x="14026" y="512306"/>
                    <a:pt x="31673" y="512306"/>
                  </a:cubicBezTo>
                  <a:cubicBezTo>
                    <a:pt x="49319" y="512306"/>
                    <a:pt x="63345" y="498325"/>
                    <a:pt x="63345" y="480737"/>
                  </a:cubicBezTo>
                  <a:lnTo>
                    <a:pt x="63345" y="228192"/>
                  </a:lnTo>
                  <a:lnTo>
                    <a:pt x="174199" y="228192"/>
                  </a:lnTo>
                  <a:cubicBezTo>
                    <a:pt x="239807" y="228192"/>
                    <a:pt x="268765" y="256604"/>
                    <a:pt x="268765" y="304858"/>
                  </a:cubicBezTo>
                  <a:lnTo>
                    <a:pt x="268765" y="481188"/>
                  </a:lnTo>
                  <a:lnTo>
                    <a:pt x="268765" y="481188"/>
                  </a:lnTo>
                  <a:cubicBezTo>
                    <a:pt x="268765" y="498776"/>
                    <a:pt x="282791" y="512757"/>
                    <a:pt x="300437" y="512757"/>
                  </a:cubicBezTo>
                  <a:cubicBezTo>
                    <a:pt x="318084" y="512757"/>
                    <a:pt x="332110" y="498776"/>
                    <a:pt x="332110" y="481188"/>
                  </a:cubicBezTo>
                  <a:lnTo>
                    <a:pt x="332110" y="304858"/>
                  </a:lnTo>
                  <a:cubicBezTo>
                    <a:pt x="332563" y="218722"/>
                    <a:pt x="280529" y="167762"/>
                    <a:pt x="174199" y="16776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A26037C-7BB1-AF4F-B820-778A5474AF40}"/>
                </a:ext>
              </a:extLst>
            </p:cNvPr>
            <p:cNvSpPr/>
            <p:nvPr/>
          </p:nvSpPr>
          <p:spPr>
            <a:xfrm>
              <a:off x="1959363" y="1206943"/>
              <a:ext cx="350208" cy="453679"/>
            </a:xfrm>
            <a:custGeom>
              <a:avLst/>
              <a:gdLst>
                <a:gd name="connsiteX0" fmla="*/ 230758 w 350208"/>
                <a:gd name="connsiteY0" fmla="*/ 0 h 453679"/>
                <a:gd name="connsiteX1" fmla="*/ 140717 w 350208"/>
                <a:gd name="connsiteY1" fmla="*/ 0 h 453679"/>
                <a:gd name="connsiteX2" fmla="*/ 0 w 350208"/>
                <a:gd name="connsiteY2" fmla="*/ 154684 h 453679"/>
                <a:gd name="connsiteX3" fmla="*/ 140717 w 350208"/>
                <a:gd name="connsiteY3" fmla="*/ 310270 h 453679"/>
                <a:gd name="connsiteX4" fmla="*/ 284149 w 350208"/>
                <a:gd name="connsiteY4" fmla="*/ 310270 h 453679"/>
                <a:gd name="connsiteX5" fmla="*/ 284149 w 350208"/>
                <a:gd name="connsiteY5" fmla="*/ 325152 h 453679"/>
                <a:gd name="connsiteX6" fmla="*/ 219446 w 350208"/>
                <a:gd name="connsiteY6" fmla="*/ 390994 h 453679"/>
                <a:gd name="connsiteX7" fmla="*/ 33482 w 350208"/>
                <a:gd name="connsiteY7" fmla="*/ 390994 h 453679"/>
                <a:gd name="connsiteX8" fmla="*/ 905 w 350208"/>
                <a:gd name="connsiteY8" fmla="*/ 421209 h 453679"/>
                <a:gd name="connsiteX9" fmla="*/ 31220 w 350208"/>
                <a:gd name="connsiteY9" fmla="*/ 453679 h 453679"/>
                <a:gd name="connsiteX10" fmla="*/ 33482 w 350208"/>
                <a:gd name="connsiteY10" fmla="*/ 453679 h 453679"/>
                <a:gd name="connsiteX11" fmla="*/ 227138 w 350208"/>
                <a:gd name="connsiteY11" fmla="*/ 453679 h 453679"/>
                <a:gd name="connsiteX12" fmla="*/ 350209 w 350208"/>
                <a:gd name="connsiteY12" fmla="*/ 325603 h 453679"/>
                <a:gd name="connsiteX13" fmla="*/ 350209 w 350208"/>
                <a:gd name="connsiteY13" fmla="*/ 138449 h 453679"/>
                <a:gd name="connsiteX14" fmla="*/ 230758 w 350208"/>
                <a:gd name="connsiteY14" fmla="*/ 0 h 453679"/>
                <a:gd name="connsiteX15" fmla="*/ 284149 w 350208"/>
                <a:gd name="connsiteY15" fmla="*/ 251192 h 453679"/>
                <a:gd name="connsiteX16" fmla="*/ 147051 w 350208"/>
                <a:gd name="connsiteY16" fmla="*/ 251192 h 453679"/>
                <a:gd name="connsiteX17" fmla="*/ 65608 w 350208"/>
                <a:gd name="connsiteY17" fmla="*/ 156939 h 453679"/>
                <a:gd name="connsiteX18" fmla="*/ 147051 w 350208"/>
                <a:gd name="connsiteY18" fmla="*/ 62685 h 453679"/>
                <a:gd name="connsiteX19" fmla="*/ 211754 w 350208"/>
                <a:gd name="connsiteY19" fmla="*/ 62685 h 453679"/>
                <a:gd name="connsiteX20" fmla="*/ 284149 w 350208"/>
                <a:gd name="connsiteY20" fmla="*/ 137998 h 453679"/>
                <a:gd name="connsiteX21" fmla="*/ 284149 w 350208"/>
                <a:gd name="connsiteY21" fmla="*/ 251192 h 45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0208" h="453679">
                  <a:moveTo>
                    <a:pt x="230758" y="0"/>
                  </a:moveTo>
                  <a:lnTo>
                    <a:pt x="140717" y="0"/>
                  </a:lnTo>
                  <a:cubicBezTo>
                    <a:pt x="53843" y="0"/>
                    <a:pt x="0" y="50058"/>
                    <a:pt x="0" y="154684"/>
                  </a:cubicBezTo>
                  <a:cubicBezTo>
                    <a:pt x="0" y="259310"/>
                    <a:pt x="54296" y="310270"/>
                    <a:pt x="140717" y="310270"/>
                  </a:cubicBezTo>
                  <a:lnTo>
                    <a:pt x="284149" y="310270"/>
                  </a:lnTo>
                  <a:lnTo>
                    <a:pt x="284149" y="325152"/>
                  </a:lnTo>
                  <a:cubicBezTo>
                    <a:pt x="284149" y="371602"/>
                    <a:pt x="268312" y="390994"/>
                    <a:pt x="219446" y="390994"/>
                  </a:cubicBezTo>
                  <a:lnTo>
                    <a:pt x="33482" y="390994"/>
                  </a:lnTo>
                  <a:cubicBezTo>
                    <a:pt x="16289" y="390543"/>
                    <a:pt x="1357" y="403621"/>
                    <a:pt x="905" y="421209"/>
                  </a:cubicBezTo>
                  <a:cubicBezTo>
                    <a:pt x="452" y="438346"/>
                    <a:pt x="13574" y="453228"/>
                    <a:pt x="31220" y="453679"/>
                  </a:cubicBezTo>
                  <a:cubicBezTo>
                    <a:pt x="32125" y="453679"/>
                    <a:pt x="33030" y="453679"/>
                    <a:pt x="33482" y="453679"/>
                  </a:cubicBezTo>
                  <a:lnTo>
                    <a:pt x="227138" y="453679"/>
                  </a:lnTo>
                  <a:cubicBezTo>
                    <a:pt x="318084" y="453679"/>
                    <a:pt x="350209" y="417601"/>
                    <a:pt x="350209" y="325603"/>
                  </a:cubicBezTo>
                  <a:lnTo>
                    <a:pt x="350209" y="138449"/>
                  </a:lnTo>
                  <a:cubicBezTo>
                    <a:pt x="349756" y="45097"/>
                    <a:pt x="308129" y="0"/>
                    <a:pt x="230758" y="0"/>
                  </a:cubicBezTo>
                  <a:close/>
                  <a:moveTo>
                    <a:pt x="284149" y="251192"/>
                  </a:moveTo>
                  <a:lnTo>
                    <a:pt x="147051" y="251192"/>
                  </a:lnTo>
                  <a:cubicBezTo>
                    <a:pt x="90946" y="251192"/>
                    <a:pt x="65608" y="222781"/>
                    <a:pt x="65608" y="156939"/>
                  </a:cubicBezTo>
                  <a:cubicBezTo>
                    <a:pt x="65608" y="91097"/>
                    <a:pt x="90946" y="62685"/>
                    <a:pt x="147051" y="62685"/>
                  </a:cubicBezTo>
                  <a:lnTo>
                    <a:pt x="211754" y="62685"/>
                  </a:lnTo>
                  <a:cubicBezTo>
                    <a:pt x="263788" y="62685"/>
                    <a:pt x="284149" y="85234"/>
                    <a:pt x="284149" y="137998"/>
                  </a:cubicBezTo>
                  <a:lnTo>
                    <a:pt x="284149" y="251192"/>
                  </a:ln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292E4BF-6039-B34E-81A6-839D3DB2C490}"/>
                </a:ext>
              </a:extLst>
            </p:cNvPr>
            <p:cNvSpPr/>
            <p:nvPr/>
          </p:nvSpPr>
          <p:spPr>
            <a:xfrm>
              <a:off x="2384641" y="1206943"/>
              <a:ext cx="366537" cy="341837"/>
            </a:xfrm>
            <a:custGeom>
              <a:avLst/>
              <a:gdLst>
                <a:gd name="connsiteX0" fmla="*/ 143924 w 366537"/>
                <a:gd name="connsiteY0" fmla="*/ 65842 h 341837"/>
                <a:gd name="connsiteX1" fmla="*/ 333508 w 366537"/>
                <a:gd name="connsiteY1" fmla="*/ 65842 h 341837"/>
                <a:gd name="connsiteX2" fmla="*/ 366538 w 366537"/>
                <a:gd name="connsiteY2" fmla="*/ 32921 h 341837"/>
                <a:gd name="connsiteX3" fmla="*/ 333508 w 366537"/>
                <a:gd name="connsiteY3" fmla="*/ 0 h 341837"/>
                <a:gd name="connsiteX4" fmla="*/ 333508 w 366537"/>
                <a:gd name="connsiteY4" fmla="*/ 0 h 341837"/>
                <a:gd name="connsiteX5" fmla="*/ 143472 w 366537"/>
                <a:gd name="connsiteY5" fmla="*/ 0 h 341837"/>
                <a:gd name="connsiteX6" fmla="*/ 31713 w 366537"/>
                <a:gd name="connsiteY6" fmla="*/ 99665 h 341837"/>
                <a:gd name="connsiteX7" fmla="*/ 149807 w 366537"/>
                <a:gd name="connsiteY7" fmla="*/ 199330 h 341837"/>
                <a:gd name="connsiteX8" fmla="*/ 230798 w 366537"/>
                <a:gd name="connsiteY8" fmla="*/ 199330 h 341837"/>
                <a:gd name="connsiteX9" fmla="*/ 279664 w 366537"/>
                <a:gd name="connsiteY9" fmla="*/ 237663 h 341837"/>
                <a:gd name="connsiteX10" fmla="*/ 234870 w 366537"/>
                <a:gd name="connsiteY10" fmla="*/ 275094 h 341837"/>
                <a:gd name="connsiteX11" fmla="*/ 34880 w 366537"/>
                <a:gd name="connsiteY11" fmla="*/ 275094 h 341837"/>
                <a:gd name="connsiteX12" fmla="*/ 40 w 366537"/>
                <a:gd name="connsiteY12" fmla="*/ 307113 h 341837"/>
                <a:gd name="connsiteX13" fmla="*/ 32165 w 366537"/>
                <a:gd name="connsiteY13" fmla="*/ 341838 h 341837"/>
                <a:gd name="connsiteX14" fmla="*/ 34428 w 366537"/>
                <a:gd name="connsiteY14" fmla="*/ 341838 h 341837"/>
                <a:gd name="connsiteX15" fmla="*/ 234870 w 366537"/>
                <a:gd name="connsiteY15" fmla="*/ 341838 h 341837"/>
                <a:gd name="connsiteX16" fmla="*/ 347082 w 366537"/>
                <a:gd name="connsiteY16" fmla="*/ 238114 h 341837"/>
                <a:gd name="connsiteX17" fmla="*/ 228536 w 366537"/>
                <a:gd name="connsiteY17" fmla="*/ 141606 h 341837"/>
                <a:gd name="connsiteX18" fmla="*/ 147997 w 366537"/>
                <a:gd name="connsiteY18" fmla="*/ 141606 h 341837"/>
                <a:gd name="connsiteX19" fmla="*/ 99130 w 366537"/>
                <a:gd name="connsiteY19" fmla="*/ 104626 h 341837"/>
                <a:gd name="connsiteX20" fmla="*/ 143924 w 366537"/>
                <a:gd name="connsiteY20" fmla="*/ 65842 h 34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537" h="341837">
                  <a:moveTo>
                    <a:pt x="143924" y="65842"/>
                  </a:moveTo>
                  <a:lnTo>
                    <a:pt x="333508" y="65842"/>
                  </a:lnTo>
                  <a:cubicBezTo>
                    <a:pt x="351606" y="65842"/>
                    <a:pt x="366538" y="50960"/>
                    <a:pt x="366538" y="32921"/>
                  </a:cubicBezTo>
                  <a:cubicBezTo>
                    <a:pt x="366538" y="14882"/>
                    <a:pt x="351606" y="0"/>
                    <a:pt x="333508" y="0"/>
                  </a:cubicBezTo>
                  <a:cubicBezTo>
                    <a:pt x="333508" y="0"/>
                    <a:pt x="333508" y="0"/>
                    <a:pt x="333508" y="0"/>
                  </a:cubicBezTo>
                  <a:lnTo>
                    <a:pt x="143472" y="0"/>
                  </a:lnTo>
                  <a:cubicBezTo>
                    <a:pt x="63838" y="0"/>
                    <a:pt x="31713" y="38333"/>
                    <a:pt x="31713" y="99665"/>
                  </a:cubicBezTo>
                  <a:cubicBezTo>
                    <a:pt x="31713" y="151978"/>
                    <a:pt x="55241" y="199330"/>
                    <a:pt x="149807" y="199330"/>
                  </a:cubicBezTo>
                  <a:lnTo>
                    <a:pt x="230798" y="199330"/>
                  </a:lnTo>
                  <a:cubicBezTo>
                    <a:pt x="265185" y="199330"/>
                    <a:pt x="279664" y="210154"/>
                    <a:pt x="279664" y="237663"/>
                  </a:cubicBezTo>
                  <a:cubicBezTo>
                    <a:pt x="279664" y="265172"/>
                    <a:pt x="266543" y="275094"/>
                    <a:pt x="234870" y="275094"/>
                  </a:cubicBezTo>
                  <a:lnTo>
                    <a:pt x="34880" y="275094"/>
                  </a:lnTo>
                  <a:cubicBezTo>
                    <a:pt x="16329" y="274192"/>
                    <a:pt x="945" y="288623"/>
                    <a:pt x="40" y="307113"/>
                  </a:cubicBezTo>
                  <a:cubicBezTo>
                    <a:pt x="-865" y="325603"/>
                    <a:pt x="13614" y="340936"/>
                    <a:pt x="32165" y="341838"/>
                  </a:cubicBezTo>
                  <a:cubicBezTo>
                    <a:pt x="33070" y="341838"/>
                    <a:pt x="33975" y="341838"/>
                    <a:pt x="34428" y="341838"/>
                  </a:cubicBezTo>
                  <a:lnTo>
                    <a:pt x="234870" y="341838"/>
                  </a:lnTo>
                  <a:cubicBezTo>
                    <a:pt x="315409" y="341838"/>
                    <a:pt x="347082" y="298995"/>
                    <a:pt x="347082" y="238114"/>
                  </a:cubicBezTo>
                  <a:cubicBezTo>
                    <a:pt x="347082" y="184899"/>
                    <a:pt x="323101" y="141606"/>
                    <a:pt x="228536" y="141606"/>
                  </a:cubicBezTo>
                  <a:lnTo>
                    <a:pt x="147997" y="141606"/>
                  </a:lnTo>
                  <a:cubicBezTo>
                    <a:pt x="109537" y="141606"/>
                    <a:pt x="99130" y="128527"/>
                    <a:pt x="99130" y="104626"/>
                  </a:cubicBezTo>
                  <a:cubicBezTo>
                    <a:pt x="99130" y="78469"/>
                    <a:pt x="112252" y="65842"/>
                    <a:pt x="143924" y="6584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F2847A6-323A-EF4B-A01F-45500CDBB5E4}"/>
                </a:ext>
              </a:extLst>
            </p:cNvPr>
            <p:cNvSpPr/>
            <p:nvPr/>
          </p:nvSpPr>
          <p:spPr>
            <a:xfrm>
              <a:off x="788438" y="1133821"/>
              <a:ext cx="331090" cy="262474"/>
            </a:xfrm>
            <a:custGeom>
              <a:avLst/>
              <a:gdLst>
                <a:gd name="connsiteX0" fmla="*/ 297213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33425 w 331090"/>
                <a:gd name="connsiteY3" fmla="*/ 258022 h 262474"/>
                <a:gd name="connsiteX4" fmla="*/ 323003 w 331090"/>
                <a:gd name="connsiteY4" fmla="*/ 36594 h 262474"/>
                <a:gd name="connsiteX5" fmla="*/ 326623 w 331090"/>
                <a:gd name="connsiteY5" fmla="*/ 7732 h 262474"/>
                <a:gd name="connsiteX6" fmla="*/ 326623 w 331090"/>
                <a:gd name="connsiteY6" fmla="*/ 7732 h 262474"/>
                <a:gd name="connsiteX7" fmla="*/ 297213 w 331090"/>
                <a:gd name="connsiteY7" fmla="*/ 4124 h 262474"/>
                <a:gd name="connsiteX8" fmla="*/ 297213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213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cubicBezTo>
                    <a:pt x="11707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lnTo>
                    <a:pt x="326623" y="7732"/>
                  </a:lnTo>
                  <a:cubicBezTo>
                    <a:pt x="319384" y="-837"/>
                    <a:pt x="306714" y="-2641"/>
                    <a:pt x="297213" y="4124"/>
                  </a:cubicBezTo>
                  <a:cubicBezTo>
                    <a:pt x="297213" y="4124"/>
                    <a:pt x="297213" y="4124"/>
                    <a:pt x="297213" y="4124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45258BA-4D3A-B340-9ABB-9959A9BD99D3}"/>
                </a:ext>
              </a:extLst>
            </p:cNvPr>
            <p:cNvSpPr/>
            <p:nvPr/>
          </p:nvSpPr>
          <p:spPr>
            <a:xfrm>
              <a:off x="788438" y="1213765"/>
              <a:ext cx="354288" cy="280841"/>
            </a:xfrm>
            <a:custGeom>
              <a:avLst/>
              <a:gdLst>
                <a:gd name="connsiteX0" fmla="*/ 350151 w 354288"/>
                <a:gd name="connsiteY0" fmla="*/ 8060 h 280841"/>
                <a:gd name="connsiteX1" fmla="*/ 321193 w 354288"/>
                <a:gd name="connsiteY1" fmla="*/ 4452 h 280841"/>
                <a:gd name="connsiteX2" fmla="*/ 8087 w 354288"/>
                <a:gd name="connsiteY2" fmla="*/ 243919 h 280841"/>
                <a:gd name="connsiteX3" fmla="*/ 4467 w 354288"/>
                <a:gd name="connsiteY3" fmla="*/ 272781 h 280841"/>
                <a:gd name="connsiteX4" fmla="*/ 33425 w 354288"/>
                <a:gd name="connsiteY4" fmla="*/ 276389 h 280841"/>
                <a:gd name="connsiteX5" fmla="*/ 346531 w 354288"/>
                <a:gd name="connsiteY5" fmla="*/ 36922 h 280841"/>
                <a:gd name="connsiteX6" fmla="*/ 350151 w 354288"/>
                <a:gd name="connsiteY6" fmla="*/ 8060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288" h="280841">
                  <a:moveTo>
                    <a:pt x="350151" y="8060"/>
                  </a:moveTo>
                  <a:cubicBezTo>
                    <a:pt x="343364" y="-959"/>
                    <a:pt x="330243" y="-2763"/>
                    <a:pt x="321193" y="4452"/>
                  </a:cubicBezTo>
                  <a:lnTo>
                    <a:pt x="8087" y="243919"/>
                  </a:lnTo>
                  <a:cubicBezTo>
                    <a:pt x="-963" y="250684"/>
                    <a:pt x="-2772" y="263762"/>
                    <a:pt x="4467" y="272781"/>
                  </a:cubicBezTo>
                  <a:cubicBezTo>
                    <a:pt x="11254" y="281801"/>
                    <a:pt x="24376" y="283605"/>
                    <a:pt x="33425" y="276389"/>
                  </a:cubicBezTo>
                  <a:lnTo>
                    <a:pt x="346531" y="36922"/>
                  </a:lnTo>
                  <a:cubicBezTo>
                    <a:pt x="355128" y="30158"/>
                    <a:pt x="356938" y="17080"/>
                    <a:pt x="350151" y="8060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47398FC-B494-EE40-9F03-1AF15E9C1543}"/>
                </a:ext>
              </a:extLst>
            </p:cNvPr>
            <p:cNvSpPr/>
            <p:nvPr/>
          </p:nvSpPr>
          <p:spPr>
            <a:xfrm>
              <a:off x="786989" y="1036025"/>
              <a:ext cx="521792" cy="294296"/>
            </a:xfrm>
            <a:custGeom>
              <a:avLst/>
              <a:gdLst>
                <a:gd name="connsiteX0" fmla="*/ 4106 w 521792"/>
                <a:gd name="connsiteY0" fmla="*/ 254349 h 294296"/>
                <a:gd name="connsiteX1" fmla="*/ 33064 w 521792"/>
                <a:gd name="connsiteY1" fmla="*/ 257957 h 294296"/>
                <a:gd name="connsiteX2" fmla="*/ 33064 w 521792"/>
                <a:gd name="connsiteY2" fmla="*/ 257957 h 294296"/>
                <a:gd name="connsiteX3" fmla="*/ 309973 w 521792"/>
                <a:gd name="connsiteY3" fmla="*/ 46450 h 294296"/>
                <a:gd name="connsiteX4" fmla="*/ 467884 w 521792"/>
                <a:gd name="connsiteY4" fmla="*/ 166860 h 294296"/>
                <a:gd name="connsiteX5" fmla="*/ 350695 w 521792"/>
                <a:gd name="connsiteY5" fmla="*/ 256604 h 294296"/>
                <a:gd name="connsiteX6" fmla="*/ 344813 w 521792"/>
                <a:gd name="connsiteY6" fmla="*/ 285015 h 294296"/>
                <a:gd name="connsiteX7" fmla="*/ 373319 w 521792"/>
                <a:gd name="connsiteY7" fmla="*/ 290878 h 294296"/>
                <a:gd name="connsiteX8" fmla="*/ 375581 w 521792"/>
                <a:gd name="connsiteY8" fmla="*/ 289074 h 294296"/>
                <a:gd name="connsiteX9" fmla="*/ 514036 w 521792"/>
                <a:gd name="connsiteY9" fmla="*/ 183095 h 294296"/>
                <a:gd name="connsiteX10" fmla="*/ 514036 w 521792"/>
                <a:gd name="connsiteY10" fmla="*/ 183095 h 294296"/>
                <a:gd name="connsiteX11" fmla="*/ 515393 w 521792"/>
                <a:gd name="connsiteY11" fmla="*/ 181742 h 294296"/>
                <a:gd name="connsiteX12" fmla="*/ 515393 w 521792"/>
                <a:gd name="connsiteY12" fmla="*/ 181742 h 294296"/>
                <a:gd name="connsiteX13" fmla="*/ 517655 w 521792"/>
                <a:gd name="connsiteY13" fmla="*/ 179487 h 294296"/>
                <a:gd name="connsiteX14" fmla="*/ 514036 w 521792"/>
                <a:gd name="connsiteY14" fmla="*/ 150625 h 294296"/>
                <a:gd name="connsiteX15" fmla="*/ 322642 w 521792"/>
                <a:gd name="connsiteY15" fmla="*/ 4059 h 294296"/>
                <a:gd name="connsiteX16" fmla="*/ 312688 w 521792"/>
                <a:gd name="connsiteY16" fmla="*/ 0 h 294296"/>
                <a:gd name="connsiteX17" fmla="*/ 312688 w 521792"/>
                <a:gd name="connsiteY17" fmla="*/ 0 h 294296"/>
                <a:gd name="connsiteX18" fmla="*/ 310878 w 521792"/>
                <a:gd name="connsiteY18" fmla="*/ 0 h 294296"/>
                <a:gd name="connsiteX19" fmla="*/ 309068 w 521792"/>
                <a:gd name="connsiteY19" fmla="*/ 0 h 294296"/>
                <a:gd name="connsiteX20" fmla="*/ 307711 w 521792"/>
                <a:gd name="connsiteY20" fmla="*/ 0 h 294296"/>
                <a:gd name="connsiteX21" fmla="*/ 307711 w 521792"/>
                <a:gd name="connsiteY21" fmla="*/ 0 h 294296"/>
                <a:gd name="connsiteX22" fmla="*/ 297757 w 521792"/>
                <a:gd name="connsiteY22" fmla="*/ 4059 h 294296"/>
                <a:gd name="connsiteX23" fmla="*/ 8178 w 521792"/>
                <a:gd name="connsiteY23" fmla="*/ 225487 h 294296"/>
                <a:gd name="connsiteX24" fmla="*/ 4106 w 521792"/>
                <a:gd name="connsiteY24" fmla="*/ 254349 h 294296"/>
                <a:gd name="connsiteX25" fmla="*/ 4106 w 521792"/>
                <a:gd name="connsiteY25" fmla="*/ 254349 h 29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1792" h="294296">
                  <a:moveTo>
                    <a:pt x="4106" y="254349"/>
                  </a:moveTo>
                  <a:cubicBezTo>
                    <a:pt x="10893" y="263368"/>
                    <a:pt x="24015" y="265172"/>
                    <a:pt x="33064" y="257957"/>
                  </a:cubicBezTo>
                  <a:cubicBezTo>
                    <a:pt x="33064" y="257957"/>
                    <a:pt x="33064" y="257957"/>
                    <a:pt x="33064" y="257957"/>
                  </a:cubicBezTo>
                  <a:lnTo>
                    <a:pt x="309973" y="46450"/>
                  </a:lnTo>
                  <a:lnTo>
                    <a:pt x="467884" y="166860"/>
                  </a:lnTo>
                  <a:lnTo>
                    <a:pt x="350695" y="256604"/>
                  </a:lnTo>
                  <a:cubicBezTo>
                    <a:pt x="341194" y="262917"/>
                    <a:pt x="338479" y="275545"/>
                    <a:pt x="344813" y="285015"/>
                  </a:cubicBezTo>
                  <a:cubicBezTo>
                    <a:pt x="351148" y="294486"/>
                    <a:pt x="363817" y="297191"/>
                    <a:pt x="373319" y="290878"/>
                  </a:cubicBezTo>
                  <a:cubicBezTo>
                    <a:pt x="374224" y="290427"/>
                    <a:pt x="375129" y="289525"/>
                    <a:pt x="375581" y="289074"/>
                  </a:cubicBezTo>
                  <a:lnTo>
                    <a:pt x="514036" y="183095"/>
                  </a:lnTo>
                  <a:lnTo>
                    <a:pt x="514036" y="183095"/>
                  </a:lnTo>
                  <a:lnTo>
                    <a:pt x="515393" y="181742"/>
                  </a:lnTo>
                  <a:lnTo>
                    <a:pt x="515393" y="181742"/>
                  </a:lnTo>
                  <a:cubicBezTo>
                    <a:pt x="516298" y="180840"/>
                    <a:pt x="516750" y="180389"/>
                    <a:pt x="517655" y="179487"/>
                  </a:cubicBezTo>
                  <a:cubicBezTo>
                    <a:pt x="524442" y="170468"/>
                    <a:pt x="522632" y="157390"/>
                    <a:pt x="514036" y="150625"/>
                  </a:cubicBezTo>
                  <a:lnTo>
                    <a:pt x="322642" y="4059"/>
                  </a:lnTo>
                  <a:cubicBezTo>
                    <a:pt x="319928" y="1804"/>
                    <a:pt x="316308" y="451"/>
                    <a:pt x="312688" y="0"/>
                  </a:cubicBezTo>
                  <a:lnTo>
                    <a:pt x="312688" y="0"/>
                  </a:lnTo>
                  <a:lnTo>
                    <a:pt x="310878" y="0"/>
                  </a:lnTo>
                  <a:lnTo>
                    <a:pt x="309068" y="0"/>
                  </a:lnTo>
                  <a:lnTo>
                    <a:pt x="307711" y="0"/>
                  </a:lnTo>
                  <a:lnTo>
                    <a:pt x="307711" y="0"/>
                  </a:lnTo>
                  <a:cubicBezTo>
                    <a:pt x="304091" y="451"/>
                    <a:pt x="300924" y="1804"/>
                    <a:pt x="297757" y="4059"/>
                  </a:cubicBezTo>
                  <a:lnTo>
                    <a:pt x="8178" y="225487"/>
                  </a:lnTo>
                  <a:cubicBezTo>
                    <a:pt x="-871" y="232251"/>
                    <a:pt x="-2681" y="245329"/>
                    <a:pt x="4106" y="254349"/>
                  </a:cubicBezTo>
                  <a:cubicBezTo>
                    <a:pt x="4106" y="254349"/>
                    <a:pt x="4106" y="254349"/>
                    <a:pt x="4106" y="254349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9273B00-7BBB-DA48-BD4D-74E15EE0097E}"/>
                </a:ext>
              </a:extLst>
            </p:cNvPr>
            <p:cNvSpPr/>
            <p:nvPr/>
          </p:nvSpPr>
          <p:spPr>
            <a:xfrm>
              <a:off x="1078922" y="1299779"/>
              <a:ext cx="331090" cy="262474"/>
            </a:xfrm>
            <a:custGeom>
              <a:avLst/>
              <a:gdLst>
                <a:gd name="connsiteX0" fmla="*/ 297665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4467 w 331090"/>
                <a:gd name="connsiteY3" fmla="*/ 254414 h 262474"/>
                <a:gd name="connsiteX4" fmla="*/ 33425 w 331090"/>
                <a:gd name="connsiteY4" fmla="*/ 258022 h 262474"/>
                <a:gd name="connsiteX5" fmla="*/ 323003 w 331090"/>
                <a:gd name="connsiteY5" fmla="*/ 36594 h 262474"/>
                <a:gd name="connsiteX6" fmla="*/ 326623 w 331090"/>
                <a:gd name="connsiteY6" fmla="*/ 7732 h 262474"/>
                <a:gd name="connsiteX7" fmla="*/ 297665 w 331090"/>
                <a:gd name="connsiteY7" fmla="*/ 4124 h 262474"/>
                <a:gd name="connsiteX8" fmla="*/ 297665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665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lnTo>
                    <a:pt x="4467" y="254414"/>
                  </a:lnTo>
                  <a:cubicBezTo>
                    <a:pt x="11254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cubicBezTo>
                    <a:pt x="319384" y="-837"/>
                    <a:pt x="306714" y="-2641"/>
                    <a:pt x="297665" y="4124"/>
                  </a:cubicBezTo>
                  <a:lnTo>
                    <a:pt x="297665" y="4124"/>
                  </a:ln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6731F50-B3C7-804A-B1C0-D4F47F27A04E}"/>
                </a:ext>
              </a:extLst>
            </p:cNvPr>
            <p:cNvSpPr/>
            <p:nvPr/>
          </p:nvSpPr>
          <p:spPr>
            <a:xfrm>
              <a:off x="1055302" y="1201138"/>
              <a:ext cx="354709" cy="280841"/>
            </a:xfrm>
            <a:custGeom>
              <a:avLst/>
              <a:gdLst>
                <a:gd name="connsiteX0" fmla="*/ 4106 w 354709"/>
                <a:gd name="connsiteY0" fmla="*/ 272781 h 280841"/>
                <a:gd name="connsiteX1" fmla="*/ 33064 w 354709"/>
                <a:gd name="connsiteY1" fmla="*/ 276389 h 280841"/>
                <a:gd name="connsiteX2" fmla="*/ 346623 w 354709"/>
                <a:gd name="connsiteY2" fmla="*/ 36922 h 280841"/>
                <a:gd name="connsiteX3" fmla="*/ 350243 w 354709"/>
                <a:gd name="connsiteY3" fmla="*/ 8060 h 280841"/>
                <a:gd name="connsiteX4" fmla="*/ 321285 w 354709"/>
                <a:gd name="connsiteY4" fmla="*/ 4452 h 280841"/>
                <a:gd name="connsiteX5" fmla="*/ 8178 w 354709"/>
                <a:gd name="connsiteY5" fmla="*/ 243919 h 280841"/>
                <a:gd name="connsiteX6" fmla="*/ 4106 w 354709"/>
                <a:gd name="connsiteY6" fmla="*/ 272781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709" h="280841">
                  <a:moveTo>
                    <a:pt x="4106" y="272781"/>
                  </a:moveTo>
                  <a:cubicBezTo>
                    <a:pt x="10893" y="281801"/>
                    <a:pt x="24015" y="283605"/>
                    <a:pt x="33064" y="276389"/>
                  </a:cubicBezTo>
                  <a:lnTo>
                    <a:pt x="346623" y="36922"/>
                  </a:lnTo>
                  <a:cubicBezTo>
                    <a:pt x="355672" y="30158"/>
                    <a:pt x="357482" y="17080"/>
                    <a:pt x="350243" y="8060"/>
                  </a:cubicBezTo>
                  <a:cubicBezTo>
                    <a:pt x="343456" y="-959"/>
                    <a:pt x="330334" y="-2763"/>
                    <a:pt x="321285" y="4452"/>
                  </a:cubicBezTo>
                  <a:lnTo>
                    <a:pt x="8178" y="243919"/>
                  </a:lnTo>
                  <a:cubicBezTo>
                    <a:pt x="-871" y="250684"/>
                    <a:pt x="-2681" y="263762"/>
                    <a:pt x="4106" y="272781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5369757-4F7C-6F4F-A72E-52A9317231EF}"/>
                </a:ext>
              </a:extLst>
            </p:cNvPr>
            <p:cNvSpPr/>
            <p:nvPr/>
          </p:nvSpPr>
          <p:spPr>
            <a:xfrm>
              <a:off x="888763" y="1366194"/>
              <a:ext cx="522276" cy="293526"/>
            </a:xfrm>
            <a:custGeom>
              <a:avLst/>
              <a:gdLst>
                <a:gd name="connsiteX0" fmla="*/ 518139 w 522276"/>
                <a:gd name="connsiteY0" fmla="*/ 39628 h 293526"/>
                <a:gd name="connsiteX1" fmla="*/ 518139 w 522276"/>
                <a:gd name="connsiteY1" fmla="*/ 39628 h 293526"/>
                <a:gd name="connsiteX2" fmla="*/ 489181 w 522276"/>
                <a:gd name="connsiteY2" fmla="*/ 36020 h 293526"/>
                <a:gd name="connsiteX3" fmla="*/ 212272 w 522276"/>
                <a:gd name="connsiteY3" fmla="*/ 247527 h 293526"/>
                <a:gd name="connsiteX4" fmla="*/ 54361 w 522276"/>
                <a:gd name="connsiteY4" fmla="*/ 126666 h 293526"/>
                <a:gd name="connsiteX5" fmla="*/ 171550 w 522276"/>
                <a:gd name="connsiteY5" fmla="*/ 36922 h 293526"/>
                <a:gd name="connsiteX6" fmla="*/ 175170 w 522276"/>
                <a:gd name="connsiteY6" fmla="*/ 8060 h 293526"/>
                <a:gd name="connsiteX7" fmla="*/ 146212 w 522276"/>
                <a:gd name="connsiteY7" fmla="*/ 4452 h 293526"/>
                <a:gd name="connsiteX8" fmla="*/ 7757 w 522276"/>
                <a:gd name="connsiteY8" fmla="*/ 110431 h 293526"/>
                <a:gd name="connsiteX9" fmla="*/ 7757 w 522276"/>
                <a:gd name="connsiteY9" fmla="*/ 110431 h 293526"/>
                <a:gd name="connsiteX10" fmla="*/ 6400 w 522276"/>
                <a:gd name="connsiteY10" fmla="*/ 111784 h 293526"/>
                <a:gd name="connsiteX11" fmla="*/ 6400 w 522276"/>
                <a:gd name="connsiteY11" fmla="*/ 111784 h 293526"/>
                <a:gd name="connsiteX12" fmla="*/ 4138 w 522276"/>
                <a:gd name="connsiteY12" fmla="*/ 114039 h 293526"/>
                <a:gd name="connsiteX13" fmla="*/ 7757 w 522276"/>
                <a:gd name="connsiteY13" fmla="*/ 142901 h 293526"/>
                <a:gd name="connsiteX14" fmla="*/ 199603 w 522276"/>
                <a:gd name="connsiteY14" fmla="*/ 289467 h 293526"/>
                <a:gd name="connsiteX15" fmla="*/ 209557 w 522276"/>
                <a:gd name="connsiteY15" fmla="*/ 293526 h 293526"/>
                <a:gd name="connsiteX16" fmla="*/ 209557 w 522276"/>
                <a:gd name="connsiteY16" fmla="*/ 293526 h 293526"/>
                <a:gd name="connsiteX17" fmla="*/ 211367 w 522276"/>
                <a:gd name="connsiteY17" fmla="*/ 293526 h 293526"/>
                <a:gd name="connsiteX18" fmla="*/ 213177 w 522276"/>
                <a:gd name="connsiteY18" fmla="*/ 293526 h 293526"/>
                <a:gd name="connsiteX19" fmla="*/ 214987 w 522276"/>
                <a:gd name="connsiteY19" fmla="*/ 293526 h 293526"/>
                <a:gd name="connsiteX20" fmla="*/ 214987 w 522276"/>
                <a:gd name="connsiteY20" fmla="*/ 293526 h 293526"/>
                <a:gd name="connsiteX21" fmla="*/ 224941 w 522276"/>
                <a:gd name="connsiteY21" fmla="*/ 289467 h 293526"/>
                <a:gd name="connsiteX22" fmla="*/ 514519 w 522276"/>
                <a:gd name="connsiteY22" fmla="*/ 68040 h 293526"/>
                <a:gd name="connsiteX23" fmla="*/ 518139 w 522276"/>
                <a:gd name="connsiteY23" fmla="*/ 39628 h 293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2276" h="293526">
                  <a:moveTo>
                    <a:pt x="518139" y="39628"/>
                  </a:moveTo>
                  <a:lnTo>
                    <a:pt x="518139" y="39628"/>
                  </a:lnTo>
                  <a:cubicBezTo>
                    <a:pt x="511352" y="30609"/>
                    <a:pt x="498231" y="28805"/>
                    <a:pt x="489181" y="36020"/>
                  </a:cubicBezTo>
                  <a:lnTo>
                    <a:pt x="212272" y="247527"/>
                  </a:lnTo>
                  <a:lnTo>
                    <a:pt x="54361" y="126666"/>
                  </a:lnTo>
                  <a:lnTo>
                    <a:pt x="171550" y="36922"/>
                  </a:lnTo>
                  <a:cubicBezTo>
                    <a:pt x="180599" y="30158"/>
                    <a:pt x="182409" y="17080"/>
                    <a:pt x="175170" y="8060"/>
                  </a:cubicBezTo>
                  <a:cubicBezTo>
                    <a:pt x="168383" y="-959"/>
                    <a:pt x="155261" y="-2763"/>
                    <a:pt x="146212" y="4452"/>
                  </a:cubicBezTo>
                  <a:lnTo>
                    <a:pt x="7757" y="110431"/>
                  </a:lnTo>
                  <a:lnTo>
                    <a:pt x="7757" y="110431"/>
                  </a:lnTo>
                  <a:cubicBezTo>
                    <a:pt x="7305" y="110882"/>
                    <a:pt x="6852" y="111333"/>
                    <a:pt x="6400" y="111784"/>
                  </a:cubicBezTo>
                  <a:lnTo>
                    <a:pt x="6400" y="111784"/>
                  </a:lnTo>
                  <a:cubicBezTo>
                    <a:pt x="5495" y="112686"/>
                    <a:pt x="5042" y="113137"/>
                    <a:pt x="4138" y="114039"/>
                  </a:cubicBezTo>
                  <a:cubicBezTo>
                    <a:pt x="-2649" y="123058"/>
                    <a:pt x="-840" y="135686"/>
                    <a:pt x="7757" y="142901"/>
                  </a:cubicBezTo>
                  <a:lnTo>
                    <a:pt x="199603" y="289467"/>
                  </a:lnTo>
                  <a:cubicBezTo>
                    <a:pt x="202318" y="291722"/>
                    <a:pt x="205937" y="293075"/>
                    <a:pt x="209557" y="293526"/>
                  </a:cubicBezTo>
                  <a:lnTo>
                    <a:pt x="209557" y="293526"/>
                  </a:lnTo>
                  <a:lnTo>
                    <a:pt x="211367" y="293526"/>
                  </a:lnTo>
                  <a:lnTo>
                    <a:pt x="213177" y="293526"/>
                  </a:lnTo>
                  <a:lnTo>
                    <a:pt x="214987" y="293526"/>
                  </a:lnTo>
                  <a:lnTo>
                    <a:pt x="214987" y="293526"/>
                  </a:lnTo>
                  <a:cubicBezTo>
                    <a:pt x="218606" y="293075"/>
                    <a:pt x="221774" y="291722"/>
                    <a:pt x="224941" y="289467"/>
                  </a:cubicBezTo>
                  <a:lnTo>
                    <a:pt x="514519" y="68040"/>
                  </a:lnTo>
                  <a:cubicBezTo>
                    <a:pt x="523116" y="61275"/>
                    <a:pt x="524926" y="48648"/>
                    <a:pt x="518139" y="3962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098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LG Img - Dark">
    <p:bg>
      <p:bgPr>
        <a:gradFill>
          <a:gsLst>
            <a:gs pos="0">
              <a:srgbClr val="003D8D"/>
            </a:gs>
            <a:gs pos="90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26BA296F-E329-4840-BED2-8D339ABCAE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02"/>
          <a:stretch/>
        </p:blipFill>
        <p:spPr>
          <a:xfrm>
            <a:off x="0" y="0"/>
            <a:ext cx="12196119" cy="685800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FE67B1-B67D-4013-8614-FA44269701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6628" y="0"/>
            <a:ext cx="5965367" cy="6858000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B62DBA8-554A-454E-B88C-EB7DE5BBD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8900" y="5314461"/>
            <a:ext cx="3007970" cy="849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[Customer logo here – if applicable]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473D271-7799-F44D-B86F-251BA01BB3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166698"/>
            <a:ext cx="4521949" cy="43088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>
              <a:defRPr lang="en-US" sz="2700" b="1" dirty="0">
                <a:solidFill>
                  <a:schemeClr val="bg1"/>
                </a:solidFill>
                <a:latin typeface="Raleway ExtraBold" panose="020B0003030101060003" pitchFamily="34" charset="0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page title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E54D8681-A932-4649-B365-3B53D21BB9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4133258"/>
            <a:ext cx="4521949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100"/>
              </a:spcAft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A20456-50AF-5246-B423-45ACC68243C7}"/>
              </a:ext>
            </a:extLst>
          </p:cNvPr>
          <p:cNvCxnSpPr>
            <a:cxnSpLocks/>
          </p:cNvCxnSpPr>
          <p:nvPr userDrawn="1"/>
        </p:nvCxnSpPr>
        <p:spPr>
          <a:xfrm>
            <a:off x="787024" y="3856139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C5152D33-FD11-A34C-8FD3-9D0AE20408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2020223"/>
            <a:ext cx="4521948" cy="25276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(Category tag or date)</a:t>
            </a:r>
          </a:p>
        </p:txBody>
      </p:sp>
      <p:grpSp>
        <p:nvGrpSpPr>
          <p:cNvPr id="12" name="Graphic 17">
            <a:extLst>
              <a:ext uri="{FF2B5EF4-FFF2-40B4-BE49-F238E27FC236}">
                <a16:creationId xmlns:a16="http://schemas.microsoft.com/office/drawing/2014/main" id="{8F27D195-DCD2-2C4E-958C-01B12EB38BC4}"/>
              </a:ext>
            </a:extLst>
          </p:cNvPr>
          <p:cNvGrpSpPr/>
          <p:nvPr userDrawn="1"/>
        </p:nvGrpSpPr>
        <p:grpSpPr>
          <a:xfrm>
            <a:off x="786989" y="1035574"/>
            <a:ext cx="1964189" cy="625048"/>
            <a:chOff x="786989" y="1035574"/>
            <a:chExt cx="1964189" cy="625048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06F88D9-DF5E-DF40-B447-FB26C163F209}"/>
                </a:ext>
              </a:extLst>
            </p:cNvPr>
            <p:cNvSpPr/>
            <p:nvPr/>
          </p:nvSpPr>
          <p:spPr>
            <a:xfrm>
              <a:off x="1554406" y="1035574"/>
              <a:ext cx="332113" cy="512756"/>
            </a:xfrm>
            <a:custGeom>
              <a:avLst/>
              <a:gdLst>
                <a:gd name="connsiteX0" fmla="*/ 174199 w 332113"/>
                <a:gd name="connsiteY0" fmla="*/ 167762 h 512756"/>
                <a:gd name="connsiteX1" fmla="*/ 63345 w 332113"/>
                <a:gd name="connsiteY1" fmla="*/ 167762 h 512756"/>
                <a:gd name="connsiteX2" fmla="*/ 63345 w 332113"/>
                <a:gd name="connsiteY2" fmla="*/ 31568 h 512756"/>
                <a:gd name="connsiteX3" fmla="*/ 63345 w 332113"/>
                <a:gd name="connsiteY3" fmla="*/ 31568 h 512756"/>
                <a:gd name="connsiteX4" fmla="*/ 31673 w 332113"/>
                <a:gd name="connsiteY4" fmla="*/ 0 h 512756"/>
                <a:gd name="connsiteX5" fmla="*/ 0 w 332113"/>
                <a:gd name="connsiteY5" fmla="*/ 31568 h 512756"/>
                <a:gd name="connsiteX6" fmla="*/ 0 w 332113"/>
                <a:gd name="connsiteY6" fmla="*/ 31568 h 512756"/>
                <a:gd name="connsiteX7" fmla="*/ 0 w 332113"/>
                <a:gd name="connsiteY7" fmla="*/ 480737 h 512756"/>
                <a:gd name="connsiteX8" fmla="*/ 31673 w 332113"/>
                <a:gd name="connsiteY8" fmla="*/ 512306 h 512756"/>
                <a:gd name="connsiteX9" fmla="*/ 63345 w 332113"/>
                <a:gd name="connsiteY9" fmla="*/ 480737 h 512756"/>
                <a:gd name="connsiteX10" fmla="*/ 63345 w 332113"/>
                <a:gd name="connsiteY10" fmla="*/ 228192 h 512756"/>
                <a:gd name="connsiteX11" fmla="*/ 174199 w 332113"/>
                <a:gd name="connsiteY11" fmla="*/ 228192 h 512756"/>
                <a:gd name="connsiteX12" fmla="*/ 268765 w 332113"/>
                <a:gd name="connsiteY12" fmla="*/ 304858 h 512756"/>
                <a:gd name="connsiteX13" fmla="*/ 268765 w 332113"/>
                <a:gd name="connsiteY13" fmla="*/ 481188 h 512756"/>
                <a:gd name="connsiteX14" fmla="*/ 268765 w 332113"/>
                <a:gd name="connsiteY14" fmla="*/ 481188 h 512756"/>
                <a:gd name="connsiteX15" fmla="*/ 300437 w 332113"/>
                <a:gd name="connsiteY15" fmla="*/ 512757 h 512756"/>
                <a:gd name="connsiteX16" fmla="*/ 332110 w 332113"/>
                <a:gd name="connsiteY16" fmla="*/ 481188 h 512756"/>
                <a:gd name="connsiteX17" fmla="*/ 332110 w 332113"/>
                <a:gd name="connsiteY17" fmla="*/ 304858 h 512756"/>
                <a:gd name="connsiteX18" fmla="*/ 174199 w 332113"/>
                <a:gd name="connsiteY18" fmla="*/ 167762 h 512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2113" h="512756">
                  <a:moveTo>
                    <a:pt x="174199" y="167762"/>
                  </a:moveTo>
                  <a:lnTo>
                    <a:pt x="63345" y="167762"/>
                  </a:lnTo>
                  <a:lnTo>
                    <a:pt x="63345" y="31568"/>
                  </a:lnTo>
                  <a:lnTo>
                    <a:pt x="63345" y="31568"/>
                  </a:lnTo>
                  <a:cubicBezTo>
                    <a:pt x="63345" y="13980"/>
                    <a:pt x="49319" y="0"/>
                    <a:pt x="31673" y="0"/>
                  </a:cubicBezTo>
                  <a:cubicBezTo>
                    <a:pt x="14026" y="0"/>
                    <a:pt x="0" y="13980"/>
                    <a:pt x="0" y="31568"/>
                  </a:cubicBezTo>
                  <a:lnTo>
                    <a:pt x="0" y="31568"/>
                  </a:lnTo>
                  <a:lnTo>
                    <a:pt x="0" y="480737"/>
                  </a:lnTo>
                  <a:cubicBezTo>
                    <a:pt x="0" y="498325"/>
                    <a:pt x="14026" y="512306"/>
                    <a:pt x="31673" y="512306"/>
                  </a:cubicBezTo>
                  <a:cubicBezTo>
                    <a:pt x="49319" y="512306"/>
                    <a:pt x="63345" y="498325"/>
                    <a:pt x="63345" y="480737"/>
                  </a:cubicBezTo>
                  <a:lnTo>
                    <a:pt x="63345" y="228192"/>
                  </a:lnTo>
                  <a:lnTo>
                    <a:pt x="174199" y="228192"/>
                  </a:lnTo>
                  <a:cubicBezTo>
                    <a:pt x="239807" y="228192"/>
                    <a:pt x="268765" y="256604"/>
                    <a:pt x="268765" y="304858"/>
                  </a:cubicBezTo>
                  <a:lnTo>
                    <a:pt x="268765" y="481188"/>
                  </a:lnTo>
                  <a:lnTo>
                    <a:pt x="268765" y="481188"/>
                  </a:lnTo>
                  <a:cubicBezTo>
                    <a:pt x="268765" y="498776"/>
                    <a:pt x="282791" y="512757"/>
                    <a:pt x="300437" y="512757"/>
                  </a:cubicBezTo>
                  <a:cubicBezTo>
                    <a:pt x="318084" y="512757"/>
                    <a:pt x="332110" y="498776"/>
                    <a:pt x="332110" y="481188"/>
                  </a:cubicBezTo>
                  <a:lnTo>
                    <a:pt x="332110" y="304858"/>
                  </a:lnTo>
                  <a:cubicBezTo>
                    <a:pt x="332563" y="218722"/>
                    <a:pt x="280529" y="167762"/>
                    <a:pt x="174199" y="16776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7E6023E-5376-6943-918F-9B7AEF05DC50}"/>
                </a:ext>
              </a:extLst>
            </p:cNvPr>
            <p:cNvSpPr/>
            <p:nvPr/>
          </p:nvSpPr>
          <p:spPr>
            <a:xfrm>
              <a:off x="1959363" y="1206943"/>
              <a:ext cx="350208" cy="453679"/>
            </a:xfrm>
            <a:custGeom>
              <a:avLst/>
              <a:gdLst>
                <a:gd name="connsiteX0" fmla="*/ 230758 w 350208"/>
                <a:gd name="connsiteY0" fmla="*/ 0 h 453679"/>
                <a:gd name="connsiteX1" fmla="*/ 140717 w 350208"/>
                <a:gd name="connsiteY1" fmla="*/ 0 h 453679"/>
                <a:gd name="connsiteX2" fmla="*/ 0 w 350208"/>
                <a:gd name="connsiteY2" fmla="*/ 154684 h 453679"/>
                <a:gd name="connsiteX3" fmla="*/ 140717 w 350208"/>
                <a:gd name="connsiteY3" fmla="*/ 310270 h 453679"/>
                <a:gd name="connsiteX4" fmla="*/ 284149 w 350208"/>
                <a:gd name="connsiteY4" fmla="*/ 310270 h 453679"/>
                <a:gd name="connsiteX5" fmla="*/ 284149 w 350208"/>
                <a:gd name="connsiteY5" fmla="*/ 325152 h 453679"/>
                <a:gd name="connsiteX6" fmla="*/ 219446 w 350208"/>
                <a:gd name="connsiteY6" fmla="*/ 390994 h 453679"/>
                <a:gd name="connsiteX7" fmla="*/ 33482 w 350208"/>
                <a:gd name="connsiteY7" fmla="*/ 390994 h 453679"/>
                <a:gd name="connsiteX8" fmla="*/ 905 w 350208"/>
                <a:gd name="connsiteY8" fmla="*/ 421209 h 453679"/>
                <a:gd name="connsiteX9" fmla="*/ 31220 w 350208"/>
                <a:gd name="connsiteY9" fmla="*/ 453679 h 453679"/>
                <a:gd name="connsiteX10" fmla="*/ 33482 w 350208"/>
                <a:gd name="connsiteY10" fmla="*/ 453679 h 453679"/>
                <a:gd name="connsiteX11" fmla="*/ 227138 w 350208"/>
                <a:gd name="connsiteY11" fmla="*/ 453679 h 453679"/>
                <a:gd name="connsiteX12" fmla="*/ 350209 w 350208"/>
                <a:gd name="connsiteY12" fmla="*/ 325603 h 453679"/>
                <a:gd name="connsiteX13" fmla="*/ 350209 w 350208"/>
                <a:gd name="connsiteY13" fmla="*/ 138449 h 453679"/>
                <a:gd name="connsiteX14" fmla="*/ 230758 w 350208"/>
                <a:gd name="connsiteY14" fmla="*/ 0 h 453679"/>
                <a:gd name="connsiteX15" fmla="*/ 284149 w 350208"/>
                <a:gd name="connsiteY15" fmla="*/ 251192 h 453679"/>
                <a:gd name="connsiteX16" fmla="*/ 147051 w 350208"/>
                <a:gd name="connsiteY16" fmla="*/ 251192 h 453679"/>
                <a:gd name="connsiteX17" fmla="*/ 65608 w 350208"/>
                <a:gd name="connsiteY17" fmla="*/ 156939 h 453679"/>
                <a:gd name="connsiteX18" fmla="*/ 147051 w 350208"/>
                <a:gd name="connsiteY18" fmla="*/ 62685 h 453679"/>
                <a:gd name="connsiteX19" fmla="*/ 211754 w 350208"/>
                <a:gd name="connsiteY19" fmla="*/ 62685 h 453679"/>
                <a:gd name="connsiteX20" fmla="*/ 284149 w 350208"/>
                <a:gd name="connsiteY20" fmla="*/ 137998 h 453679"/>
                <a:gd name="connsiteX21" fmla="*/ 284149 w 350208"/>
                <a:gd name="connsiteY21" fmla="*/ 251192 h 45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0208" h="453679">
                  <a:moveTo>
                    <a:pt x="230758" y="0"/>
                  </a:moveTo>
                  <a:lnTo>
                    <a:pt x="140717" y="0"/>
                  </a:lnTo>
                  <a:cubicBezTo>
                    <a:pt x="53843" y="0"/>
                    <a:pt x="0" y="50058"/>
                    <a:pt x="0" y="154684"/>
                  </a:cubicBezTo>
                  <a:cubicBezTo>
                    <a:pt x="0" y="259310"/>
                    <a:pt x="54296" y="310270"/>
                    <a:pt x="140717" y="310270"/>
                  </a:cubicBezTo>
                  <a:lnTo>
                    <a:pt x="284149" y="310270"/>
                  </a:lnTo>
                  <a:lnTo>
                    <a:pt x="284149" y="325152"/>
                  </a:lnTo>
                  <a:cubicBezTo>
                    <a:pt x="284149" y="371602"/>
                    <a:pt x="268312" y="390994"/>
                    <a:pt x="219446" y="390994"/>
                  </a:cubicBezTo>
                  <a:lnTo>
                    <a:pt x="33482" y="390994"/>
                  </a:lnTo>
                  <a:cubicBezTo>
                    <a:pt x="16289" y="390543"/>
                    <a:pt x="1357" y="403621"/>
                    <a:pt x="905" y="421209"/>
                  </a:cubicBezTo>
                  <a:cubicBezTo>
                    <a:pt x="452" y="438346"/>
                    <a:pt x="13574" y="453228"/>
                    <a:pt x="31220" y="453679"/>
                  </a:cubicBezTo>
                  <a:cubicBezTo>
                    <a:pt x="32125" y="453679"/>
                    <a:pt x="33030" y="453679"/>
                    <a:pt x="33482" y="453679"/>
                  </a:cubicBezTo>
                  <a:lnTo>
                    <a:pt x="227138" y="453679"/>
                  </a:lnTo>
                  <a:cubicBezTo>
                    <a:pt x="318084" y="453679"/>
                    <a:pt x="350209" y="417601"/>
                    <a:pt x="350209" y="325603"/>
                  </a:cubicBezTo>
                  <a:lnTo>
                    <a:pt x="350209" y="138449"/>
                  </a:lnTo>
                  <a:cubicBezTo>
                    <a:pt x="349756" y="45097"/>
                    <a:pt x="308129" y="0"/>
                    <a:pt x="230758" y="0"/>
                  </a:cubicBezTo>
                  <a:close/>
                  <a:moveTo>
                    <a:pt x="284149" y="251192"/>
                  </a:moveTo>
                  <a:lnTo>
                    <a:pt x="147051" y="251192"/>
                  </a:lnTo>
                  <a:cubicBezTo>
                    <a:pt x="90946" y="251192"/>
                    <a:pt x="65608" y="222781"/>
                    <a:pt x="65608" y="156939"/>
                  </a:cubicBezTo>
                  <a:cubicBezTo>
                    <a:pt x="65608" y="91097"/>
                    <a:pt x="90946" y="62685"/>
                    <a:pt x="147051" y="62685"/>
                  </a:cubicBezTo>
                  <a:lnTo>
                    <a:pt x="211754" y="62685"/>
                  </a:lnTo>
                  <a:cubicBezTo>
                    <a:pt x="263788" y="62685"/>
                    <a:pt x="284149" y="85234"/>
                    <a:pt x="284149" y="137998"/>
                  </a:cubicBezTo>
                  <a:lnTo>
                    <a:pt x="284149" y="251192"/>
                  </a:ln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874BFCB-34ED-A64C-8D1E-CA7B1D3EAF25}"/>
                </a:ext>
              </a:extLst>
            </p:cNvPr>
            <p:cNvSpPr/>
            <p:nvPr/>
          </p:nvSpPr>
          <p:spPr>
            <a:xfrm>
              <a:off x="2384641" y="1206943"/>
              <a:ext cx="366537" cy="341837"/>
            </a:xfrm>
            <a:custGeom>
              <a:avLst/>
              <a:gdLst>
                <a:gd name="connsiteX0" fmla="*/ 143924 w 366537"/>
                <a:gd name="connsiteY0" fmla="*/ 65842 h 341837"/>
                <a:gd name="connsiteX1" fmla="*/ 333508 w 366537"/>
                <a:gd name="connsiteY1" fmla="*/ 65842 h 341837"/>
                <a:gd name="connsiteX2" fmla="*/ 366538 w 366537"/>
                <a:gd name="connsiteY2" fmla="*/ 32921 h 341837"/>
                <a:gd name="connsiteX3" fmla="*/ 333508 w 366537"/>
                <a:gd name="connsiteY3" fmla="*/ 0 h 341837"/>
                <a:gd name="connsiteX4" fmla="*/ 333508 w 366537"/>
                <a:gd name="connsiteY4" fmla="*/ 0 h 341837"/>
                <a:gd name="connsiteX5" fmla="*/ 143472 w 366537"/>
                <a:gd name="connsiteY5" fmla="*/ 0 h 341837"/>
                <a:gd name="connsiteX6" fmla="*/ 31713 w 366537"/>
                <a:gd name="connsiteY6" fmla="*/ 99665 h 341837"/>
                <a:gd name="connsiteX7" fmla="*/ 149807 w 366537"/>
                <a:gd name="connsiteY7" fmla="*/ 199330 h 341837"/>
                <a:gd name="connsiteX8" fmla="*/ 230798 w 366537"/>
                <a:gd name="connsiteY8" fmla="*/ 199330 h 341837"/>
                <a:gd name="connsiteX9" fmla="*/ 279664 w 366537"/>
                <a:gd name="connsiteY9" fmla="*/ 237663 h 341837"/>
                <a:gd name="connsiteX10" fmla="*/ 234870 w 366537"/>
                <a:gd name="connsiteY10" fmla="*/ 275094 h 341837"/>
                <a:gd name="connsiteX11" fmla="*/ 34880 w 366537"/>
                <a:gd name="connsiteY11" fmla="*/ 275094 h 341837"/>
                <a:gd name="connsiteX12" fmla="*/ 40 w 366537"/>
                <a:gd name="connsiteY12" fmla="*/ 307113 h 341837"/>
                <a:gd name="connsiteX13" fmla="*/ 32165 w 366537"/>
                <a:gd name="connsiteY13" fmla="*/ 341838 h 341837"/>
                <a:gd name="connsiteX14" fmla="*/ 34428 w 366537"/>
                <a:gd name="connsiteY14" fmla="*/ 341838 h 341837"/>
                <a:gd name="connsiteX15" fmla="*/ 234870 w 366537"/>
                <a:gd name="connsiteY15" fmla="*/ 341838 h 341837"/>
                <a:gd name="connsiteX16" fmla="*/ 347082 w 366537"/>
                <a:gd name="connsiteY16" fmla="*/ 238114 h 341837"/>
                <a:gd name="connsiteX17" fmla="*/ 228536 w 366537"/>
                <a:gd name="connsiteY17" fmla="*/ 141606 h 341837"/>
                <a:gd name="connsiteX18" fmla="*/ 147997 w 366537"/>
                <a:gd name="connsiteY18" fmla="*/ 141606 h 341837"/>
                <a:gd name="connsiteX19" fmla="*/ 99130 w 366537"/>
                <a:gd name="connsiteY19" fmla="*/ 104626 h 341837"/>
                <a:gd name="connsiteX20" fmla="*/ 143924 w 366537"/>
                <a:gd name="connsiteY20" fmla="*/ 65842 h 34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537" h="341837">
                  <a:moveTo>
                    <a:pt x="143924" y="65842"/>
                  </a:moveTo>
                  <a:lnTo>
                    <a:pt x="333508" y="65842"/>
                  </a:lnTo>
                  <a:cubicBezTo>
                    <a:pt x="351606" y="65842"/>
                    <a:pt x="366538" y="50960"/>
                    <a:pt x="366538" y="32921"/>
                  </a:cubicBezTo>
                  <a:cubicBezTo>
                    <a:pt x="366538" y="14882"/>
                    <a:pt x="351606" y="0"/>
                    <a:pt x="333508" y="0"/>
                  </a:cubicBezTo>
                  <a:cubicBezTo>
                    <a:pt x="333508" y="0"/>
                    <a:pt x="333508" y="0"/>
                    <a:pt x="333508" y="0"/>
                  </a:cubicBezTo>
                  <a:lnTo>
                    <a:pt x="143472" y="0"/>
                  </a:lnTo>
                  <a:cubicBezTo>
                    <a:pt x="63838" y="0"/>
                    <a:pt x="31713" y="38333"/>
                    <a:pt x="31713" y="99665"/>
                  </a:cubicBezTo>
                  <a:cubicBezTo>
                    <a:pt x="31713" y="151978"/>
                    <a:pt x="55241" y="199330"/>
                    <a:pt x="149807" y="199330"/>
                  </a:cubicBezTo>
                  <a:lnTo>
                    <a:pt x="230798" y="199330"/>
                  </a:lnTo>
                  <a:cubicBezTo>
                    <a:pt x="265185" y="199330"/>
                    <a:pt x="279664" y="210154"/>
                    <a:pt x="279664" y="237663"/>
                  </a:cubicBezTo>
                  <a:cubicBezTo>
                    <a:pt x="279664" y="265172"/>
                    <a:pt x="266543" y="275094"/>
                    <a:pt x="234870" y="275094"/>
                  </a:cubicBezTo>
                  <a:lnTo>
                    <a:pt x="34880" y="275094"/>
                  </a:lnTo>
                  <a:cubicBezTo>
                    <a:pt x="16329" y="274192"/>
                    <a:pt x="945" y="288623"/>
                    <a:pt x="40" y="307113"/>
                  </a:cubicBezTo>
                  <a:cubicBezTo>
                    <a:pt x="-865" y="325603"/>
                    <a:pt x="13614" y="340936"/>
                    <a:pt x="32165" y="341838"/>
                  </a:cubicBezTo>
                  <a:cubicBezTo>
                    <a:pt x="33070" y="341838"/>
                    <a:pt x="33975" y="341838"/>
                    <a:pt x="34428" y="341838"/>
                  </a:cubicBezTo>
                  <a:lnTo>
                    <a:pt x="234870" y="341838"/>
                  </a:lnTo>
                  <a:cubicBezTo>
                    <a:pt x="315409" y="341838"/>
                    <a:pt x="347082" y="298995"/>
                    <a:pt x="347082" y="238114"/>
                  </a:cubicBezTo>
                  <a:cubicBezTo>
                    <a:pt x="347082" y="184899"/>
                    <a:pt x="323101" y="141606"/>
                    <a:pt x="228536" y="141606"/>
                  </a:cubicBezTo>
                  <a:lnTo>
                    <a:pt x="147997" y="141606"/>
                  </a:lnTo>
                  <a:cubicBezTo>
                    <a:pt x="109537" y="141606"/>
                    <a:pt x="99130" y="128527"/>
                    <a:pt x="99130" y="104626"/>
                  </a:cubicBezTo>
                  <a:cubicBezTo>
                    <a:pt x="99130" y="78469"/>
                    <a:pt x="112252" y="65842"/>
                    <a:pt x="143924" y="6584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161B68B6-2914-E84D-96C6-DC74BCD703FB}"/>
                </a:ext>
              </a:extLst>
            </p:cNvPr>
            <p:cNvSpPr/>
            <p:nvPr/>
          </p:nvSpPr>
          <p:spPr>
            <a:xfrm>
              <a:off x="788438" y="1133821"/>
              <a:ext cx="331090" cy="262474"/>
            </a:xfrm>
            <a:custGeom>
              <a:avLst/>
              <a:gdLst>
                <a:gd name="connsiteX0" fmla="*/ 297213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33425 w 331090"/>
                <a:gd name="connsiteY3" fmla="*/ 258022 h 262474"/>
                <a:gd name="connsiteX4" fmla="*/ 323003 w 331090"/>
                <a:gd name="connsiteY4" fmla="*/ 36594 h 262474"/>
                <a:gd name="connsiteX5" fmla="*/ 326623 w 331090"/>
                <a:gd name="connsiteY5" fmla="*/ 7732 h 262474"/>
                <a:gd name="connsiteX6" fmla="*/ 326623 w 331090"/>
                <a:gd name="connsiteY6" fmla="*/ 7732 h 262474"/>
                <a:gd name="connsiteX7" fmla="*/ 297213 w 331090"/>
                <a:gd name="connsiteY7" fmla="*/ 4124 h 262474"/>
                <a:gd name="connsiteX8" fmla="*/ 297213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213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cubicBezTo>
                    <a:pt x="11707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lnTo>
                    <a:pt x="326623" y="7732"/>
                  </a:lnTo>
                  <a:cubicBezTo>
                    <a:pt x="319384" y="-837"/>
                    <a:pt x="306714" y="-2641"/>
                    <a:pt x="297213" y="4124"/>
                  </a:cubicBezTo>
                  <a:cubicBezTo>
                    <a:pt x="297213" y="4124"/>
                    <a:pt x="297213" y="4124"/>
                    <a:pt x="297213" y="4124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848EB425-C144-0145-9944-A60BE703AF7B}"/>
                </a:ext>
              </a:extLst>
            </p:cNvPr>
            <p:cNvSpPr/>
            <p:nvPr/>
          </p:nvSpPr>
          <p:spPr>
            <a:xfrm>
              <a:off x="788438" y="1213765"/>
              <a:ext cx="354288" cy="280841"/>
            </a:xfrm>
            <a:custGeom>
              <a:avLst/>
              <a:gdLst>
                <a:gd name="connsiteX0" fmla="*/ 350151 w 354288"/>
                <a:gd name="connsiteY0" fmla="*/ 8060 h 280841"/>
                <a:gd name="connsiteX1" fmla="*/ 321193 w 354288"/>
                <a:gd name="connsiteY1" fmla="*/ 4452 h 280841"/>
                <a:gd name="connsiteX2" fmla="*/ 8087 w 354288"/>
                <a:gd name="connsiteY2" fmla="*/ 243919 h 280841"/>
                <a:gd name="connsiteX3" fmla="*/ 4467 w 354288"/>
                <a:gd name="connsiteY3" fmla="*/ 272781 h 280841"/>
                <a:gd name="connsiteX4" fmla="*/ 33425 w 354288"/>
                <a:gd name="connsiteY4" fmla="*/ 276389 h 280841"/>
                <a:gd name="connsiteX5" fmla="*/ 346531 w 354288"/>
                <a:gd name="connsiteY5" fmla="*/ 36922 h 280841"/>
                <a:gd name="connsiteX6" fmla="*/ 350151 w 354288"/>
                <a:gd name="connsiteY6" fmla="*/ 8060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288" h="280841">
                  <a:moveTo>
                    <a:pt x="350151" y="8060"/>
                  </a:moveTo>
                  <a:cubicBezTo>
                    <a:pt x="343364" y="-959"/>
                    <a:pt x="330243" y="-2763"/>
                    <a:pt x="321193" y="4452"/>
                  </a:cubicBezTo>
                  <a:lnTo>
                    <a:pt x="8087" y="243919"/>
                  </a:lnTo>
                  <a:cubicBezTo>
                    <a:pt x="-963" y="250684"/>
                    <a:pt x="-2772" y="263762"/>
                    <a:pt x="4467" y="272781"/>
                  </a:cubicBezTo>
                  <a:cubicBezTo>
                    <a:pt x="11254" y="281801"/>
                    <a:pt x="24376" y="283605"/>
                    <a:pt x="33425" y="276389"/>
                  </a:cubicBezTo>
                  <a:lnTo>
                    <a:pt x="346531" y="36922"/>
                  </a:lnTo>
                  <a:cubicBezTo>
                    <a:pt x="355128" y="30158"/>
                    <a:pt x="356938" y="17080"/>
                    <a:pt x="350151" y="8060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96600D2-91D7-C84E-9613-F50D6FD6307A}"/>
                </a:ext>
              </a:extLst>
            </p:cNvPr>
            <p:cNvSpPr/>
            <p:nvPr/>
          </p:nvSpPr>
          <p:spPr>
            <a:xfrm>
              <a:off x="786989" y="1036025"/>
              <a:ext cx="521792" cy="294296"/>
            </a:xfrm>
            <a:custGeom>
              <a:avLst/>
              <a:gdLst>
                <a:gd name="connsiteX0" fmla="*/ 4106 w 521792"/>
                <a:gd name="connsiteY0" fmla="*/ 254349 h 294296"/>
                <a:gd name="connsiteX1" fmla="*/ 33064 w 521792"/>
                <a:gd name="connsiteY1" fmla="*/ 257957 h 294296"/>
                <a:gd name="connsiteX2" fmla="*/ 33064 w 521792"/>
                <a:gd name="connsiteY2" fmla="*/ 257957 h 294296"/>
                <a:gd name="connsiteX3" fmla="*/ 309973 w 521792"/>
                <a:gd name="connsiteY3" fmla="*/ 46450 h 294296"/>
                <a:gd name="connsiteX4" fmla="*/ 467884 w 521792"/>
                <a:gd name="connsiteY4" fmla="*/ 166860 h 294296"/>
                <a:gd name="connsiteX5" fmla="*/ 350695 w 521792"/>
                <a:gd name="connsiteY5" fmla="*/ 256604 h 294296"/>
                <a:gd name="connsiteX6" fmla="*/ 344813 w 521792"/>
                <a:gd name="connsiteY6" fmla="*/ 285015 h 294296"/>
                <a:gd name="connsiteX7" fmla="*/ 373319 w 521792"/>
                <a:gd name="connsiteY7" fmla="*/ 290878 h 294296"/>
                <a:gd name="connsiteX8" fmla="*/ 375581 w 521792"/>
                <a:gd name="connsiteY8" fmla="*/ 289074 h 294296"/>
                <a:gd name="connsiteX9" fmla="*/ 514036 w 521792"/>
                <a:gd name="connsiteY9" fmla="*/ 183095 h 294296"/>
                <a:gd name="connsiteX10" fmla="*/ 514036 w 521792"/>
                <a:gd name="connsiteY10" fmla="*/ 183095 h 294296"/>
                <a:gd name="connsiteX11" fmla="*/ 515393 w 521792"/>
                <a:gd name="connsiteY11" fmla="*/ 181742 h 294296"/>
                <a:gd name="connsiteX12" fmla="*/ 515393 w 521792"/>
                <a:gd name="connsiteY12" fmla="*/ 181742 h 294296"/>
                <a:gd name="connsiteX13" fmla="*/ 517655 w 521792"/>
                <a:gd name="connsiteY13" fmla="*/ 179487 h 294296"/>
                <a:gd name="connsiteX14" fmla="*/ 514036 w 521792"/>
                <a:gd name="connsiteY14" fmla="*/ 150625 h 294296"/>
                <a:gd name="connsiteX15" fmla="*/ 322642 w 521792"/>
                <a:gd name="connsiteY15" fmla="*/ 4059 h 294296"/>
                <a:gd name="connsiteX16" fmla="*/ 312688 w 521792"/>
                <a:gd name="connsiteY16" fmla="*/ 0 h 294296"/>
                <a:gd name="connsiteX17" fmla="*/ 312688 w 521792"/>
                <a:gd name="connsiteY17" fmla="*/ 0 h 294296"/>
                <a:gd name="connsiteX18" fmla="*/ 310878 w 521792"/>
                <a:gd name="connsiteY18" fmla="*/ 0 h 294296"/>
                <a:gd name="connsiteX19" fmla="*/ 309068 w 521792"/>
                <a:gd name="connsiteY19" fmla="*/ 0 h 294296"/>
                <a:gd name="connsiteX20" fmla="*/ 307711 w 521792"/>
                <a:gd name="connsiteY20" fmla="*/ 0 h 294296"/>
                <a:gd name="connsiteX21" fmla="*/ 307711 w 521792"/>
                <a:gd name="connsiteY21" fmla="*/ 0 h 294296"/>
                <a:gd name="connsiteX22" fmla="*/ 297757 w 521792"/>
                <a:gd name="connsiteY22" fmla="*/ 4059 h 294296"/>
                <a:gd name="connsiteX23" fmla="*/ 8178 w 521792"/>
                <a:gd name="connsiteY23" fmla="*/ 225487 h 294296"/>
                <a:gd name="connsiteX24" fmla="*/ 4106 w 521792"/>
                <a:gd name="connsiteY24" fmla="*/ 254349 h 294296"/>
                <a:gd name="connsiteX25" fmla="*/ 4106 w 521792"/>
                <a:gd name="connsiteY25" fmla="*/ 254349 h 29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1792" h="294296">
                  <a:moveTo>
                    <a:pt x="4106" y="254349"/>
                  </a:moveTo>
                  <a:cubicBezTo>
                    <a:pt x="10893" y="263368"/>
                    <a:pt x="24015" y="265172"/>
                    <a:pt x="33064" y="257957"/>
                  </a:cubicBezTo>
                  <a:cubicBezTo>
                    <a:pt x="33064" y="257957"/>
                    <a:pt x="33064" y="257957"/>
                    <a:pt x="33064" y="257957"/>
                  </a:cubicBezTo>
                  <a:lnTo>
                    <a:pt x="309973" y="46450"/>
                  </a:lnTo>
                  <a:lnTo>
                    <a:pt x="467884" y="166860"/>
                  </a:lnTo>
                  <a:lnTo>
                    <a:pt x="350695" y="256604"/>
                  </a:lnTo>
                  <a:cubicBezTo>
                    <a:pt x="341194" y="262917"/>
                    <a:pt x="338479" y="275545"/>
                    <a:pt x="344813" y="285015"/>
                  </a:cubicBezTo>
                  <a:cubicBezTo>
                    <a:pt x="351148" y="294486"/>
                    <a:pt x="363817" y="297191"/>
                    <a:pt x="373319" y="290878"/>
                  </a:cubicBezTo>
                  <a:cubicBezTo>
                    <a:pt x="374224" y="290427"/>
                    <a:pt x="375129" y="289525"/>
                    <a:pt x="375581" y="289074"/>
                  </a:cubicBezTo>
                  <a:lnTo>
                    <a:pt x="514036" y="183095"/>
                  </a:lnTo>
                  <a:lnTo>
                    <a:pt x="514036" y="183095"/>
                  </a:lnTo>
                  <a:lnTo>
                    <a:pt x="515393" y="181742"/>
                  </a:lnTo>
                  <a:lnTo>
                    <a:pt x="515393" y="181742"/>
                  </a:lnTo>
                  <a:cubicBezTo>
                    <a:pt x="516298" y="180840"/>
                    <a:pt x="516750" y="180389"/>
                    <a:pt x="517655" y="179487"/>
                  </a:cubicBezTo>
                  <a:cubicBezTo>
                    <a:pt x="524442" y="170468"/>
                    <a:pt x="522632" y="157390"/>
                    <a:pt x="514036" y="150625"/>
                  </a:cubicBezTo>
                  <a:lnTo>
                    <a:pt x="322642" y="4059"/>
                  </a:lnTo>
                  <a:cubicBezTo>
                    <a:pt x="319928" y="1804"/>
                    <a:pt x="316308" y="451"/>
                    <a:pt x="312688" y="0"/>
                  </a:cubicBezTo>
                  <a:lnTo>
                    <a:pt x="312688" y="0"/>
                  </a:lnTo>
                  <a:lnTo>
                    <a:pt x="310878" y="0"/>
                  </a:lnTo>
                  <a:lnTo>
                    <a:pt x="309068" y="0"/>
                  </a:lnTo>
                  <a:lnTo>
                    <a:pt x="307711" y="0"/>
                  </a:lnTo>
                  <a:lnTo>
                    <a:pt x="307711" y="0"/>
                  </a:lnTo>
                  <a:cubicBezTo>
                    <a:pt x="304091" y="451"/>
                    <a:pt x="300924" y="1804"/>
                    <a:pt x="297757" y="4059"/>
                  </a:cubicBezTo>
                  <a:lnTo>
                    <a:pt x="8178" y="225487"/>
                  </a:lnTo>
                  <a:cubicBezTo>
                    <a:pt x="-871" y="232251"/>
                    <a:pt x="-2681" y="245329"/>
                    <a:pt x="4106" y="254349"/>
                  </a:cubicBezTo>
                  <a:cubicBezTo>
                    <a:pt x="4106" y="254349"/>
                    <a:pt x="4106" y="254349"/>
                    <a:pt x="4106" y="254349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B2B22B1-4CC4-2944-A275-3B4ADE8269E1}"/>
                </a:ext>
              </a:extLst>
            </p:cNvPr>
            <p:cNvSpPr/>
            <p:nvPr/>
          </p:nvSpPr>
          <p:spPr>
            <a:xfrm>
              <a:off x="1078922" y="1299779"/>
              <a:ext cx="331090" cy="262474"/>
            </a:xfrm>
            <a:custGeom>
              <a:avLst/>
              <a:gdLst>
                <a:gd name="connsiteX0" fmla="*/ 297665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4467 w 331090"/>
                <a:gd name="connsiteY3" fmla="*/ 254414 h 262474"/>
                <a:gd name="connsiteX4" fmla="*/ 33425 w 331090"/>
                <a:gd name="connsiteY4" fmla="*/ 258022 h 262474"/>
                <a:gd name="connsiteX5" fmla="*/ 323003 w 331090"/>
                <a:gd name="connsiteY5" fmla="*/ 36594 h 262474"/>
                <a:gd name="connsiteX6" fmla="*/ 326623 w 331090"/>
                <a:gd name="connsiteY6" fmla="*/ 7732 h 262474"/>
                <a:gd name="connsiteX7" fmla="*/ 297665 w 331090"/>
                <a:gd name="connsiteY7" fmla="*/ 4124 h 262474"/>
                <a:gd name="connsiteX8" fmla="*/ 297665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665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lnTo>
                    <a:pt x="4467" y="254414"/>
                  </a:lnTo>
                  <a:cubicBezTo>
                    <a:pt x="11254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cubicBezTo>
                    <a:pt x="319384" y="-837"/>
                    <a:pt x="306714" y="-2641"/>
                    <a:pt x="297665" y="4124"/>
                  </a:cubicBezTo>
                  <a:lnTo>
                    <a:pt x="297665" y="4124"/>
                  </a:ln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3F92F702-DA57-E64C-9503-B640BA4FA11B}"/>
                </a:ext>
              </a:extLst>
            </p:cNvPr>
            <p:cNvSpPr/>
            <p:nvPr/>
          </p:nvSpPr>
          <p:spPr>
            <a:xfrm>
              <a:off x="1055302" y="1201138"/>
              <a:ext cx="354709" cy="280841"/>
            </a:xfrm>
            <a:custGeom>
              <a:avLst/>
              <a:gdLst>
                <a:gd name="connsiteX0" fmla="*/ 4106 w 354709"/>
                <a:gd name="connsiteY0" fmla="*/ 272781 h 280841"/>
                <a:gd name="connsiteX1" fmla="*/ 33064 w 354709"/>
                <a:gd name="connsiteY1" fmla="*/ 276389 h 280841"/>
                <a:gd name="connsiteX2" fmla="*/ 346623 w 354709"/>
                <a:gd name="connsiteY2" fmla="*/ 36922 h 280841"/>
                <a:gd name="connsiteX3" fmla="*/ 350243 w 354709"/>
                <a:gd name="connsiteY3" fmla="*/ 8060 h 280841"/>
                <a:gd name="connsiteX4" fmla="*/ 321285 w 354709"/>
                <a:gd name="connsiteY4" fmla="*/ 4452 h 280841"/>
                <a:gd name="connsiteX5" fmla="*/ 8178 w 354709"/>
                <a:gd name="connsiteY5" fmla="*/ 243919 h 280841"/>
                <a:gd name="connsiteX6" fmla="*/ 4106 w 354709"/>
                <a:gd name="connsiteY6" fmla="*/ 272781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709" h="280841">
                  <a:moveTo>
                    <a:pt x="4106" y="272781"/>
                  </a:moveTo>
                  <a:cubicBezTo>
                    <a:pt x="10893" y="281801"/>
                    <a:pt x="24015" y="283605"/>
                    <a:pt x="33064" y="276389"/>
                  </a:cubicBezTo>
                  <a:lnTo>
                    <a:pt x="346623" y="36922"/>
                  </a:lnTo>
                  <a:cubicBezTo>
                    <a:pt x="355672" y="30158"/>
                    <a:pt x="357482" y="17080"/>
                    <a:pt x="350243" y="8060"/>
                  </a:cubicBezTo>
                  <a:cubicBezTo>
                    <a:pt x="343456" y="-959"/>
                    <a:pt x="330334" y="-2763"/>
                    <a:pt x="321285" y="4452"/>
                  </a:cubicBezTo>
                  <a:lnTo>
                    <a:pt x="8178" y="243919"/>
                  </a:lnTo>
                  <a:cubicBezTo>
                    <a:pt x="-871" y="250684"/>
                    <a:pt x="-2681" y="263762"/>
                    <a:pt x="4106" y="272781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8356577-64BA-F648-8E59-8B765B95A217}"/>
                </a:ext>
              </a:extLst>
            </p:cNvPr>
            <p:cNvSpPr/>
            <p:nvPr/>
          </p:nvSpPr>
          <p:spPr>
            <a:xfrm>
              <a:off x="888763" y="1366194"/>
              <a:ext cx="522276" cy="293526"/>
            </a:xfrm>
            <a:custGeom>
              <a:avLst/>
              <a:gdLst>
                <a:gd name="connsiteX0" fmla="*/ 518139 w 522276"/>
                <a:gd name="connsiteY0" fmla="*/ 39628 h 293526"/>
                <a:gd name="connsiteX1" fmla="*/ 518139 w 522276"/>
                <a:gd name="connsiteY1" fmla="*/ 39628 h 293526"/>
                <a:gd name="connsiteX2" fmla="*/ 489181 w 522276"/>
                <a:gd name="connsiteY2" fmla="*/ 36020 h 293526"/>
                <a:gd name="connsiteX3" fmla="*/ 212272 w 522276"/>
                <a:gd name="connsiteY3" fmla="*/ 247527 h 293526"/>
                <a:gd name="connsiteX4" fmla="*/ 54361 w 522276"/>
                <a:gd name="connsiteY4" fmla="*/ 126666 h 293526"/>
                <a:gd name="connsiteX5" fmla="*/ 171550 w 522276"/>
                <a:gd name="connsiteY5" fmla="*/ 36922 h 293526"/>
                <a:gd name="connsiteX6" fmla="*/ 175170 w 522276"/>
                <a:gd name="connsiteY6" fmla="*/ 8060 h 293526"/>
                <a:gd name="connsiteX7" fmla="*/ 146212 w 522276"/>
                <a:gd name="connsiteY7" fmla="*/ 4452 h 293526"/>
                <a:gd name="connsiteX8" fmla="*/ 7757 w 522276"/>
                <a:gd name="connsiteY8" fmla="*/ 110431 h 293526"/>
                <a:gd name="connsiteX9" fmla="*/ 7757 w 522276"/>
                <a:gd name="connsiteY9" fmla="*/ 110431 h 293526"/>
                <a:gd name="connsiteX10" fmla="*/ 6400 w 522276"/>
                <a:gd name="connsiteY10" fmla="*/ 111784 h 293526"/>
                <a:gd name="connsiteX11" fmla="*/ 6400 w 522276"/>
                <a:gd name="connsiteY11" fmla="*/ 111784 h 293526"/>
                <a:gd name="connsiteX12" fmla="*/ 4138 w 522276"/>
                <a:gd name="connsiteY12" fmla="*/ 114039 h 293526"/>
                <a:gd name="connsiteX13" fmla="*/ 7757 w 522276"/>
                <a:gd name="connsiteY13" fmla="*/ 142901 h 293526"/>
                <a:gd name="connsiteX14" fmla="*/ 199603 w 522276"/>
                <a:gd name="connsiteY14" fmla="*/ 289467 h 293526"/>
                <a:gd name="connsiteX15" fmla="*/ 209557 w 522276"/>
                <a:gd name="connsiteY15" fmla="*/ 293526 h 293526"/>
                <a:gd name="connsiteX16" fmla="*/ 209557 w 522276"/>
                <a:gd name="connsiteY16" fmla="*/ 293526 h 293526"/>
                <a:gd name="connsiteX17" fmla="*/ 211367 w 522276"/>
                <a:gd name="connsiteY17" fmla="*/ 293526 h 293526"/>
                <a:gd name="connsiteX18" fmla="*/ 213177 w 522276"/>
                <a:gd name="connsiteY18" fmla="*/ 293526 h 293526"/>
                <a:gd name="connsiteX19" fmla="*/ 214987 w 522276"/>
                <a:gd name="connsiteY19" fmla="*/ 293526 h 293526"/>
                <a:gd name="connsiteX20" fmla="*/ 214987 w 522276"/>
                <a:gd name="connsiteY20" fmla="*/ 293526 h 293526"/>
                <a:gd name="connsiteX21" fmla="*/ 224941 w 522276"/>
                <a:gd name="connsiteY21" fmla="*/ 289467 h 293526"/>
                <a:gd name="connsiteX22" fmla="*/ 514519 w 522276"/>
                <a:gd name="connsiteY22" fmla="*/ 68040 h 293526"/>
                <a:gd name="connsiteX23" fmla="*/ 518139 w 522276"/>
                <a:gd name="connsiteY23" fmla="*/ 39628 h 293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2276" h="293526">
                  <a:moveTo>
                    <a:pt x="518139" y="39628"/>
                  </a:moveTo>
                  <a:lnTo>
                    <a:pt x="518139" y="39628"/>
                  </a:lnTo>
                  <a:cubicBezTo>
                    <a:pt x="511352" y="30609"/>
                    <a:pt x="498231" y="28805"/>
                    <a:pt x="489181" y="36020"/>
                  </a:cubicBezTo>
                  <a:lnTo>
                    <a:pt x="212272" y="247527"/>
                  </a:lnTo>
                  <a:lnTo>
                    <a:pt x="54361" y="126666"/>
                  </a:lnTo>
                  <a:lnTo>
                    <a:pt x="171550" y="36922"/>
                  </a:lnTo>
                  <a:cubicBezTo>
                    <a:pt x="180599" y="30158"/>
                    <a:pt x="182409" y="17080"/>
                    <a:pt x="175170" y="8060"/>
                  </a:cubicBezTo>
                  <a:cubicBezTo>
                    <a:pt x="168383" y="-959"/>
                    <a:pt x="155261" y="-2763"/>
                    <a:pt x="146212" y="4452"/>
                  </a:cubicBezTo>
                  <a:lnTo>
                    <a:pt x="7757" y="110431"/>
                  </a:lnTo>
                  <a:lnTo>
                    <a:pt x="7757" y="110431"/>
                  </a:lnTo>
                  <a:cubicBezTo>
                    <a:pt x="7305" y="110882"/>
                    <a:pt x="6852" y="111333"/>
                    <a:pt x="6400" y="111784"/>
                  </a:cubicBezTo>
                  <a:lnTo>
                    <a:pt x="6400" y="111784"/>
                  </a:lnTo>
                  <a:cubicBezTo>
                    <a:pt x="5495" y="112686"/>
                    <a:pt x="5042" y="113137"/>
                    <a:pt x="4138" y="114039"/>
                  </a:cubicBezTo>
                  <a:cubicBezTo>
                    <a:pt x="-2649" y="123058"/>
                    <a:pt x="-840" y="135686"/>
                    <a:pt x="7757" y="142901"/>
                  </a:cubicBezTo>
                  <a:lnTo>
                    <a:pt x="199603" y="289467"/>
                  </a:lnTo>
                  <a:cubicBezTo>
                    <a:pt x="202318" y="291722"/>
                    <a:pt x="205937" y="293075"/>
                    <a:pt x="209557" y="293526"/>
                  </a:cubicBezTo>
                  <a:lnTo>
                    <a:pt x="209557" y="293526"/>
                  </a:lnTo>
                  <a:lnTo>
                    <a:pt x="211367" y="293526"/>
                  </a:lnTo>
                  <a:lnTo>
                    <a:pt x="213177" y="293526"/>
                  </a:lnTo>
                  <a:lnTo>
                    <a:pt x="214987" y="293526"/>
                  </a:lnTo>
                  <a:lnTo>
                    <a:pt x="214987" y="293526"/>
                  </a:lnTo>
                  <a:cubicBezTo>
                    <a:pt x="218606" y="293075"/>
                    <a:pt x="221774" y="291722"/>
                    <a:pt x="224941" y="289467"/>
                  </a:cubicBezTo>
                  <a:lnTo>
                    <a:pt x="514519" y="68040"/>
                  </a:lnTo>
                  <a:cubicBezTo>
                    <a:pt x="523116" y="61275"/>
                    <a:pt x="524926" y="48648"/>
                    <a:pt x="518139" y="3962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8E1138DC-488B-B647-8EB6-756A73159C58}"/>
              </a:ext>
            </a:extLst>
          </p:cNvPr>
          <p:cNvSpPr txBox="1">
            <a:spLocks/>
          </p:cNvSpPr>
          <p:nvPr userDrawn="1"/>
        </p:nvSpPr>
        <p:spPr>
          <a:xfrm>
            <a:off x="3211409" y="6493502"/>
            <a:ext cx="2884592" cy="18069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r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2542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Raleway" panose="020B0503030101060003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65137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Courier New" panose="02070309020205020404" pitchFamily="49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75" b="0" i="0" spc="300" dirty="0">
                <a:solidFill>
                  <a:srgbClr val="9798A5">
                    <a:alpha val="75000"/>
                  </a:srgbClr>
                </a:solidFill>
                <a:latin typeface="Raleway" panose="020B0003030101060003" pitchFamily="34" charset="0"/>
              </a:rPr>
              <a:t>| A HINDUJA GROUP COMPANY</a:t>
            </a:r>
          </a:p>
        </p:txBody>
      </p:sp>
    </p:spTree>
    <p:extLst>
      <p:ext uri="{BB962C8B-B14F-4D97-AF65-F5344CB8AC3E}">
        <p14:creationId xmlns:p14="http://schemas.microsoft.com/office/powerpoint/2010/main" val="370100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LG Img Light">
    <p:bg>
      <p:bgPr>
        <a:gradFill>
          <a:gsLst>
            <a:gs pos="0">
              <a:srgbClr val="E9ECF2"/>
            </a:gs>
            <a:gs pos="9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FE67B1-B67D-4013-8614-FA44269701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6628" y="0"/>
            <a:ext cx="5965367" cy="6857993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182087"/>
            <a:ext cx="4521949" cy="415498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700" b="1" kern="1200" dirty="0">
                <a:solidFill>
                  <a:srgbClr val="0E0F1A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page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4133258"/>
            <a:ext cx="4521949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100"/>
              </a:spcAft>
              <a:buNone/>
              <a:defRPr b="0" i="0"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3856139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DEAF468-DAD4-4ADF-8B2A-A7D83B8E2F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2020223"/>
            <a:ext cx="4521948" cy="25276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rgbClr val="0E0F1A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(Category tag or date)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CFFD2-510E-7644-9F45-CAF33EE014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8900" y="5314461"/>
            <a:ext cx="3007970" cy="849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[Customer logo here – if applicable]</a:t>
            </a:r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D01B3D3C-416A-3D48-AC6A-D84FDE8E3B96}"/>
              </a:ext>
            </a:extLst>
          </p:cNvPr>
          <p:cNvGrpSpPr/>
          <p:nvPr/>
        </p:nvGrpSpPr>
        <p:grpSpPr>
          <a:xfrm>
            <a:off x="786989" y="1035574"/>
            <a:ext cx="1964189" cy="625047"/>
            <a:chOff x="786989" y="1035574"/>
            <a:chExt cx="1964189" cy="625047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1AB2FB8-1BEE-3D4F-8BBE-7249B5189B77}"/>
                </a:ext>
              </a:extLst>
            </p:cNvPr>
            <p:cNvSpPr/>
            <p:nvPr/>
          </p:nvSpPr>
          <p:spPr>
            <a:xfrm>
              <a:off x="1554406" y="1035574"/>
              <a:ext cx="332113" cy="512755"/>
            </a:xfrm>
            <a:custGeom>
              <a:avLst/>
              <a:gdLst>
                <a:gd name="connsiteX0" fmla="*/ 174199 w 332113"/>
                <a:gd name="connsiteY0" fmla="*/ 167762 h 512755"/>
                <a:gd name="connsiteX1" fmla="*/ 63345 w 332113"/>
                <a:gd name="connsiteY1" fmla="*/ 167762 h 512755"/>
                <a:gd name="connsiteX2" fmla="*/ 63345 w 332113"/>
                <a:gd name="connsiteY2" fmla="*/ 31568 h 512755"/>
                <a:gd name="connsiteX3" fmla="*/ 63345 w 332113"/>
                <a:gd name="connsiteY3" fmla="*/ 31568 h 512755"/>
                <a:gd name="connsiteX4" fmla="*/ 31673 w 332113"/>
                <a:gd name="connsiteY4" fmla="*/ 0 h 512755"/>
                <a:gd name="connsiteX5" fmla="*/ 0 w 332113"/>
                <a:gd name="connsiteY5" fmla="*/ 31568 h 512755"/>
                <a:gd name="connsiteX6" fmla="*/ 0 w 332113"/>
                <a:gd name="connsiteY6" fmla="*/ 31568 h 512755"/>
                <a:gd name="connsiteX7" fmla="*/ 0 w 332113"/>
                <a:gd name="connsiteY7" fmla="*/ 480737 h 512755"/>
                <a:gd name="connsiteX8" fmla="*/ 31673 w 332113"/>
                <a:gd name="connsiteY8" fmla="*/ 512305 h 512755"/>
                <a:gd name="connsiteX9" fmla="*/ 63345 w 332113"/>
                <a:gd name="connsiteY9" fmla="*/ 480737 h 512755"/>
                <a:gd name="connsiteX10" fmla="*/ 63345 w 332113"/>
                <a:gd name="connsiteY10" fmla="*/ 228192 h 512755"/>
                <a:gd name="connsiteX11" fmla="*/ 174199 w 332113"/>
                <a:gd name="connsiteY11" fmla="*/ 228192 h 512755"/>
                <a:gd name="connsiteX12" fmla="*/ 268765 w 332113"/>
                <a:gd name="connsiteY12" fmla="*/ 304857 h 512755"/>
                <a:gd name="connsiteX13" fmla="*/ 268765 w 332113"/>
                <a:gd name="connsiteY13" fmla="*/ 481188 h 512755"/>
                <a:gd name="connsiteX14" fmla="*/ 268765 w 332113"/>
                <a:gd name="connsiteY14" fmla="*/ 481188 h 512755"/>
                <a:gd name="connsiteX15" fmla="*/ 300437 w 332113"/>
                <a:gd name="connsiteY15" fmla="*/ 512756 h 512755"/>
                <a:gd name="connsiteX16" fmla="*/ 332110 w 332113"/>
                <a:gd name="connsiteY16" fmla="*/ 481188 h 512755"/>
                <a:gd name="connsiteX17" fmla="*/ 332110 w 332113"/>
                <a:gd name="connsiteY17" fmla="*/ 304857 h 512755"/>
                <a:gd name="connsiteX18" fmla="*/ 174199 w 332113"/>
                <a:gd name="connsiteY18" fmla="*/ 167762 h 512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2113" h="512755">
                  <a:moveTo>
                    <a:pt x="174199" y="167762"/>
                  </a:moveTo>
                  <a:lnTo>
                    <a:pt x="63345" y="167762"/>
                  </a:lnTo>
                  <a:lnTo>
                    <a:pt x="63345" y="31568"/>
                  </a:lnTo>
                  <a:lnTo>
                    <a:pt x="63345" y="31568"/>
                  </a:lnTo>
                  <a:cubicBezTo>
                    <a:pt x="63345" y="13980"/>
                    <a:pt x="49319" y="0"/>
                    <a:pt x="31673" y="0"/>
                  </a:cubicBezTo>
                  <a:cubicBezTo>
                    <a:pt x="14026" y="0"/>
                    <a:pt x="0" y="13980"/>
                    <a:pt x="0" y="31568"/>
                  </a:cubicBezTo>
                  <a:lnTo>
                    <a:pt x="0" y="31568"/>
                  </a:lnTo>
                  <a:lnTo>
                    <a:pt x="0" y="480737"/>
                  </a:lnTo>
                  <a:cubicBezTo>
                    <a:pt x="0" y="498325"/>
                    <a:pt x="14026" y="512305"/>
                    <a:pt x="31673" y="512305"/>
                  </a:cubicBezTo>
                  <a:cubicBezTo>
                    <a:pt x="49319" y="512305"/>
                    <a:pt x="63345" y="498325"/>
                    <a:pt x="63345" y="480737"/>
                  </a:cubicBezTo>
                  <a:lnTo>
                    <a:pt x="63345" y="228192"/>
                  </a:lnTo>
                  <a:lnTo>
                    <a:pt x="174199" y="228192"/>
                  </a:lnTo>
                  <a:cubicBezTo>
                    <a:pt x="239807" y="228192"/>
                    <a:pt x="268765" y="256603"/>
                    <a:pt x="268765" y="304857"/>
                  </a:cubicBezTo>
                  <a:lnTo>
                    <a:pt x="268765" y="481188"/>
                  </a:lnTo>
                  <a:lnTo>
                    <a:pt x="268765" y="481188"/>
                  </a:lnTo>
                  <a:cubicBezTo>
                    <a:pt x="268765" y="498776"/>
                    <a:pt x="282791" y="512756"/>
                    <a:pt x="300437" y="512756"/>
                  </a:cubicBezTo>
                  <a:cubicBezTo>
                    <a:pt x="318084" y="512756"/>
                    <a:pt x="332110" y="498776"/>
                    <a:pt x="332110" y="481188"/>
                  </a:cubicBezTo>
                  <a:lnTo>
                    <a:pt x="332110" y="304857"/>
                  </a:lnTo>
                  <a:cubicBezTo>
                    <a:pt x="332563" y="218722"/>
                    <a:pt x="280529" y="167762"/>
                    <a:pt x="174199" y="167762"/>
                  </a:cubicBezTo>
                  <a:close/>
                </a:path>
              </a:pathLst>
            </a:custGeom>
            <a:solidFill>
              <a:srgbClr val="353746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03EF6B0-F4CE-0543-89B1-EAA15384CBE1}"/>
                </a:ext>
              </a:extLst>
            </p:cNvPr>
            <p:cNvSpPr/>
            <p:nvPr/>
          </p:nvSpPr>
          <p:spPr>
            <a:xfrm>
              <a:off x="1959363" y="1206943"/>
              <a:ext cx="350208" cy="453678"/>
            </a:xfrm>
            <a:custGeom>
              <a:avLst/>
              <a:gdLst>
                <a:gd name="connsiteX0" fmla="*/ 230758 w 350208"/>
                <a:gd name="connsiteY0" fmla="*/ 0 h 453678"/>
                <a:gd name="connsiteX1" fmla="*/ 140717 w 350208"/>
                <a:gd name="connsiteY1" fmla="*/ 0 h 453678"/>
                <a:gd name="connsiteX2" fmla="*/ 0 w 350208"/>
                <a:gd name="connsiteY2" fmla="*/ 154684 h 453678"/>
                <a:gd name="connsiteX3" fmla="*/ 140717 w 350208"/>
                <a:gd name="connsiteY3" fmla="*/ 310269 h 453678"/>
                <a:gd name="connsiteX4" fmla="*/ 284149 w 350208"/>
                <a:gd name="connsiteY4" fmla="*/ 310269 h 453678"/>
                <a:gd name="connsiteX5" fmla="*/ 284149 w 350208"/>
                <a:gd name="connsiteY5" fmla="*/ 325151 h 453678"/>
                <a:gd name="connsiteX6" fmla="*/ 219446 w 350208"/>
                <a:gd name="connsiteY6" fmla="*/ 390993 h 453678"/>
                <a:gd name="connsiteX7" fmla="*/ 33482 w 350208"/>
                <a:gd name="connsiteY7" fmla="*/ 390993 h 453678"/>
                <a:gd name="connsiteX8" fmla="*/ 905 w 350208"/>
                <a:gd name="connsiteY8" fmla="*/ 421208 h 453678"/>
                <a:gd name="connsiteX9" fmla="*/ 31220 w 350208"/>
                <a:gd name="connsiteY9" fmla="*/ 453678 h 453678"/>
                <a:gd name="connsiteX10" fmla="*/ 33482 w 350208"/>
                <a:gd name="connsiteY10" fmla="*/ 453678 h 453678"/>
                <a:gd name="connsiteX11" fmla="*/ 227138 w 350208"/>
                <a:gd name="connsiteY11" fmla="*/ 453678 h 453678"/>
                <a:gd name="connsiteX12" fmla="*/ 350209 w 350208"/>
                <a:gd name="connsiteY12" fmla="*/ 325602 h 453678"/>
                <a:gd name="connsiteX13" fmla="*/ 350209 w 350208"/>
                <a:gd name="connsiteY13" fmla="*/ 138449 h 453678"/>
                <a:gd name="connsiteX14" fmla="*/ 230758 w 350208"/>
                <a:gd name="connsiteY14" fmla="*/ 0 h 453678"/>
                <a:gd name="connsiteX15" fmla="*/ 284149 w 350208"/>
                <a:gd name="connsiteY15" fmla="*/ 251192 h 453678"/>
                <a:gd name="connsiteX16" fmla="*/ 147051 w 350208"/>
                <a:gd name="connsiteY16" fmla="*/ 251192 h 453678"/>
                <a:gd name="connsiteX17" fmla="*/ 65608 w 350208"/>
                <a:gd name="connsiteY17" fmla="*/ 156938 h 453678"/>
                <a:gd name="connsiteX18" fmla="*/ 147051 w 350208"/>
                <a:gd name="connsiteY18" fmla="*/ 62685 h 453678"/>
                <a:gd name="connsiteX19" fmla="*/ 211754 w 350208"/>
                <a:gd name="connsiteY19" fmla="*/ 62685 h 453678"/>
                <a:gd name="connsiteX20" fmla="*/ 284149 w 350208"/>
                <a:gd name="connsiteY20" fmla="*/ 137998 h 453678"/>
                <a:gd name="connsiteX21" fmla="*/ 284149 w 350208"/>
                <a:gd name="connsiteY21" fmla="*/ 251192 h 4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0208" h="453678">
                  <a:moveTo>
                    <a:pt x="230758" y="0"/>
                  </a:moveTo>
                  <a:lnTo>
                    <a:pt x="140717" y="0"/>
                  </a:lnTo>
                  <a:cubicBezTo>
                    <a:pt x="53843" y="0"/>
                    <a:pt x="0" y="50058"/>
                    <a:pt x="0" y="154684"/>
                  </a:cubicBezTo>
                  <a:cubicBezTo>
                    <a:pt x="0" y="259309"/>
                    <a:pt x="54296" y="310269"/>
                    <a:pt x="140717" y="310269"/>
                  </a:cubicBezTo>
                  <a:lnTo>
                    <a:pt x="284149" y="310269"/>
                  </a:lnTo>
                  <a:lnTo>
                    <a:pt x="284149" y="325151"/>
                  </a:lnTo>
                  <a:cubicBezTo>
                    <a:pt x="284149" y="371601"/>
                    <a:pt x="268312" y="390993"/>
                    <a:pt x="219446" y="390993"/>
                  </a:cubicBezTo>
                  <a:lnTo>
                    <a:pt x="33482" y="390993"/>
                  </a:lnTo>
                  <a:cubicBezTo>
                    <a:pt x="16289" y="390542"/>
                    <a:pt x="1357" y="403620"/>
                    <a:pt x="905" y="421208"/>
                  </a:cubicBezTo>
                  <a:cubicBezTo>
                    <a:pt x="452" y="438345"/>
                    <a:pt x="13574" y="453227"/>
                    <a:pt x="31220" y="453678"/>
                  </a:cubicBezTo>
                  <a:cubicBezTo>
                    <a:pt x="32125" y="453678"/>
                    <a:pt x="33030" y="453678"/>
                    <a:pt x="33482" y="453678"/>
                  </a:cubicBezTo>
                  <a:lnTo>
                    <a:pt x="227138" y="453678"/>
                  </a:lnTo>
                  <a:cubicBezTo>
                    <a:pt x="318084" y="453678"/>
                    <a:pt x="350209" y="417601"/>
                    <a:pt x="350209" y="325602"/>
                  </a:cubicBezTo>
                  <a:lnTo>
                    <a:pt x="350209" y="138449"/>
                  </a:lnTo>
                  <a:cubicBezTo>
                    <a:pt x="349756" y="45097"/>
                    <a:pt x="308129" y="0"/>
                    <a:pt x="230758" y="0"/>
                  </a:cubicBezTo>
                  <a:close/>
                  <a:moveTo>
                    <a:pt x="284149" y="251192"/>
                  </a:moveTo>
                  <a:lnTo>
                    <a:pt x="147051" y="251192"/>
                  </a:lnTo>
                  <a:cubicBezTo>
                    <a:pt x="90946" y="251192"/>
                    <a:pt x="65608" y="222780"/>
                    <a:pt x="65608" y="156938"/>
                  </a:cubicBezTo>
                  <a:cubicBezTo>
                    <a:pt x="65608" y="91096"/>
                    <a:pt x="90946" y="62685"/>
                    <a:pt x="147051" y="62685"/>
                  </a:cubicBezTo>
                  <a:lnTo>
                    <a:pt x="211754" y="62685"/>
                  </a:lnTo>
                  <a:cubicBezTo>
                    <a:pt x="263788" y="62685"/>
                    <a:pt x="284149" y="85234"/>
                    <a:pt x="284149" y="137998"/>
                  </a:cubicBezTo>
                  <a:lnTo>
                    <a:pt x="284149" y="251192"/>
                  </a:lnTo>
                  <a:close/>
                </a:path>
              </a:pathLst>
            </a:custGeom>
            <a:solidFill>
              <a:srgbClr val="353746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FAABA08-E2B3-4643-8C07-9793F38D46B8}"/>
                </a:ext>
              </a:extLst>
            </p:cNvPr>
            <p:cNvSpPr/>
            <p:nvPr/>
          </p:nvSpPr>
          <p:spPr>
            <a:xfrm>
              <a:off x="2384641" y="1206943"/>
              <a:ext cx="366537" cy="341837"/>
            </a:xfrm>
            <a:custGeom>
              <a:avLst/>
              <a:gdLst>
                <a:gd name="connsiteX0" fmla="*/ 143924 w 366537"/>
                <a:gd name="connsiteY0" fmla="*/ 65842 h 341837"/>
                <a:gd name="connsiteX1" fmla="*/ 333508 w 366537"/>
                <a:gd name="connsiteY1" fmla="*/ 65842 h 341837"/>
                <a:gd name="connsiteX2" fmla="*/ 366538 w 366537"/>
                <a:gd name="connsiteY2" fmla="*/ 32921 h 341837"/>
                <a:gd name="connsiteX3" fmla="*/ 333508 w 366537"/>
                <a:gd name="connsiteY3" fmla="*/ 0 h 341837"/>
                <a:gd name="connsiteX4" fmla="*/ 333508 w 366537"/>
                <a:gd name="connsiteY4" fmla="*/ 0 h 341837"/>
                <a:gd name="connsiteX5" fmla="*/ 143472 w 366537"/>
                <a:gd name="connsiteY5" fmla="*/ 0 h 341837"/>
                <a:gd name="connsiteX6" fmla="*/ 31713 w 366537"/>
                <a:gd name="connsiteY6" fmla="*/ 99665 h 341837"/>
                <a:gd name="connsiteX7" fmla="*/ 149807 w 366537"/>
                <a:gd name="connsiteY7" fmla="*/ 199330 h 341837"/>
                <a:gd name="connsiteX8" fmla="*/ 230798 w 366537"/>
                <a:gd name="connsiteY8" fmla="*/ 199330 h 341837"/>
                <a:gd name="connsiteX9" fmla="*/ 279664 w 366537"/>
                <a:gd name="connsiteY9" fmla="*/ 237662 h 341837"/>
                <a:gd name="connsiteX10" fmla="*/ 234870 w 366537"/>
                <a:gd name="connsiteY10" fmla="*/ 275093 h 341837"/>
                <a:gd name="connsiteX11" fmla="*/ 34880 w 366537"/>
                <a:gd name="connsiteY11" fmla="*/ 275093 h 341837"/>
                <a:gd name="connsiteX12" fmla="*/ 40 w 366537"/>
                <a:gd name="connsiteY12" fmla="*/ 307112 h 341837"/>
                <a:gd name="connsiteX13" fmla="*/ 32165 w 366537"/>
                <a:gd name="connsiteY13" fmla="*/ 341837 h 341837"/>
                <a:gd name="connsiteX14" fmla="*/ 34428 w 366537"/>
                <a:gd name="connsiteY14" fmla="*/ 341837 h 341837"/>
                <a:gd name="connsiteX15" fmla="*/ 234870 w 366537"/>
                <a:gd name="connsiteY15" fmla="*/ 341837 h 341837"/>
                <a:gd name="connsiteX16" fmla="*/ 347082 w 366537"/>
                <a:gd name="connsiteY16" fmla="*/ 238113 h 341837"/>
                <a:gd name="connsiteX17" fmla="*/ 228536 w 366537"/>
                <a:gd name="connsiteY17" fmla="*/ 141605 h 341837"/>
                <a:gd name="connsiteX18" fmla="*/ 147997 w 366537"/>
                <a:gd name="connsiteY18" fmla="*/ 141605 h 341837"/>
                <a:gd name="connsiteX19" fmla="*/ 99130 w 366537"/>
                <a:gd name="connsiteY19" fmla="*/ 104626 h 341837"/>
                <a:gd name="connsiteX20" fmla="*/ 143924 w 366537"/>
                <a:gd name="connsiteY20" fmla="*/ 65842 h 34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537" h="341837">
                  <a:moveTo>
                    <a:pt x="143924" y="65842"/>
                  </a:moveTo>
                  <a:lnTo>
                    <a:pt x="333508" y="65842"/>
                  </a:lnTo>
                  <a:cubicBezTo>
                    <a:pt x="351606" y="65842"/>
                    <a:pt x="366538" y="50960"/>
                    <a:pt x="366538" y="32921"/>
                  </a:cubicBezTo>
                  <a:cubicBezTo>
                    <a:pt x="366538" y="14882"/>
                    <a:pt x="351606" y="0"/>
                    <a:pt x="333508" y="0"/>
                  </a:cubicBezTo>
                  <a:cubicBezTo>
                    <a:pt x="333508" y="0"/>
                    <a:pt x="333508" y="0"/>
                    <a:pt x="333508" y="0"/>
                  </a:cubicBezTo>
                  <a:lnTo>
                    <a:pt x="143472" y="0"/>
                  </a:lnTo>
                  <a:cubicBezTo>
                    <a:pt x="63838" y="0"/>
                    <a:pt x="31713" y="38333"/>
                    <a:pt x="31713" y="99665"/>
                  </a:cubicBezTo>
                  <a:cubicBezTo>
                    <a:pt x="31713" y="151978"/>
                    <a:pt x="55241" y="199330"/>
                    <a:pt x="149807" y="199330"/>
                  </a:cubicBezTo>
                  <a:lnTo>
                    <a:pt x="230798" y="199330"/>
                  </a:lnTo>
                  <a:cubicBezTo>
                    <a:pt x="265185" y="199330"/>
                    <a:pt x="279664" y="210153"/>
                    <a:pt x="279664" y="237662"/>
                  </a:cubicBezTo>
                  <a:cubicBezTo>
                    <a:pt x="279664" y="265172"/>
                    <a:pt x="266543" y="275093"/>
                    <a:pt x="234870" y="275093"/>
                  </a:cubicBezTo>
                  <a:lnTo>
                    <a:pt x="34880" y="275093"/>
                  </a:lnTo>
                  <a:cubicBezTo>
                    <a:pt x="16329" y="274191"/>
                    <a:pt x="945" y="288622"/>
                    <a:pt x="40" y="307112"/>
                  </a:cubicBezTo>
                  <a:cubicBezTo>
                    <a:pt x="-865" y="325602"/>
                    <a:pt x="13614" y="340935"/>
                    <a:pt x="32165" y="341837"/>
                  </a:cubicBezTo>
                  <a:cubicBezTo>
                    <a:pt x="33070" y="341837"/>
                    <a:pt x="33975" y="341837"/>
                    <a:pt x="34428" y="341837"/>
                  </a:cubicBezTo>
                  <a:lnTo>
                    <a:pt x="234870" y="341837"/>
                  </a:lnTo>
                  <a:cubicBezTo>
                    <a:pt x="315409" y="341837"/>
                    <a:pt x="347082" y="298995"/>
                    <a:pt x="347082" y="238113"/>
                  </a:cubicBezTo>
                  <a:cubicBezTo>
                    <a:pt x="347082" y="184899"/>
                    <a:pt x="323101" y="141605"/>
                    <a:pt x="228536" y="141605"/>
                  </a:cubicBezTo>
                  <a:lnTo>
                    <a:pt x="147997" y="141605"/>
                  </a:lnTo>
                  <a:cubicBezTo>
                    <a:pt x="109537" y="141605"/>
                    <a:pt x="99130" y="128527"/>
                    <a:pt x="99130" y="104626"/>
                  </a:cubicBezTo>
                  <a:cubicBezTo>
                    <a:pt x="99130" y="78469"/>
                    <a:pt x="112252" y="65842"/>
                    <a:pt x="143924" y="65842"/>
                  </a:cubicBezTo>
                  <a:close/>
                </a:path>
              </a:pathLst>
            </a:custGeom>
            <a:solidFill>
              <a:srgbClr val="353746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EF48FED-2434-5740-8F2B-881C2AF250EC}"/>
                </a:ext>
              </a:extLst>
            </p:cNvPr>
            <p:cNvSpPr/>
            <p:nvPr/>
          </p:nvSpPr>
          <p:spPr>
            <a:xfrm>
              <a:off x="788438" y="1133820"/>
              <a:ext cx="331090" cy="262473"/>
            </a:xfrm>
            <a:custGeom>
              <a:avLst/>
              <a:gdLst>
                <a:gd name="connsiteX0" fmla="*/ 297213 w 331090"/>
                <a:gd name="connsiteY0" fmla="*/ 4124 h 262473"/>
                <a:gd name="connsiteX1" fmla="*/ 8087 w 331090"/>
                <a:gd name="connsiteY1" fmla="*/ 225551 h 262473"/>
                <a:gd name="connsiteX2" fmla="*/ 4467 w 331090"/>
                <a:gd name="connsiteY2" fmla="*/ 254414 h 262473"/>
                <a:gd name="connsiteX3" fmla="*/ 33425 w 331090"/>
                <a:gd name="connsiteY3" fmla="*/ 258021 h 262473"/>
                <a:gd name="connsiteX4" fmla="*/ 323003 w 331090"/>
                <a:gd name="connsiteY4" fmla="*/ 36594 h 262473"/>
                <a:gd name="connsiteX5" fmla="*/ 326623 w 331090"/>
                <a:gd name="connsiteY5" fmla="*/ 7732 h 262473"/>
                <a:gd name="connsiteX6" fmla="*/ 326623 w 331090"/>
                <a:gd name="connsiteY6" fmla="*/ 7732 h 262473"/>
                <a:gd name="connsiteX7" fmla="*/ 297213 w 331090"/>
                <a:gd name="connsiteY7" fmla="*/ 4124 h 262473"/>
                <a:gd name="connsiteX8" fmla="*/ 297213 w 331090"/>
                <a:gd name="connsiteY8" fmla="*/ 4124 h 262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3">
                  <a:moveTo>
                    <a:pt x="297213" y="4124"/>
                  </a:moveTo>
                  <a:lnTo>
                    <a:pt x="8087" y="225551"/>
                  </a:lnTo>
                  <a:cubicBezTo>
                    <a:pt x="-963" y="232316"/>
                    <a:pt x="-2772" y="245394"/>
                    <a:pt x="4467" y="254414"/>
                  </a:cubicBezTo>
                  <a:cubicBezTo>
                    <a:pt x="11707" y="263433"/>
                    <a:pt x="24376" y="265237"/>
                    <a:pt x="33425" y="258021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lnTo>
                    <a:pt x="326623" y="7732"/>
                  </a:lnTo>
                  <a:cubicBezTo>
                    <a:pt x="319384" y="-837"/>
                    <a:pt x="306714" y="-2641"/>
                    <a:pt x="297213" y="4124"/>
                  </a:cubicBezTo>
                  <a:cubicBezTo>
                    <a:pt x="297213" y="4124"/>
                    <a:pt x="297213" y="4124"/>
                    <a:pt x="297213" y="4124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4663CC9-167F-C743-A5AE-585BC13F3AD4}"/>
                </a:ext>
              </a:extLst>
            </p:cNvPr>
            <p:cNvSpPr/>
            <p:nvPr/>
          </p:nvSpPr>
          <p:spPr>
            <a:xfrm>
              <a:off x="788438" y="1213765"/>
              <a:ext cx="354288" cy="280841"/>
            </a:xfrm>
            <a:custGeom>
              <a:avLst/>
              <a:gdLst>
                <a:gd name="connsiteX0" fmla="*/ 350151 w 354288"/>
                <a:gd name="connsiteY0" fmla="*/ 8060 h 280841"/>
                <a:gd name="connsiteX1" fmla="*/ 321193 w 354288"/>
                <a:gd name="connsiteY1" fmla="*/ 4452 h 280841"/>
                <a:gd name="connsiteX2" fmla="*/ 8087 w 354288"/>
                <a:gd name="connsiteY2" fmla="*/ 243919 h 280841"/>
                <a:gd name="connsiteX3" fmla="*/ 4467 w 354288"/>
                <a:gd name="connsiteY3" fmla="*/ 272781 h 280841"/>
                <a:gd name="connsiteX4" fmla="*/ 33425 w 354288"/>
                <a:gd name="connsiteY4" fmla="*/ 276389 h 280841"/>
                <a:gd name="connsiteX5" fmla="*/ 346531 w 354288"/>
                <a:gd name="connsiteY5" fmla="*/ 36922 h 280841"/>
                <a:gd name="connsiteX6" fmla="*/ 350151 w 354288"/>
                <a:gd name="connsiteY6" fmla="*/ 8060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288" h="280841">
                  <a:moveTo>
                    <a:pt x="350151" y="8060"/>
                  </a:moveTo>
                  <a:cubicBezTo>
                    <a:pt x="343364" y="-959"/>
                    <a:pt x="330243" y="-2763"/>
                    <a:pt x="321193" y="4452"/>
                  </a:cubicBezTo>
                  <a:lnTo>
                    <a:pt x="8087" y="243919"/>
                  </a:lnTo>
                  <a:cubicBezTo>
                    <a:pt x="-963" y="250683"/>
                    <a:pt x="-2772" y="263762"/>
                    <a:pt x="4467" y="272781"/>
                  </a:cubicBezTo>
                  <a:cubicBezTo>
                    <a:pt x="11254" y="281800"/>
                    <a:pt x="24376" y="283604"/>
                    <a:pt x="33425" y="276389"/>
                  </a:cubicBezTo>
                  <a:lnTo>
                    <a:pt x="346531" y="36922"/>
                  </a:lnTo>
                  <a:cubicBezTo>
                    <a:pt x="355128" y="30158"/>
                    <a:pt x="356938" y="17080"/>
                    <a:pt x="350151" y="8060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306BE2B-CD96-C64C-AD4C-86B93E43300A}"/>
                </a:ext>
              </a:extLst>
            </p:cNvPr>
            <p:cNvSpPr/>
            <p:nvPr/>
          </p:nvSpPr>
          <p:spPr>
            <a:xfrm>
              <a:off x="786989" y="1036025"/>
              <a:ext cx="521792" cy="294295"/>
            </a:xfrm>
            <a:custGeom>
              <a:avLst/>
              <a:gdLst>
                <a:gd name="connsiteX0" fmla="*/ 4106 w 521792"/>
                <a:gd name="connsiteY0" fmla="*/ 254348 h 294295"/>
                <a:gd name="connsiteX1" fmla="*/ 33064 w 521792"/>
                <a:gd name="connsiteY1" fmla="*/ 257956 h 294295"/>
                <a:gd name="connsiteX2" fmla="*/ 33064 w 521792"/>
                <a:gd name="connsiteY2" fmla="*/ 257956 h 294295"/>
                <a:gd name="connsiteX3" fmla="*/ 309973 w 521792"/>
                <a:gd name="connsiteY3" fmla="*/ 46450 h 294295"/>
                <a:gd name="connsiteX4" fmla="*/ 467884 w 521792"/>
                <a:gd name="connsiteY4" fmla="*/ 166860 h 294295"/>
                <a:gd name="connsiteX5" fmla="*/ 350695 w 521792"/>
                <a:gd name="connsiteY5" fmla="*/ 256603 h 294295"/>
                <a:gd name="connsiteX6" fmla="*/ 344813 w 521792"/>
                <a:gd name="connsiteY6" fmla="*/ 285015 h 294295"/>
                <a:gd name="connsiteX7" fmla="*/ 373319 w 521792"/>
                <a:gd name="connsiteY7" fmla="*/ 290877 h 294295"/>
                <a:gd name="connsiteX8" fmla="*/ 375581 w 521792"/>
                <a:gd name="connsiteY8" fmla="*/ 289073 h 294295"/>
                <a:gd name="connsiteX9" fmla="*/ 514036 w 521792"/>
                <a:gd name="connsiteY9" fmla="*/ 183095 h 294295"/>
                <a:gd name="connsiteX10" fmla="*/ 514036 w 521792"/>
                <a:gd name="connsiteY10" fmla="*/ 183095 h 294295"/>
                <a:gd name="connsiteX11" fmla="*/ 515393 w 521792"/>
                <a:gd name="connsiteY11" fmla="*/ 181742 h 294295"/>
                <a:gd name="connsiteX12" fmla="*/ 515393 w 521792"/>
                <a:gd name="connsiteY12" fmla="*/ 181742 h 294295"/>
                <a:gd name="connsiteX13" fmla="*/ 517655 w 521792"/>
                <a:gd name="connsiteY13" fmla="*/ 179487 h 294295"/>
                <a:gd name="connsiteX14" fmla="*/ 514036 w 521792"/>
                <a:gd name="connsiteY14" fmla="*/ 150625 h 294295"/>
                <a:gd name="connsiteX15" fmla="*/ 322642 w 521792"/>
                <a:gd name="connsiteY15" fmla="*/ 4059 h 294295"/>
                <a:gd name="connsiteX16" fmla="*/ 312688 w 521792"/>
                <a:gd name="connsiteY16" fmla="*/ 0 h 294295"/>
                <a:gd name="connsiteX17" fmla="*/ 312688 w 521792"/>
                <a:gd name="connsiteY17" fmla="*/ 0 h 294295"/>
                <a:gd name="connsiteX18" fmla="*/ 310878 w 521792"/>
                <a:gd name="connsiteY18" fmla="*/ 0 h 294295"/>
                <a:gd name="connsiteX19" fmla="*/ 309068 w 521792"/>
                <a:gd name="connsiteY19" fmla="*/ 0 h 294295"/>
                <a:gd name="connsiteX20" fmla="*/ 307711 w 521792"/>
                <a:gd name="connsiteY20" fmla="*/ 0 h 294295"/>
                <a:gd name="connsiteX21" fmla="*/ 307711 w 521792"/>
                <a:gd name="connsiteY21" fmla="*/ 0 h 294295"/>
                <a:gd name="connsiteX22" fmla="*/ 297757 w 521792"/>
                <a:gd name="connsiteY22" fmla="*/ 4059 h 294295"/>
                <a:gd name="connsiteX23" fmla="*/ 8178 w 521792"/>
                <a:gd name="connsiteY23" fmla="*/ 225486 h 294295"/>
                <a:gd name="connsiteX24" fmla="*/ 4106 w 521792"/>
                <a:gd name="connsiteY24" fmla="*/ 254348 h 294295"/>
                <a:gd name="connsiteX25" fmla="*/ 4106 w 521792"/>
                <a:gd name="connsiteY25" fmla="*/ 254348 h 294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1792" h="294295">
                  <a:moveTo>
                    <a:pt x="4106" y="254348"/>
                  </a:moveTo>
                  <a:cubicBezTo>
                    <a:pt x="10893" y="263368"/>
                    <a:pt x="24015" y="265172"/>
                    <a:pt x="33064" y="257956"/>
                  </a:cubicBezTo>
                  <a:cubicBezTo>
                    <a:pt x="33064" y="257956"/>
                    <a:pt x="33064" y="257956"/>
                    <a:pt x="33064" y="257956"/>
                  </a:cubicBezTo>
                  <a:lnTo>
                    <a:pt x="309973" y="46450"/>
                  </a:lnTo>
                  <a:lnTo>
                    <a:pt x="467884" y="166860"/>
                  </a:lnTo>
                  <a:lnTo>
                    <a:pt x="350695" y="256603"/>
                  </a:lnTo>
                  <a:cubicBezTo>
                    <a:pt x="341194" y="262917"/>
                    <a:pt x="338479" y="275544"/>
                    <a:pt x="344813" y="285015"/>
                  </a:cubicBezTo>
                  <a:cubicBezTo>
                    <a:pt x="351148" y="294485"/>
                    <a:pt x="363817" y="297191"/>
                    <a:pt x="373319" y="290877"/>
                  </a:cubicBezTo>
                  <a:cubicBezTo>
                    <a:pt x="374224" y="290426"/>
                    <a:pt x="375129" y="289524"/>
                    <a:pt x="375581" y="289073"/>
                  </a:cubicBezTo>
                  <a:lnTo>
                    <a:pt x="514036" y="183095"/>
                  </a:lnTo>
                  <a:lnTo>
                    <a:pt x="514036" y="183095"/>
                  </a:lnTo>
                  <a:lnTo>
                    <a:pt x="515393" y="181742"/>
                  </a:lnTo>
                  <a:lnTo>
                    <a:pt x="515393" y="181742"/>
                  </a:lnTo>
                  <a:cubicBezTo>
                    <a:pt x="516298" y="180840"/>
                    <a:pt x="516750" y="180389"/>
                    <a:pt x="517655" y="179487"/>
                  </a:cubicBezTo>
                  <a:cubicBezTo>
                    <a:pt x="524442" y="170468"/>
                    <a:pt x="522632" y="157389"/>
                    <a:pt x="514036" y="150625"/>
                  </a:cubicBezTo>
                  <a:lnTo>
                    <a:pt x="322642" y="4059"/>
                  </a:lnTo>
                  <a:cubicBezTo>
                    <a:pt x="319928" y="1804"/>
                    <a:pt x="316308" y="451"/>
                    <a:pt x="312688" y="0"/>
                  </a:cubicBezTo>
                  <a:lnTo>
                    <a:pt x="312688" y="0"/>
                  </a:lnTo>
                  <a:lnTo>
                    <a:pt x="310878" y="0"/>
                  </a:lnTo>
                  <a:lnTo>
                    <a:pt x="309068" y="0"/>
                  </a:lnTo>
                  <a:lnTo>
                    <a:pt x="307711" y="0"/>
                  </a:lnTo>
                  <a:lnTo>
                    <a:pt x="307711" y="0"/>
                  </a:lnTo>
                  <a:cubicBezTo>
                    <a:pt x="304091" y="451"/>
                    <a:pt x="300924" y="1804"/>
                    <a:pt x="297757" y="4059"/>
                  </a:cubicBezTo>
                  <a:lnTo>
                    <a:pt x="8178" y="225486"/>
                  </a:lnTo>
                  <a:cubicBezTo>
                    <a:pt x="-871" y="232251"/>
                    <a:pt x="-2681" y="245329"/>
                    <a:pt x="4106" y="254348"/>
                  </a:cubicBezTo>
                  <a:cubicBezTo>
                    <a:pt x="4106" y="254348"/>
                    <a:pt x="4106" y="254348"/>
                    <a:pt x="4106" y="25434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5047F7A-A835-8E4B-8891-A0F0CE286CB4}"/>
                </a:ext>
              </a:extLst>
            </p:cNvPr>
            <p:cNvSpPr/>
            <p:nvPr/>
          </p:nvSpPr>
          <p:spPr>
            <a:xfrm>
              <a:off x="1078922" y="1299778"/>
              <a:ext cx="331090" cy="262473"/>
            </a:xfrm>
            <a:custGeom>
              <a:avLst/>
              <a:gdLst>
                <a:gd name="connsiteX0" fmla="*/ 297665 w 331090"/>
                <a:gd name="connsiteY0" fmla="*/ 4124 h 262473"/>
                <a:gd name="connsiteX1" fmla="*/ 8087 w 331090"/>
                <a:gd name="connsiteY1" fmla="*/ 225551 h 262473"/>
                <a:gd name="connsiteX2" fmla="*/ 4467 w 331090"/>
                <a:gd name="connsiteY2" fmla="*/ 254414 h 262473"/>
                <a:gd name="connsiteX3" fmla="*/ 4467 w 331090"/>
                <a:gd name="connsiteY3" fmla="*/ 254414 h 262473"/>
                <a:gd name="connsiteX4" fmla="*/ 33425 w 331090"/>
                <a:gd name="connsiteY4" fmla="*/ 258021 h 262473"/>
                <a:gd name="connsiteX5" fmla="*/ 323003 w 331090"/>
                <a:gd name="connsiteY5" fmla="*/ 36594 h 262473"/>
                <a:gd name="connsiteX6" fmla="*/ 326623 w 331090"/>
                <a:gd name="connsiteY6" fmla="*/ 7732 h 262473"/>
                <a:gd name="connsiteX7" fmla="*/ 297665 w 331090"/>
                <a:gd name="connsiteY7" fmla="*/ 4124 h 262473"/>
                <a:gd name="connsiteX8" fmla="*/ 297665 w 331090"/>
                <a:gd name="connsiteY8" fmla="*/ 4124 h 262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3">
                  <a:moveTo>
                    <a:pt x="297665" y="4124"/>
                  </a:moveTo>
                  <a:lnTo>
                    <a:pt x="8087" y="225551"/>
                  </a:lnTo>
                  <a:cubicBezTo>
                    <a:pt x="-963" y="232316"/>
                    <a:pt x="-2772" y="245394"/>
                    <a:pt x="4467" y="254414"/>
                  </a:cubicBezTo>
                  <a:lnTo>
                    <a:pt x="4467" y="254414"/>
                  </a:lnTo>
                  <a:cubicBezTo>
                    <a:pt x="11254" y="263433"/>
                    <a:pt x="24376" y="265237"/>
                    <a:pt x="33425" y="258021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cubicBezTo>
                    <a:pt x="319384" y="-837"/>
                    <a:pt x="306714" y="-2641"/>
                    <a:pt x="297665" y="4124"/>
                  </a:cubicBezTo>
                  <a:lnTo>
                    <a:pt x="297665" y="4124"/>
                  </a:ln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649EBBD-08B8-8B4A-907E-EFD5B8EC754A}"/>
                </a:ext>
              </a:extLst>
            </p:cNvPr>
            <p:cNvSpPr/>
            <p:nvPr/>
          </p:nvSpPr>
          <p:spPr>
            <a:xfrm>
              <a:off x="1055302" y="1201138"/>
              <a:ext cx="354709" cy="280841"/>
            </a:xfrm>
            <a:custGeom>
              <a:avLst/>
              <a:gdLst>
                <a:gd name="connsiteX0" fmla="*/ 4106 w 354709"/>
                <a:gd name="connsiteY0" fmla="*/ 272781 h 280841"/>
                <a:gd name="connsiteX1" fmla="*/ 33064 w 354709"/>
                <a:gd name="connsiteY1" fmla="*/ 276389 h 280841"/>
                <a:gd name="connsiteX2" fmla="*/ 346623 w 354709"/>
                <a:gd name="connsiteY2" fmla="*/ 36922 h 280841"/>
                <a:gd name="connsiteX3" fmla="*/ 350243 w 354709"/>
                <a:gd name="connsiteY3" fmla="*/ 8060 h 280841"/>
                <a:gd name="connsiteX4" fmla="*/ 321285 w 354709"/>
                <a:gd name="connsiteY4" fmla="*/ 4452 h 280841"/>
                <a:gd name="connsiteX5" fmla="*/ 8178 w 354709"/>
                <a:gd name="connsiteY5" fmla="*/ 243919 h 280841"/>
                <a:gd name="connsiteX6" fmla="*/ 4106 w 354709"/>
                <a:gd name="connsiteY6" fmla="*/ 272781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709" h="280841">
                  <a:moveTo>
                    <a:pt x="4106" y="272781"/>
                  </a:moveTo>
                  <a:cubicBezTo>
                    <a:pt x="10893" y="281800"/>
                    <a:pt x="24015" y="283604"/>
                    <a:pt x="33064" y="276389"/>
                  </a:cubicBezTo>
                  <a:lnTo>
                    <a:pt x="346623" y="36922"/>
                  </a:lnTo>
                  <a:cubicBezTo>
                    <a:pt x="355672" y="30158"/>
                    <a:pt x="357482" y="17080"/>
                    <a:pt x="350243" y="8060"/>
                  </a:cubicBezTo>
                  <a:cubicBezTo>
                    <a:pt x="343456" y="-959"/>
                    <a:pt x="330334" y="-2763"/>
                    <a:pt x="321285" y="4452"/>
                  </a:cubicBezTo>
                  <a:lnTo>
                    <a:pt x="8178" y="243919"/>
                  </a:lnTo>
                  <a:cubicBezTo>
                    <a:pt x="-871" y="250683"/>
                    <a:pt x="-2681" y="263761"/>
                    <a:pt x="4106" y="272781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396DD15-7C58-BE49-BC99-7837A27E51F2}"/>
                </a:ext>
              </a:extLst>
            </p:cNvPr>
            <p:cNvSpPr/>
            <p:nvPr/>
          </p:nvSpPr>
          <p:spPr>
            <a:xfrm>
              <a:off x="888763" y="1366194"/>
              <a:ext cx="522276" cy="293525"/>
            </a:xfrm>
            <a:custGeom>
              <a:avLst/>
              <a:gdLst>
                <a:gd name="connsiteX0" fmla="*/ 518139 w 522276"/>
                <a:gd name="connsiteY0" fmla="*/ 39628 h 293525"/>
                <a:gd name="connsiteX1" fmla="*/ 518139 w 522276"/>
                <a:gd name="connsiteY1" fmla="*/ 39628 h 293525"/>
                <a:gd name="connsiteX2" fmla="*/ 489181 w 522276"/>
                <a:gd name="connsiteY2" fmla="*/ 36020 h 293525"/>
                <a:gd name="connsiteX3" fmla="*/ 212272 w 522276"/>
                <a:gd name="connsiteY3" fmla="*/ 247527 h 293525"/>
                <a:gd name="connsiteX4" fmla="*/ 54361 w 522276"/>
                <a:gd name="connsiteY4" fmla="*/ 126666 h 293525"/>
                <a:gd name="connsiteX5" fmla="*/ 171550 w 522276"/>
                <a:gd name="connsiteY5" fmla="*/ 36922 h 293525"/>
                <a:gd name="connsiteX6" fmla="*/ 175170 w 522276"/>
                <a:gd name="connsiteY6" fmla="*/ 8060 h 293525"/>
                <a:gd name="connsiteX7" fmla="*/ 146212 w 522276"/>
                <a:gd name="connsiteY7" fmla="*/ 4452 h 293525"/>
                <a:gd name="connsiteX8" fmla="*/ 7757 w 522276"/>
                <a:gd name="connsiteY8" fmla="*/ 110431 h 293525"/>
                <a:gd name="connsiteX9" fmla="*/ 7757 w 522276"/>
                <a:gd name="connsiteY9" fmla="*/ 110431 h 293525"/>
                <a:gd name="connsiteX10" fmla="*/ 6400 w 522276"/>
                <a:gd name="connsiteY10" fmla="*/ 111784 h 293525"/>
                <a:gd name="connsiteX11" fmla="*/ 6400 w 522276"/>
                <a:gd name="connsiteY11" fmla="*/ 111784 h 293525"/>
                <a:gd name="connsiteX12" fmla="*/ 4138 w 522276"/>
                <a:gd name="connsiteY12" fmla="*/ 114039 h 293525"/>
                <a:gd name="connsiteX13" fmla="*/ 7757 w 522276"/>
                <a:gd name="connsiteY13" fmla="*/ 142901 h 293525"/>
                <a:gd name="connsiteX14" fmla="*/ 199603 w 522276"/>
                <a:gd name="connsiteY14" fmla="*/ 289467 h 293525"/>
                <a:gd name="connsiteX15" fmla="*/ 209557 w 522276"/>
                <a:gd name="connsiteY15" fmla="*/ 293526 h 293525"/>
                <a:gd name="connsiteX16" fmla="*/ 209557 w 522276"/>
                <a:gd name="connsiteY16" fmla="*/ 293526 h 293525"/>
                <a:gd name="connsiteX17" fmla="*/ 211367 w 522276"/>
                <a:gd name="connsiteY17" fmla="*/ 293526 h 293525"/>
                <a:gd name="connsiteX18" fmla="*/ 213177 w 522276"/>
                <a:gd name="connsiteY18" fmla="*/ 293526 h 293525"/>
                <a:gd name="connsiteX19" fmla="*/ 214987 w 522276"/>
                <a:gd name="connsiteY19" fmla="*/ 293526 h 293525"/>
                <a:gd name="connsiteX20" fmla="*/ 214987 w 522276"/>
                <a:gd name="connsiteY20" fmla="*/ 293526 h 293525"/>
                <a:gd name="connsiteX21" fmla="*/ 224941 w 522276"/>
                <a:gd name="connsiteY21" fmla="*/ 289467 h 293525"/>
                <a:gd name="connsiteX22" fmla="*/ 514519 w 522276"/>
                <a:gd name="connsiteY22" fmla="*/ 68039 h 293525"/>
                <a:gd name="connsiteX23" fmla="*/ 518139 w 522276"/>
                <a:gd name="connsiteY23" fmla="*/ 39628 h 29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2276" h="293525">
                  <a:moveTo>
                    <a:pt x="518139" y="39628"/>
                  </a:moveTo>
                  <a:lnTo>
                    <a:pt x="518139" y="39628"/>
                  </a:lnTo>
                  <a:cubicBezTo>
                    <a:pt x="511352" y="30609"/>
                    <a:pt x="498231" y="28805"/>
                    <a:pt x="489181" y="36020"/>
                  </a:cubicBezTo>
                  <a:lnTo>
                    <a:pt x="212272" y="247527"/>
                  </a:lnTo>
                  <a:lnTo>
                    <a:pt x="54361" y="126666"/>
                  </a:lnTo>
                  <a:lnTo>
                    <a:pt x="171550" y="36922"/>
                  </a:lnTo>
                  <a:cubicBezTo>
                    <a:pt x="180599" y="30158"/>
                    <a:pt x="182409" y="17080"/>
                    <a:pt x="175170" y="8060"/>
                  </a:cubicBezTo>
                  <a:cubicBezTo>
                    <a:pt x="168383" y="-959"/>
                    <a:pt x="155261" y="-2763"/>
                    <a:pt x="146212" y="4452"/>
                  </a:cubicBezTo>
                  <a:lnTo>
                    <a:pt x="7757" y="110431"/>
                  </a:lnTo>
                  <a:lnTo>
                    <a:pt x="7757" y="110431"/>
                  </a:lnTo>
                  <a:cubicBezTo>
                    <a:pt x="7305" y="110882"/>
                    <a:pt x="6852" y="111333"/>
                    <a:pt x="6400" y="111784"/>
                  </a:cubicBezTo>
                  <a:lnTo>
                    <a:pt x="6400" y="111784"/>
                  </a:lnTo>
                  <a:cubicBezTo>
                    <a:pt x="5495" y="112686"/>
                    <a:pt x="5042" y="113137"/>
                    <a:pt x="4138" y="114039"/>
                  </a:cubicBezTo>
                  <a:cubicBezTo>
                    <a:pt x="-2649" y="123058"/>
                    <a:pt x="-840" y="135685"/>
                    <a:pt x="7757" y="142901"/>
                  </a:cubicBezTo>
                  <a:lnTo>
                    <a:pt x="199603" y="289467"/>
                  </a:lnTo>
                  <a:cubicBezTo>
                    <a:pt x="202318" y="291722"/>
                    <a:pt x="205937" y="293075"/>
                    <a:pt x="209557" y="293526"/>
                  </a:cubicBezTo>
                  <a:lnTo>
                    <a:pt x="209557" y="293526"/>
                  </a:lnTo>
                  <a:lnTo>
                    <a:pt x="211367" y="293526"/>
                  </a:lnTo>
                  <a:lnTo>
                    <a:pt x="213177" y="293526"/>
                  </a:lnTo>
                  <a:lnTo>
                    <a:pt x="214987" y="293526"/>
                  </a:lnTo>
                  <a:lnTo>
                    <a:pt x="214987" y="293526"/>
                  </a:lnTo>
                  <a:cubicBezTo>
                    <a:pt x="218606" y="293075"/>
                    <a:pt x="221774" y="291722"/>
                    <a:pt x="224941" y="289467"/>
                  </a:cubicBezTo>
                  <a:lnTo>
                    <a:pt x="514519" y="68039"/>
                  </a:lnTo>
                  <a:cubicBezTo>
                    <a:pt x="523116" y="61275"/>
                    <a:pt x="524926" y="48648"/>
                    <a:pt x="518139" y="3962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1EC14E28-FEEA-3148-935F-440B15A6E934}"/>
              </a:ext>
            </a:extLst>
          </p:cNvPr>
          <p:cNvSpPr txBox="1">
            <a:spLocks/>
          </p:cNvSpPr>
          <p:nvPr userDrawn="1"/>
        </p:nvSpPr>
        <p:spPr>
          <a:xfrm>
            <a:off x="3211409" y="6493502"/>
            <a:ext cx="2884592" cy="18069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r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2542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Raleway" panose="020B0503030101060003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65137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Courier New" panose="02070309020205020404" pitchFamily="49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75" b="0" i="0" spc="300" dirty="0">
                <a:solidFill>
                  <a:srgbClr val="9798A5">
                    <a:alpha val="75000"/>
                  </a:srgbClr>
                </a:solidFill>
                <a:latin typeface="Raleway" panose="020B0003030101060003" pitchFamily="34" charset="0"/>
              </a:rPr>
              <a:t>| A HINDUJA GROUP COMPANY</a:t>
            </a:r>
          </a:p>
        </p:txBody>
      </p:sp>
    </p:spTree>
    <p:extLst>
      <p:ext uri="{BB962C8B-B14F-4D97-AF65-F5344CB8AC3E}">
        <p14:creationId xmlns:p14="http://schemas.microsoft.com/office/powerpoint/2010/main" val="1547589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BKGD 1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Background pattern&#10;&#10;Description automatically generated">
            <a:extLst>
              <a:ext uri="{FF2B5EF4-FFF2-40B4-BE49-F238E27FC236}">
                <a16:creationId xmlns:a16="http://schemas.microsoft.com/office/drawing/2014/main" id="{0DB77993-B111-480F-91C8-31C0D1BF87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1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02"/>
          <a:stretch/>
        </p:blipFill>
        <p:spPr>
          <a:xfrm>
            <a:off x="0" y="0"/>
            <a:ext cx="12196119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4853AED-9BAA-E34C-8381-5E8674175D5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4560" y="2892380"/>
            <a:ext cx="7772399" cy="61555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just">
              <a:lnSpc>
                <a:spcPct val="100000"/>
              </a:lnSpc>
              <a:defRPr lang="en-US" sz="4000" b="0" i="0" dirty="0">
                <a:solidFill>
                  <a:schemeClr val="bg1"/>
                </a:solidFill>
                <a:latin typeface="Raleway" panose="020B0003030101060003" pitchFamily="34" charset="0"/>
              </a:defRPr>
            </a:lvl1pPr>
          </a:lstStyle>
          <a:p>
            <a:pPr marL="0" lvl="0"/>
            <a:r>
              <a:rPr lang="en-US" dirty="0"/>
              <a:t>Click to edit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E04C43-4F72-5348-BD61-047F69EB03B1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4560" y="3814606"/>
            <a:ext cx="77724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aphic 20">
            <a:extLst>
              <a:ext uri="{FF2B5EF4-FFF2-40B4-BE49-F238E27FC236}">
                <a16:creationId xmlns:a16="http://schemas.microsoft.com/office/drawing/2014/main" id="{F67988FA-B3D4-D34A-8F17-6C17847CB812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D78B928-F665-0749-B2BC-D914D8D69AF7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6797DA6F-7F82-9F4D-A52C-A793FC7299F6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927F1BC-98CF-5144-9CEE-8620B71B2693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5CA6705-8E43-634A-AF04-27898C68A232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2D01FB8-8D63-A74E-8EA8-8E243589AF74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001416B-6640-0346-A021-DEA637199885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42C9F6B9-3761-AE48-BEAD-E25AEC860B77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859E073-96C0-7D47-9E44-19B1023209AA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69EA2A6-911B-9949-8DAF-46A4107F3CF7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0233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BKGD 2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062C6677-1071-4D29-8790-D216E16DAE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1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4560" y="2892380"/>
            <a:ext cx="7772399" cy="61555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4000" b="0" i="0" kern="1200" dirty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</a:lstStyle>
          <a:p>
            <a:pPr marL="0" lvl="0"/>
            <a:r>
              <a:rPr lang="en-US" dirty="0"/>
              <a:t>Click to edit text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6CAF48-58EC-4325-B706-3D6F2E20A791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4560" y="3814606"/>
            <a:ext cx="77724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aphic 20">
            <a:extLst>
              <a:ext uri="{FF2B5EF4-FFF2-40B4-BE49-F238E27FC236}">
                <a16:creationId xmlns:a16="http://schemas.microsoft.com/office/drawing/2014/main" id="{AFF88DB4-7F53-CC45-90BF-CD1C283CB4C7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32950296-C593-7B4A-8079-DE61AF35F63D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D775AA5-06EE-0C49-B274-F50E813550E4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4C084D2-0E6A-9C44-8EE0-63F22AA991C5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2A19D08-B352-8946-9169-F74351DD9844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E87E6A-259B-DF43-933D-10E02186CA14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AECC61A-8755-2F4D-AA5B-9439DEF33FD9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9BDAE7C-A811-CC43-B3DD-7B92A58718A9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D1D1B8F-412B-8C4B-A4D8-76CF14A9A449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9FED49E-8253-2445-B58F-F014D7AD5CCC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77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Simple Dark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4560" y="2892380"/>
            <a:ext cx="7772399" cy="61555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4000" b="0" i="0" kern="1200" dirty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</a:lstStyle>
          <a:p>
            <a:pPr marL="0" lvl="0"/>
            <a:r>
              <a:rPr lang="en-US" dirty="0"/>
              <a:t>Click to edit text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6CAF48-58EC-4325-B706-3D6F2E20A791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4560" y="3814606"/>
            <a:ext cx="77724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aphic 20">
            <a:extLst>
              <a:ext uri="{FF2B5EF4-FFF2-40B4-BE49-F238E27FC236}">
                <a16:creationId xmlns:a16="http://schemas.microsoft.com/office/drawing/2014/main" id="{B3D2B98C-3F6E-B142-90D1-694425E1E2DF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6947DFD-5175-AA4D-BBAF-190B9FA30FB9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1CB2D37-DB6F-EB41-B337-0F28B7542E8D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782EF4C-D128-EB4A-BEB8-B69EB15818B5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BAB621D-E745-0249-862F-400E27A02778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BCFD7BC-92C4-4B4E-984C-798B4DD4D564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A61A983-28CD-8949-BE0C-BB11DC5FEF42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53AC570-A047-8B4E-8499-6220D0E1D289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C6B0A6B-0C8C-A34B-9FE1-9834DD174858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0425BB9-0586-B046-BA0C-041E6BBBE00E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8831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Simple Light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DBEB0B8-79A2-E74E-92C8-E358CE181E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4560" y="2892380"/>
            <a:ext cx="7772399" cy="61555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4000" b="0" i="0" dirty="0">
                <a:solidFill>
                  <a:srgbClr val="0E0F1A"/>
                </a:solidFill>
                <a:latin typeface="Raleway" panose="020B0003030101060003" pitchFamily="34" charset="0"/>
              </a:defRPr>
            </a:lvl1pPr>
          </a:lstStyle>
          <a:p>
            <a:pPr marL="0" lvl="0"/>
            <a:r>
              <a:rPr lang="en-US" dirty="0"/>
              <a:t>Click to edit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2D0C9B-EC05-6C4E-BA1F-28127187D454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4560" y="3814606"/>
            <a:ext cx="77724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aphic 7">
            <a:extLst>
              <a:ext uri="{FF2B5EF4-FFF2-40B4-BE49-F238E27FC236}">
                <a16:creationId xmlns:a16="http://schemas.microsoft.com/office/drawing/2014/main" id="{7ED8D9A7-BB47-2347-9F8A-74D8FD6F6D20}"/>
              </a:ext>
            </a:extLst>
          </p:cNvPr>
          <p:cNvGrpSpPr/>
          <p:nvPr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F86B6C03-84A8-DB42-8816-706A0186C392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F289343-32E0-DB4D-BD50-A028283D63C0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DF9BC10-BDE6-3B49-9437-D06145CA3BAE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BAB8C541-85DA-474D-BE07-6DAA322A3009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609B168-A5D7-0743-A370-44E4472501DF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B8E4A30-A34F-BD4C-B563-029707A5F720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B1AFFD3-4159-BC41-B214-A1D431D03FD1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73846B-987A-364B-95D5-FCDEE97BE98F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DD0A66B-7336-A346-A200-F0F25D65C11C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1632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/ image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DBEB0B8-79A2-E74E-92C8-E358CE181E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1850" y="2575033"/>
            <a:ext cx="4579261" cy="43088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2800" b="1" i="0" dirty="0">
                <a:solidFill>
                  <a:srgbClr val="0E0F1A"/>
                </a:solidFill>
                <a:latin typeface="Raleway ExtraBold" panose="020B0003030101060003" pitchFamily="34" charset="0"/>
              </a:defRPr>
            </a:lvl1pPr>
          </a:lstStyle>
          <a:p>
            <a:pPr marL="0" lvl="0"/>
            <a:r>
              <a:rPr lang="en-US" dirty="0"/>
              <a:t>Click to edit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2D0C9B-EC05-6C4E-BA1F-28127187D454}"/>
              </a:ext>
            </a:extLst>
          </p:cNvPr>
          <p:cNvCxnSpPr>
            <a:cxnSpLocks/>
          </p:cNvCxnSpPr>
          <p:nvPr userDrawn="1"/>
        </p:nvCxnSpPr>
        <p:spPr>
          <a:xfrm flipH="1">
            <a:off x="6411850" y="3312592"/>
            <a:ext cx="4388192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3AAB1516-8A30-1341-8D18-DFAC04F02F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2746" y="0"/>
            <a:ext cx="5757405" cy="6857993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6527F4B-9673-1D45-A9B1-E4C4C2C184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1850" y="3619265"/>
            <a:ext cx="4521949" cy="304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100"/>
              </a:spcAft>
              <a:buNone/>
              <a:defRPr sz="1800"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grpSp>
        <p:nvGrpSpPr>
          <p:cNvPr id="8" name="Graphic 7">
            <a:extLst>
              <a:ext uri="{FF2B5EF4-FFF2-40B4-BE49-F238E27FC236}">
                <a16:creationId xmlns:a16="http://schemas.microsoft.com/office/drawing/2014/main" id="{A8CD944D-303B-C245-81D4-FB503D3C660B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D494E8EF-E80B-1242-82EA-77E7A91BC444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D4C1991-54BD-5348-B87C-4F380688D509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8C8D3B6-B634-7247-8A88-E19A54B587E0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131B96E-C9DA-E845-B84E-2DD879FC3881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E583650-F765-9145-9CAD-95165F0E3006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5B30D67-D42E-7845-BF8C-BAEF48E9CE17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A390AA0-B434-B841-B2EC-CD5A6A16EC0B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D1D3877-198D-3748-AE9A-DCBE4D1C031E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FEDAB4E-3AF5-384F-8801-78396F2F9D18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0918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/ subheader - Dark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4560" y="2544056"/>
            <a:ext cx="7772399" cy="61555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i="0" kern="1200" dirty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6CAF48-58EC-4325-B706-3D6F2E20A791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4560" y="3466282"/>
            <a:ext cx="77724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5F00683-50D6-4F75-9FDD-EBEFEF9F35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4263" y="3712995"/>
            <a:ext cx="7772400" cy="4736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None/>
              <a:defRPr lang="en-US" sz="28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grpSp>
        <p:nvGrpSpPr>
          <p:cNvPr id="6" name="Graphic 20">
            <a:extLst>
              <a:ext uri="{FF2B5EF4-FFF2-40B4-BE49-F238E27FC236}">
                <a16:creationId xmlns:a16="http://schemas.microsoft.com/office/drawing/2014/main" id="{4E06C6CA-AEA4-EE47-89BF-12822B76A6B7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39573A0-EEB2-714D-81A1-7773813F36F3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32C0ADC-3B69-E34C-A0A9-6777BDE51613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70EEBBC-94AD-A947-A78B-C79F471D7AE7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43492C3-BDBB-9747-82B4-1A17AAC51CA5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36842AC-82A2-AF40-B560-685F2A33B510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734E2DB-8931-9345-A041-B367780360C4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E5008FD-C79B-2D48-A56D-06B84275D313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C804056-D599-594A-9084-612AFD2FF7F9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B03C5F4-B372-8244-B85C-E29EE649361C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37994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/ subheader - Light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457C65C-38F5-544F-8AFA-D3D512DFDF6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4560" y="2544056"/>
            <a:ext cx="9061222" cy="61555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i="0" kern="1200" dirty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00CCACE-7A09-0445-9EED-672F62DD45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4560" y="3466282"/>
            <a:ext cx="77724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97BBB1B-F81D-9B4F-B720-77C41287E1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4262" y="3712995"/>
            <a:ext cx="9061223" cy="473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None/>
              <a:defRPr lang="en-US" sz="2800" b="0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grpSp>
        <p:nvGrpSpPr>
          <p:cNvPr id="8" name="Graphic 7">
            <a:extLst>
              <a:ext uri="{FF2B5EF4-FFF2-40B4-BE49-F238E27FC236}">
                <a16:creationId xmlns:a16="http://schemas.microsoft.com/office/drawing/2014/main" id="{DC3D37DD-8CAD-1A4B-B86D-845547ED1591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EFBFE6B-2797-5442-BFEA-799585347F8D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71D6002-EF20-C049-A8E1-E6D74CEACA8A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DF078BF-F711-4948-9212-57357ABF0F0C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F5CF77F-B22C-6A44-BFA3-00E69914CE65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E5DB357-3136-3444-BBC4-1D884591779E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1B2034C-E46F-AB40-81F4-6A3DA5A6D358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1A7775E-0D4A-8745-A431-95B428EAF886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12DC3BB-5119-8448-A357-80F1D45B8FFC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FFD2C29-CE34-CA48-9988-EAF5E77713FD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9994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w/ bullets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1" y="1358062"/>
            <a:ext cx="10149840" cy="270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sz="1600" b="0" i="0">
                <a:latin typeface="Raleway" panose="020B0003030101060003" pitchFamily="34" charset="0"/>
              </a:defRPr>
            </a:lvl1pPr>
            <a:lvl2pPr marL="225425" indent="0">
              <a:buNone/>
              <a:defRPr b="0" i="0">
                <a:latin typeface="Raleway" panose="020B0003030101060003" pitchFamily="34" charset="0"/>
              </a:defRPr>
            </a:lvl2pPr>
            <a:lvl3pPr marL="465137" indent="0">
              <a:buNone/>
              <a:defRPr b="0" i="0">
                <a:latin typeface="Raleway" panose="020B0003030101060003" pitchFamily="34" charset="0"/>
              </a:defRPr>
            </a:lvl3pPr>
            <a:lvl4pPr marL="688975" indent="0">
              <a:buNone/>
              <a:defRPr b="0" i="0">
                <a:latin typeface="Raleway" panose="020B0003030101060003" pitchFamily="34" charset="0"/>
              </a:defRPr>
            </a:lvl4pPr>
            <a:lvl5pPr marL="914400" indent="0">
              <a:buNone/>
              <a:defRPr b="0" i="0"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8FC3B-B1F7-9842-A67B-1AE96664D3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2134902"/>
            <a:ext cx="10149840" cy="157876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rgbClr val="353746"/>
                </a:solidFill>
                <a:latin typeface="Raleway" pitchFamily="2" charset="77"/>
              </a:defRPr>
            </a:lvl1pPr>
            <a:lvl2pPr marL="511175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rgbClr val="353746"/>
                </a:solidFill>
                <a:latin typeface="Raleway" pitchFamily="2" charset="77"/>
              </a:defRPr>
            </a:lvl2pPr>
            <a:lvl3pPr marL="750887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rgbClr val="353746"/>
                </a:solidFill>
                <a:latin typeface="Raleway" pitchFamily="2" charset="77"/>
              </a:defRPr>
            </a:lvl3pPr>
            <a:lvl4pPr marL="974725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rgbClr val="353746"/>
                </a:solidFill>
                <a:latin typeface="Raleway" pitchFamily="2" charset="77"/>
              </a:defRPr>
            </a:lvl4pPr>
            <a:lvl5pPr marL="12001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 b="0" i="0">
                <a:solidFill>
                  <a:srgbClr val="353746"/>
                </a:solidFill>
                <a:latin typeface="Raleway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aphic 7">
            <a:extLst>
              <a:ext uri="{FF2B5EF4-FFF2-40B4-BE49-F238E27FC236}">
                <a16:creationId xmlns:a16="http://schemas.microsoft.com/office/drawing/2014/main" id="{D31DC6AF-58D3-4A4B-B3A3-C24A30559EC7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CB0C443-BD90-8947-873E-210959585C88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7A13AEC-258D-0C4D-B9D5-E3173B5D3C52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EB1B4F1-375E-5047-BA4A-AA0A811831A3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071FE20-501D-2841-B2C3-5A747756441A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C659B3F-2DFF-9B44-BC12-863D7B3264A4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E5018F9-4245-D44A-8921-86D44A3D719B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93EE559-35E8-524E-BA7E-90F1925F6606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E68E75E-36D9-F54D-98C2-AE2F7736124E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68AD3A6-6E47-6C43-B4BD-019CCD712D21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075950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- Light - No logo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1" y="1455433"/>
            <a:ext cx="10149840" cy="23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b="0" i="0">
                <a:latin typeface="Raleway" panose="020B0003030101060003" pitchFamily="34" charset="0"/>
              </a:defRPr>
            </a:lvl1pPr>
            <a:lvl2pPr marL="225425" indent="0">
              <a:buNone/>
              <a:defRPr b="0" i="0">
                <a:latin typeface="Raleway" panose="020B0003030101060003" pitchFamily="34" charset="0"/>
              </a:defRPr>
            </a:lvl2pPr>
            <a:lvl3pPr marL="465137" indent="0">
              <a:buNone/>
              <a:defRPr b="0" i="0">
                <a:latin typeface="Raleway" panose="020B0003030101060003" pitchFamily="34" charset="0"/>
              </a:defRPr>
            </a:lvl3pPr>
            <a:lvl4pPr marL="688975" indent="0">
              <a:buNone/>
              <a:defRPr b="0" i="0">
                <a:latin typeface="Raleway" panose="020B0003030101060003" pitchFamily="34" charset="0"/>
              </a:defRPr>
            </a:lvl4pPr>
            <a:lvl5pPr marL="914400" indent="0">
              <a:buNone/>
              <a:defRPr b="0" i="0"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58655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- Blue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1" y="1455433"/>
            <a:ext cx="10149840" cy="23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2pPr>
            <a:lvl3pPr marL="465137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3pPr>
            <a:lvl4pPr marL="688975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4pPr>
            <a:lvl5pPr marL="914400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aphic 20">
            <a:extLst>
              <a:ext uri="{FF2B5EF4-FFF2-40B4-BE49-F238E27FC236}">
                <a16:creationId xmlns:a16="http://schemas.microsoft.com/office/drawing/2014/main" id="{128536A4-A2C8-594A-907B-36562FB5464F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364CCBF-51CD-2A4B-9DF2-07031D3162DB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BD029A9-422D-1F47-B702-2EB23B9DE120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2DACA28-6E01-4444-B0C9-447B8DDF8C8F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B90D1DA-A449-1C41-97DD-A89C5E9B05DE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AE7AD7AC-C068-E341-BA06-CB364074B215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9E9A8C-18A3-664D-B44A-433102E3B95D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BD8AF74-409D-6C44-8EEE-93DAB28C371D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400202B-9829-194E-9C14-0CEAC330BC49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924C43F-2020-C54B-A497-59928B2958FC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32610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w/ subheadline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1" y="1038944"/>
            <a:ext cx="10149840" cy="33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sz="2000" b="0" i="0">
                <a:latin typeface="Raleway" panose="020B0003030101060003" pitchFamily="34" charset="0"/>
              </a:defRPr>
            </a:lvl1pPr>
            <a:lvl2pPr marL="225425" indent="0">
              <a:buNone/>
              <a:defRPr b="0" i="0">
                <a:latin typeface="Raleway" panose="020B0003030101060003" pitchFamily="34" charset="0"/>
              </a:defRPr>
            </a:lvl2pPr>
            <a:lvl3pPr marL="465137" indent="0">
              <a:buNone/>
              <a:defRPr b="0" i="0">
                <a:latin typeface="Raleway" panose="020B0003030101060003" pitchFamily="34" charset="0"/>
              </a:defRPr>
            </a:lvl3pPr>
            <a:lvl4pPr marL="688975" indent="0">
              <a:buNone/>
              <a:defRPr b="0" i="0">
                <a:latin typeface="Raleway" panose="020B0003030101060003" pitchFamily="34" charset="0"/>
              </a:defRPr>
            </a:lvl4pPr>
            <a:lvl5pPr marL="914400" indent="0">
              <a:buNone/>
              <a:defRPr b="0" i="0"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285168F-0645-5245-965F-698BEAA5C5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760" y="1913585"/>
            <a:ext cx="10149839" cy="23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lang="en-US" b="0" i="0" smtClean="0">
                <a:effectLst/>
              </a:defRPr>
            </a:lvl1pPr>
            <a:lvl2pPr marL="225425" indent="0">
              <a:buNone/>
              <a:defRPr b="0" i="0">
                <a:latin typeface="Raleway" panose="020B0003030101060003" pitchFamily="34" charset="0"/>
              </a:defRPr>
            </a:lvl2pPr>
            <a:lvl3pPr marL="465137" indent="0">
              <a:buNone/>
              <a:defRPr b="0" i="0">
                <a:latin typeface="Raleway" panose="020B0003030101060003" pitchFamily="34" charset="0"/>
              </a:defRPr>
            </a:lvl3pPr>
            <a:lvl4pPr marL="688975" indent="0">
              <a:buNone/>
              <a:defRPr b="0" i="0">
                <a:latin typeface="Raleway" panose="020B0003030101060003" pitchFamily="34" charset="0"/>
              </a:defRPr>
            </a:lvl4pPr>
            <a:lvl5pPr marL="914400" indent="0">
              <a:buNone/>
              <a:defRPr b="0" i="0"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A95146-A01C-FA26-AB03-6CC30EC558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8828" y="215023"/>
            <a:ext cx="1375954" cy="38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9889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w/ subheadline - Blue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7823" y="1038944"/>
            <a:ext cx="10157778" cy="33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Clr>
                <a:schemeClr val="bg1"/>
              </a:buClr>
              <a:buNone/>
              <a:defRPr sz="20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2pPr>
            <a:lvl3pPr marL="465137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3pPr>
            <a:lvl4pPr marL="688975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4pPr>
            <a:lvl5pPr marL="914400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subheadline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A097C194-8124-6241-8475-A1A7668F5B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5761" y="1913586"/>
            <a:ext cx="10157778" cy="23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2pPr>
            <a:lvl3pPr marL="465137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3pPr>
            <a:lvl4pPr marL="688975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4pPr>
            <a:lvl5pPr marL="914400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7" name="Graphic 20">
            <a:extLst>
              <a:ext uri="{FF2B5EF4-FFF2-40B4-BE49-F238E27FC236}">
                <a16:creationId xmlns:a16="http://schemas.microsoft.com/office/drawing/2014/main" id="{78E218FA-030B-7F46-AE80-7F345B046533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D0FB805-DB78-8146-9949-AD6D36683A6B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8ABC087-5723-4041-86E5-046A0371689E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69BE70C-E7AA-3541-A830-0A231FA476F7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70B42D9-1774-104A-ABCA-3E69DDC7C0E0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9C50F85-E0E4-FE41-BC68-5F14EE08815B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A0A93B06-121E-2E46-9C2E-1A4A48D2A6E1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C41523D-BFBD-0D45-BCD8-1D554841FB0C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7617BC2-FAFA-C643-9728-3157FE948B33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1E7114D-CBD1-6047-B18A-CBEFBE5241CD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19246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9904675" cy="4736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lnSpc>
                <a:spcPct val="110000"/>
              </a:lnSpc>
              <a:spcAft>
                <a:spcPts val="100"/>
              </a:spcAft>
              <a:defRPr lang="en-US" sz="3200" b="0" i="0" dirty="0">
                <a:latin typeface="Raleway" panose="020B0003030101060003" pitchFamily="34" charset="0"/>
              </a:defRPr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0" y="1455433"/>
            <a:ext cx="9904675" cy="3045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sz="1800" b="0" i="0">
                <a:latin typeface="Raleway" panose="020B0003030101060003" pitchFamily="34" charset="0"/>
              </a:defRPr>
            </a:lvl1pPr>
            <a:lvl2pPr marL="225425" indent="0">
              <a:buNone/>
              <a:defRPr b="0" i="0">
                <a:latin typeface="Raleway" panose="020B0003030101060003" pitchFamily="34" charset="0"/>
              </a:defRPr>
            </a:lvl2pPr>
            <a:lvl3pPr marL="465137" indent="0">
              <a:buNone/>
              <a:defRPr b="0" i="0">
                <a:latin typeface="Raleway" panose="020B0003030101060003" pitchFamily="34" charset="0"/>
              </a:defRPr>
            </a:lvl3pPr>
            <a:lvl4pPr marL="688975" indent="0">
              <a:buNone/>
              <a:defRPr b="0" i="0">
                <a:latin typeface="Raleway" panose="020B0003030101060003" pitchFamily="34" charset="0"/>
              </a:defRPr>
            </a:lvl4pPr>
            <a:lvl5pPr marL="914400" indent="0">
              <a:buNone/>
              <a:defRPr b="0" i="0"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6" name="Graphic 7">
            <a:extLst>
              <a:ext uri="{FF2B5EF4-FFF2-40B4-BE49-F238E27FC236}">
                <a16:creationId xmlns:a16="http://schemas.microsoft.com/office/drawing/2014/main" id="{9443EB92-4A45-1A46-9596-072C530C2F7A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5DB52F4-6142-BD4A-A7E5-A257650C5EC2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A5B6C9A-4EB2-7949-9D19-E059F5CBCD29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618B060-6A25-4849-897B-78D2BCC9D540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6CAF72F-B06D-F147-AA6F-5716ABDA0D8E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F18A8EF-B158-ED4F-A36F-AB137DC5B929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45FE092-C265-2142-9611-198D07010306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CBEC330-5EE5-B34A-AFE9-8B7A76268CB3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CACB63F-6994-2340-B3DD-C61A1D322AB8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8266CE5-A203-4349-818C-00436968B587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998534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- blue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1" y="228600"/>
            <a:ext cx="9768840" cy="4736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lnSpc>
                <a:spcPct val="110000"/>
              </a:lnSpc>
              <a:spcAft>
                <a:spcPts val="100"/>
              </a:spcAft>
              <a:defRPr lang="en-US" sz="3200" b="0" i="0" dirty="0">
                <a:solidFill>
                  <a:schemeClr val="bg1"/>
                </a:solidFill>
                <a:latin typeface="Raleway" panose="020B0003030101060003" pitchFamily="34" charset="0"/>
              </a:defRPr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1" y="1455433"/>
            <a:ext cx="10169718" cy="3045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2pPr>
            <a:lvl3pPr marL="465137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3pPr>
            <a:lvl4pPr marL="688975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4pPr>
            <a:lvl5pPr marL="914400" indent="0">
              <a:buClr>
                <a:schemeClr val="bg1"/>
              </a:buClr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6" name="Graphic 20">
            <a:extLst>
              <a:ext uri="{FF2B5EF4-FFF2-40B4-BE49-F238E27FC236}">
                <a16:creationId xmlns:a16="http://schemas.microsoft.com/office/drawing/2014/main" id="{B6F59311-5DE6-504A-AF31-8D334ECC56A6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3E29C77-218C-EC4E-975C-A42AAF867DE9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8184094-BB15-614D-8C84-7BBF126F670D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96F79D6-1BF5-0641-AF40-2BAAC807E859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76F0371-9040-3F47-8475-07B0DCFE57C7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B4B17E7-9CB5-F145-94EF-E199BB06F922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A7CC5DE-77BF-B442-8E29-807E7479643B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9F535FC-9030-3D4B-BE26-EB486CB8A892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6FBE315-B48B-1A48-B5D6-E43F34FE29EF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0D9048B-3514-7340-80C4-30CF77C53D62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65259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- no logo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9904675" cy="47365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spcAft>
                <a:spcPts val="100"/>
              </a:spcAft>
              <a:defRPr lang="en-US" sz="3200" b="0" i="0" dirty="0">
                <a:latin typeface="Raleway" panose="020B0003030101060003" pitchFamily="34" charset="0"/>
              </a:defRPr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0" y="1455433"/>
            <a:ext cx="9904675" cy="23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buNone/>
              <a:defRPr b="0" i="0">
                <a:latin typeface="Raleway" panose="020B0003030101060003" pitchFamily="34" charset="0"/>
              </a:defRPr>
            </a:lvl1pPr>
            <a:lvl2pPr marL="225425" indent="0">
              <a:buNone/>
              <a:defRPr b="0" i="0">
                <a:latin typeface="Raleway" panose="020B0003030101060003" pitchFamily="34" charset="0"/>
              </a:defRPr>
            </a:lvl2pPr>
            <a:lvl3pPr marL="465137" indent="0">
              <a:buNone/>
              <a:defRPr b="0" i="0">
                <a:latin typeface="Raleway" panose="020B0003030101060003" pitchFamily="34" charset="0"/>
              </a:defRPr>
            </a:lvl3pPr>
            <a:lvl4pPr marL="688975" indent="0">
              <a:buNone/>
              <a:defRPr b="0" i="0">
                <a:latin typeface="Raleway" panose="020B0003030101060003" pitchFamily="34" charset="0"/>
              </a:defRPr>
            </a:lvl4pPr>
            <a:lvl5pPr marL="914400" indent="0">
              <a:buNone/>
              <a:defRPr b="0" i="0"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</p:spTree>
    <p:extLst>
      <p:ext uri="{BB962C8B-B14F-4D97-AF65-F5344CB8AC3E}">
        <p14:creationId xmlns:p14="http://schemas.microsoft.com/office/powerpoint/2010/main" val="23869144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erson list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54587BC-766F-431E-93E3-CA1CC87F757A}"/>
              </a:ext>
            </a:extLst>
          </p:cNvPr>
          <p:cNvCxnSpPr>
            <a:cxnSpLocks/>
          </p:cNvCxnSpPr>
          <p:nvPr userDrawn="1"/>
        </p:nvCxnSpPr>
        <p:spPr>
          <a:xfrm>
            <a:off x="875789" y="2976667"/>
            <a:ext cx="48490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2FBACF9E-C5EC-49A9-B84F-867C24FD09A3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2541800" y="1550990"/>
            <a:ext cx="1327997" cy="1327997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BBCA3D-2BD7-4AFE-93AC-2FF09AA6FA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5918" y="2122656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FDE06CDC-CCB1-4A36-8242-8297DB667B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3652" y="1977015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A42C7035-89AA-4FFA-AD17-E498CF4CB4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3652" y="2295577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2D89FD1-2EC6-442A-BDD3-7CA472CDBF4E}"/>
              </a:ext>
            </a:extLst>
          </p:cNvPr>
          <p:cNvCxnSpPr>
            <a:cxnSpLocks/>
          </p:cNvCxnSpPr>
          <p:nvPr userDrawn="1"/>
        </p:nvCxnSpPr>
        <p:spPr>
          <a:xfrm>
            <a:off x="875789" y="4503521"/>
            <a:ext cx="48490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Picture Placeholder 3">
            <a:extLst>
              <a:ext uri="{FF2B5EF4-FFF2-40B4-BE49-F238E27FC236}">
                <a16:creationId xmlns:a16="http://schemas.microsoft.com/office/drawing/2014/main" id="{A2123E61-C83F-4BE9-A4B8-2D1E66EFFD5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2541800" y="3077844"/>
            <a:ext cx="1327997" cy="1327997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3" name="Text Placeholder 5">
            <a:extLst>
              <a:ext uri="{FF2B5EF4-FFF2-40B4-BE49-F238E27FC236}">
                <a16:creationId xmlns:a16="http://schemas.microsoft.com/office/drawing/2014/main" id="{D8155B28-0413-4A78-840C-238B3E464F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918" y="3649510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64" name="Text Placeholder 5">
            <a:extLst>
              <a:ext uri="{FF2B5EF4-FFF2-40B4-BE49-F238E27FC236}">
                <a16:creationId xmlns:a16="http://schemas.microsoft.com/office/drawing/2014/main" id="{BE6E3324-089D-49A0-9340-CE4CCC12A7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03652" y="3503869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65" name="Text Placeholder 5">
            <a:extLst>
              <a:ext uri="{FF2B5EF4-FFF2-40B4-BE49-F238E27FC236}">
                <a16:creationId xmlns:a16="http://schemas.microsoft.com/office/drawing/2014/main" id="{1894E18E-78B1-4D11-92E4-1089586A8E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03652" y="3822431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sp>
        <p:nvSpPr>
          <p:cNvPr id="68" name="Picture Placeholder 3">
            <a:extLst>
              <a:ext uri="{FF2B5EF4-FFF2-40B4-BE49-F238E27FC236}">
                <a16:creationId xmlns:a16="http://schemas.microsoft.com/office/drawing/2014/main" id="{C36EFC4A-0F58-419F-942B-D53CF14D02A2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2541800" y="4604698"/>
            <a:ext cx="1327997" cy="1327997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8432B762-4ACF-4E1E-8D0D-17F566AED2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918" y="5176364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70" name="Text Placeholder 5">
            <a:extLst>
              <a:ext uri="{FF2B5EF4-FFF2-40B4-BE49-F238E27FC236}">
                <a16:creationId xmlns:a16="http://schemas.microsoft.com/office/drawing/2014/main" id="{C833C36A-46B6-4C10-8765-3A5567870D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03652" y="5030723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CC30BA44-FB86-42C9-9D75-51C04B52BA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03652" y="5349285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90BB52C-425A-41AC-8A05-96A2B7B8A886}"/>
              </a:ext>
            </a:extLst>
          </p:cNvPr>
          <p:cNvCxnSpPr>
            <a:cxnSpLocks/>
          </p:cNvCxnSpPr>
          <p:nvPr userDrawn="1"/>
        </p:nvCxnSpPr>
        <p:spPr>
          <a:xfrm>
            <a:off x="6467120" y="2976667"/>
            <a:ext cx="48490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Picture Placeholder 3">
            <a:extLst>
              <a:ext uri="{FF2B5EF4-FFF2-40B4-BE49-F238E27FC236}">
                <a16:creationId xmlns:a16="http://schemas.microsoft.com/office/drawing/2014/main" id="{9324C871-C6E2-4E21-9786-7FA27951DB06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8133131" y="1550990"/>
            <a:ext cx="1327997" cy="1327997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5" name="Text Placeholder 5">
            <a:extLst>
              <a:ext uri="{FF2B5EF4-FFF2-40B4-BE49-F238E27FC236}">
                <a16:creationId xmlns:a16="http://schemas.microsoft.com/office/drawing/2014/main" id="{88BFE80D-5353-4F21-A88E-AE48661057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77249" y="2122656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76" name="Text Placeholder 5">
            <a:extLst>
              <a:ext uri="{FF2B5EF4-FFF2-40B4-BE49-F238E27FC236}">
                <a16:creationId xmlns:a16="http://schemas.microsoft.com/office/drawing/2014/main" id="{DD2D228F-4765-4CEC-BBA8-B7873369E2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4983" y="1977015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77" name="Text Placeholder 5">
            <a:extLst>
              <a:ext uri="{FF2B5EF4-FFF2-40B4-BE49-F238E27FC236}">
                <a16:creationId xmlns:a16="http://schemas.microsoft.com/office/drawing/2014/main" id="{6C7ED9CF-1C88-4964-B129-E0C14FE4DD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94983" y="2295577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4571598-FCA6-4FDF-B186-526EAE483A51}"/>
              </a:ext>
            </a:extLst>
          </p:cNvPr>
          <p:cNvCxnSpPr>
            <a:cxnSpLocks/>
          </p:cNvCxnSpPr>
          <p:nvPr userDrawn="1"/>
        </p:nvCxnSpPr>
        <p:spPr>
          <a:xfrm>
            <a:off x="6467120" y="4503521"/>
            <a:ext cx="48490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Picture Placeholder 3">
            <a:extLst>
              <a:ext uri="{FF2B5EF4-FFF2-40B4-BE49-F238E27FC236}">
                <a16:creationId xmlns:a16="http://schemas.microsoft.com/office/drawing/2014/main" id="{FC1F3080-031C-4A2D-944D-49B7971068F0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8133131" y="3077844"/>
            <a:ext cx="1327997" cy="1327997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0" name="Text Placeholder 5">
            <a:extLst>
              <a:ext uri="{FF2B5EF4-FFF2-40B4-BE49-F238E27FC236}">
                <a16:creationId xmlns:a16="http://schemas.microsoft.com/office/drawing/2014/main" id="{80034898-383B-49A4-8D9B-14F087C682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77249" y="3649510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81" name="Text Placeholder 5">
            <a:extLst>
              <a:ext uri="{FF2B5EF4-FFF2-40B4-BE49-F238E27FC236}">
                <a16:creationId xmlns:a16="http://schemas.microsoft.com/office/drawing/2014/main" id="{48488B2D-9061-4FFD-9A5F-1E3A97B318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94983" y="3503869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82" name="Text Placeholder 5">
            <a:extLst>
              <a:ext uri="{FF2B5EF4-FFF2-40B4-BE49-F238E27FC236}">
                <a16:creationId xmlns:a16="http://schemas.microsoft.com/office/drawing/2014/main" id="{7E48EFB8-FD15-4BAA-BE6C-FBFB92A3723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94983" y="3822431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sp>
        <p:nvSpPr>
          <p:cNvPr id="84" name="Picture Placeholder 3">
            <a:extLst>
              <a:ext uri="{FF2B5EF4-FFF2-40B4-BE49-F238E27FC236}">
                <a16:creationId xmlns:a16="http://schemas.microsoft.com/office/drawing/2014/main" id="{838463BA-8D81-47E8-B23C-4640F273177F}"/>
              </a:ext>
            </a:extLst>
          </p:cNvPr>
          <p:cNvSpPr>
            <a:spLocks noGrp="1" noChangeAspect="1"/>
          </p:cNvSpPr>
          <p:nvPr>
            <p:ph type="pic" sz="quarter" idx="30"/>
          </p:nvPr>
        </p:nvSpPr>
        <p:spPr>
          <a:xfrm>
            <a:off x="8133131" y="4604698"/>
            <a:ext cx="1327997" cy="1327997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5" name="Text Placeholder 5">
            <a:extLst>
              <a:ext uri="{FF2B5EF4-FFF2-40B4-BE49-F238E27FC236}">
                <a16:creationId xmlns:a16="http://schemas.microsoft.com/office/drawing/2014/main" id="{80B1E6D8-65DB-4778-96B2-C7E7A68A1A4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7249" y="5176364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86" name="Text Placeholder 5">
            <a:extLst>
              <a:ext uri="{FF2B5EF4-FFF2-40B4-BE49-F238E27FC236}">
                <a16:creationId xmlns:a16="http://schemas.microsoft.com/office/drawing/2014/main" id="{BD15F2AC-D651-41A2-87A2-C5B7F38DDC7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94983" y="5030723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87" name="Text Placeholder 5">
            <a:extLst>
              <a:ext uri="{FF2B5EF4-FFF2-40B4-BE49-F238E27FC236}">
                <a16:creationId xmlns:a16="http://schemas.microsoft.com/office/drawing/2014/main" id="{0B9CE1BB-976C-4472-A6F7-D568EE7526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694983" y="5349285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grpSp>
        <p:nvGrpSpPr>
          <p:cNvPr id="34" name="Graphic 7">
            <a:extLst>
              <a:ext uri="{FF2B5EF4-FFF2-40B4-BE49-F238E27FC236}">
                <a16:creationId xmlns:a16="http://schemas.microsoft.com/office/drawing/2014/main" id="{8F6E80EB-E202-1D4D-BC41-283E6A502E92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A9399BD2-9DC1-DA4C-82BE-7DC2C6B4425D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2AAAD4E-880D-AF4C-BA29-7A53035F2E72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978369C-5D48-C541-9E57-E9676F8E8583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79B4D712-5EAA-244E-A8ED-A121A3F4EDF3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7BFA4C82-FDE1-4346-BC20-3BBA76149FA7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C314D085-88D3-3240-B2AA-1ED072B3466F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1454B6C3-00F1-B94D-9C36-DA061A9463F9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4C852F88-EF63-934B-BE16-6EB5193EEDD3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AC33EEA4-4A84-1E4F-906B-462476E470B4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435704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-person list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54587BC-766F-431E-93E3-CA1CC87F757A}"/>
              </a:ext>
            </a:extLst>
          </p:cNvPr>
          <p:cNvCxnSpPr>
            <a:cxnSpLocks/>
          </p:cNvCxnSpPr>
          <p:nvPr userDrawn="1"/>
        </p:nvCxnSpPr>
        <p:spPr>
          <a:xfrm>
            <a:off x="875789" y="2370738"/>
            <a:ext cx="48490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2FBACF9E-C5EC-49A9-B84F-867C24FD09A3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2657039" y="1159453"/>
            <a:ext cx="1097518" cy="1097518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BBCA3D-2BD7-4AFE-93AC-2FF09AA6FA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5917" y="1615880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FDE06CDC-CCB1-4A36-8242-8297DB667B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3652" y="1453311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A42C7035-89AA-4FFA-AD17-E498CF4CB4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3652" y="1814898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2D89FD1-2EC6-442A-BDD3-7CA472CDBF4E}"/>
              </a:ext>
            </a:extLst>
          </p:cNvPr>
          <p:cNvCxnSpPr>
            <a:cxnSpLocks/>
          </p:cNvCxnSpPr>
          <p:nvPr userDrawn="1"/>
        </p:nvCxnSpPr>
        <p:spPr>
          <a:xfrm>
            <a:off x="875789" y="3677252"/>
            <a:ext cx="48490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Picture Placeholder 3">
            <a:extLst>
              <a:ext uri="{FF2B5EF4-FFF2-40B4-BE49-F238E27FC236}">
                <a16:creationId xmlns:a16="http://schemas.microsoft.com/office/drawing/2014/main" id="{A2123E61-C83F-4BE9-A4B8-2D1E66EFFD5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2657039" y="2465967"/>
            <a:ext cx="1097518" cy="1097518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3" name="Text Placeholder 5">
            <a:extLst>
              <a:ext uri="{FF2B5EF4-FFF2-40B4-BE49-F238E27FC236}">
                <a16:creationId xmlns:a16="http://schemas.microsoft.com/office/drawing/2014/main" id="{D8155B28-0413-4A78-840C-238B3E464F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5917" y="2922394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64" name="Text Placeholder 5">
            <a:extLst>
              <a:ext uri="{FF2B5EF4-FFF2-40B4-BE49-F238E27FC236}">
                <a16:creationId xmlns:a16="http://schemas.microsoft.com/office/drawing/2014/main" id="{BE6E3324-089D-49A0-9340-CE4CCC12A7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03652" y="2759825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65" name="Text Placeholder 5">
            <a:extLst>
              <a:ext uri="{FF2B5EF4-FFF2-40B4-BE49-F238E27FC236}">
                <a16:creationId xmlns:a16="http://schemas.microsoft.com/office/drawing/2014/main" id="{1894E18E-78B1-4D11-92E4-1089586A8E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03652" y="3121412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FB14B21-EB6A-49D8-BDD7-69F13F97072D}"/>
              </a:ext>
            </a:extLst>
          </p:cNvPr>
          <p:cNvCxnSpPr>
            <a:cxnSpLocks/>
          </p:cNvCxnSpPr>
          <p:nvPr userDrawn="1"/>
        </p:nvCxnSpPr>
        <p:spPr>
          <a:xfrm>
            <a:off x="875789" y="4972749"/>
            <a:ext cx="48490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Picture Placeholder 3">
            <a:extLst>
              <a:ext uri="{FF2B5EF4-FFF2-40B4-BE49-F238E27FC236}">
                <a16:creationId xmlns:a16="http://schemas.microsoft.com/office/drawing/2014/main" id="{C36EFC4A-0F58-419F-942B-D53CF14D02A2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2657039" y="3783498"/>
            <a:ext cx="1097518" cy="1097518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8432B762-4ACF-4E1E-8D0D-17F566AED2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5917" y="4239925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70" name="Text Placeholder 5">
            <a:extLst>
              <a:ext uri="{FF2B5EF4-FFF2-40B4-BE49-F238E27FC236}">
                <a16:creationId xmlns:a16="http://schemas.microsoft.com/office/drawing/2014/main" id="{C833C36A-46B6-4C10-8765-3A5567870D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03652" y="4077356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CC30BA44-FB86-42C9-9D75-51C04B52BA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03652" y="4438943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90BB52C-425A-41AC-8A05-96A2B7B8A886}"/>
              </a:ext>
            </a:extLst>
          </p:cNvPr>
          <p:cNvCxnSpPr>
            <a:cxnSpLocks/>
          </p:cNvCxnSpPr>
          <p:nvPr userDrawn="1"/>
        </p:nvCxnSpPr>
        <p:spPr>
          <a:xfrm>
            <a:off x="6467120" y="2370738"/>
            <a:ext cx="48490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Picture Placeholder 3">
            <a:extLst>
              <a:ext uri="{FF2B5EF4-FFF2-40B4-BE49-F238E27FC236}">
                <a16:creationId xmlns:a16="http://schemas.microsoft.com/office/drawing/2014/main" id="{9324C871-C6E2-4E21-9786-7FA27951DB06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8248370" y="1159453"/>
            <a:ext cx="1097518" cy="1097518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5" name="Text Placeholder 5">
            <a:extLst>
              <a:ext uri="{FF2B5EF4-FFF2-40B4-BE49-F238E27FC236}">
                <a16:creationId xmlns:a16="http://schemas.microsoft.com/office/drawing/2014/main" id="{88BFE80D-5353-4F21-A88E-AE48661057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77248" y="1615880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76" name="Text Placeholder 5">
            <a:extLst>
              <a:ext uri="{FF2B5EF4-FFF2-40B4-BE49-F238E27FC236}">
                <a16:creationId xmlns:a16="http://schemas.microsoft.com/office/drawing/2014/main" id="{DD2D228F-4765-4CEC-BBA8-B7873369E2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4983" y="1453311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77" name="Text Placeholder 5">
            <a:extLst>
              <a:ext uri="{FF2B5EF4-FFF2-40B4-BE49-F238E27FC236}">
                <a16:creationId xmlns:a16="http://schemas.microsoft.com/office/drawing/2014/main" id="{6C7ED9CF-1C88-4964-B129-E0C14FE4DD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94983" y="1814898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sp>
        <p:nvSpPr>
          <p:cNvPr id="79" name="Picture Placeholder 3">
            <a:extLst>
              <a:ext uri="{FF2B5EF4-FFF2-40B4-BE49-F238E27FC236}">
                <a16:creationId xmlns:a16="http://schemas.microsoft.com/office/drawing/2014/main" id="{FC1F3080-031C-4A2D-944D-49B7971068F0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8248370" y="2465967"/>
            <a:ext cx="1097518" cy="1097518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0" name="Text Placeholder 5">
            <a:extLst>
              <a:ext uri="{FF2B5EF4-FFF2-40B4-BE49-F238E27FC236}">
                <a16:creationId xmlns:a16="http://schemas.microsoft.com/office/drawing/2014/main" id="{80034898-383B-49A4-8D9B-14F087C682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77248" y="2922394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81" name="Text Placeholder 5">
            <a:extLst>
              <a:ext uri="{FF2B5EF4-FFF2-40B4-BE49-F238E27FC236}">
                <a16:creationId xmlns:a16="http://schemas.microsoft.com/office/drawing/2014/main" id="{48488B2D-9061-4FFD-9A5F-1E3A97B318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94983" y="2759825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82" name="Text Placeholder 5">
            <a:extLst>
              <a:ext uri="{FF2B5EF4-FFF2-40B4-BE49-F238E27FC236}">
                <a16:creationId xmlns:a16="http://schemas.microsoft.com/office/drawing/2014/main" id="{7E48EFB8-FD15-4BAA-BE6C-FBFB92A3723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94983" y="3121412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667318D-6D4C-A842-9B7A-EC54CE100673}"/>
              </a:ext>
            </a:extLst>
          </p:cNvPr>
          <p:cNvCxnSpPr>
            <a:cxnSpLocks/>
          </p:cNvCxnSpPr>
          <p:nvPr userDrawn="1"/>
        </p:nvCxnSpPr>
        <p:spPr>
          <a:xfrm>
            <a:off x="6467120" y="3677252"/>
            <a:ext cx="48490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F0E5396-114B-B448-AAFA-79FB10E68407}"/>
              </a:ext>
            </a:extLst>
          </p:cNvPr>
          <p:cNvCxnSpPr>
            <a:cxnSpLocks/>
          </p:cNvCxnSpPr>
          <p:nvPr userDrawn="1"/>
        </p:nvCxnSpPr>
        <p:spPr>
          <a:xfrm>
            <a:off x="6467120" y="4972749"/>
            <a:ext cx="48490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Picture Placeholder 3">
            <a:extLst>
              <a:ext uri="{FF2B5EF4-FFF2-40B4-BE49-F238E27FC236}">
                <a16:creationId xmlns:a16="http://schemas.microsoft.com/office/drawing/2014/main" id="{68ABFEFE-E361-2341-AA30-363F573AC395}"/>
              </a:ext>
            </a:extLst>
          </p:cNvPr>
          <p:cNvSpPr>
            <a:spLocks noGrp="1" noChangeAspect="1"/>
          </p:cNvSpPr>
          <p:nvPr>
            <p:ph type="pic" sz="quarter" idx="30"/>
          </p:nvPr>
        </p:nvSpPr>
        <p:spPr>
          <a:xfrm>
            <a:off x="8248370" y="3783498"/>
            <a:ext cx="1097518" cy="1097518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F5879FB2-9367-4B4C-8E11-907D88DC87F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7248" y="4239925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9085195C-E1C6-EF4B-A0D2-03D8CFB15E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94983" y="4077356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A5A378FC-FE97-8B4F-841D-207768E17D0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694983" y="4438943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sp>
        <p:nvSpPr>
          <p:cNvPr id="52" name="Picture Placeholder 3">
            <a:extLst>
              <a:ext uri="{FF2B5EF4-FFF2-40B4-BE49-F238E27FC236}">
                <a16:creationId xmlns:a16="http://schemas.microsoft.com/office/drawing/2014/main" id="{0CDF4667-5DA8-6741-A8EB-DD632FC2E930}"/>
              </a:ext>
            </a:extLst>
          </p:cNvPr>
          <p:cNvSpPr>
            <a:spLocks noGrp="1" noChangeAspect="1"/>
          </p:cNvSpPr>
          <p:nvPr>
            <p:ph type="pic" sz="quarter" idx="34"/>
          </p:nvPr>
        </p:nvSpPr>
        <p:spPr>
          <a:xfrm>
            <a:off x="2657039" y="5083488"/>
            <a:ext cx="1097518" cy="1097518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0D43B54D-B1E0-6F49-8120-117757E4C75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5917" y="5539915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8ACB9B8F-2B26-0F44-8AC4-7CB8910BAB6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03652" y="5377346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8" name="Text Placeholder 5">
            <a:extLst>
              <a:ext uri="{FF2B5EF4-FFF2-40B4-BE49-F238E27FC236}">
                <a16:creationId xmlns:a16="http://schemas.microsoft.com/office/drawing/2014/main" id="{2DEB599F-1EBD-5541-A0BB-459F32A6CC8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03652" y="5738933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sp>
        <p:nvSpPr>
          <p:cNvPr id="59" name="Picture Placeholder 3">
            <a:extLst>
              <a:ext uri="{FF2B5EF4-FFF2-40B4-BE49-F238E27FC236}">
                <a16:creationId xmlns:a16="http://schemas.microsoft.com/office/drawing/2014/main" id="{21E57C8A-C702-414D-A777-113E92E721B2}"/>
              </a:ext>
            </a:extLst>
          </p:cNvPr>
          <p:cNvSpPr>
            <a:spLocks noGrp="1" noChangeAspect="1"/>
          </p:cNvSpPr>
          <p:nvPr>
            <p:ph type="pic" sz="quarter" idx="38"/>
          </p:nvPr>
        </p:nvSpPr>
        <p:spPr>
          <a:xfrm>
            <a:off x="8248370" y="5083488"/>
            <a:ext cx="1097518" cy="1097518"/>
          </a:xfrm>
          <a:prstGeom prst="ellipse">
            <a:avLst/>
          </a:prstGeom>
          <a:noFill/>
          <a:ln w="12700">
            <a:solidFill>
              <a:schemeClr val="bg1"/>
            </a:solidFill>
          </a:ln>
          <a:effectLst>
            <a:outerShdw blurRad="187634" dist="75504" dir="7200000" algn="tl" rotWithShape="0">
              <a:prstClr val="black">
                <a:alpha val="21715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B23CB64B-73A1-2B4E-B490-CCB1691D72B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77248" y="5539915"/>
            <a:ext cx="1422027" cy="18466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buNone/>
              <a:defRPr lang="en-US" sz="12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</a:t>
            </a:r>
            <a:r>
              <a:rPr lang="en-US" dirty="0" err="1"/>
              <a:t>epartment</a:t>
            </a:r>
            <a:endParaRPr lang="en-US" dirty="0"/>
          </a:p>
        </p:txBody>
      </p:sp>
      <p:sp>
        <p:nvSpPr>
          <p:cNvPr id="66" name="Text Placeholder 5">
            <a:extLst>
              <a:ext uri="{FF2B5EF4-FFF2-40B4-BE49-F238E27FC236}">
                <a16:creationId xmlns:a16="http://schemas.microsoft.com/office/drawing/2014/main" id="{08460F48-634C-2641-B8AC-96E1416E76F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94983" y="5377346"/>
            <a:ext cx="1472949" cy="184666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1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73" name="Text Placeholder 5">
            <a:extLst>
              <a:ext uri="{FF2B5EF4-FFF2-40B4-BE49-F238E27FC236}">
                <a16:creationId xmlns:a16="http://schemas.microsoft.com/office/drawing/2014/main" id="{C66DA6B2-F954-2745-BCE8-24CD14092FE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694983" y="5738933"/>
            <a:ext cx="1472949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400" kern="1200" dirty="0" smtClean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400" kern="1200" dirty="0">
                <a:solidFill>
                  <a:srgbClr val="950144"/>
                </a:solidFill>
                <a:latin typeface="Oswald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Designation</a:t>
            </a:r>
            <a:endParaRPr lang="en-US" dirty="0"/>
          </a:p>
        </p:txBody>
      </p:sp>
      <p:grpSp>
        <p:nvGrpSpPr>
          <p:cNvPr id="44" name="Graphic 7">
            <a:extLst>
              <a:ext uri="{FF2B5EF4-FFF2-40B4-BE49-F238E27FC236}">
                <a16:creationId xmlns:a16="http://schemas.microsoft.com/office/drawing/2014/main" id="{437D7F46-FCAD-964F-9DFC-E5F8E1733A7B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4AAAC20F-1F12-734A-B942-E9B4C1607939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575DC31F-38F4-B942-A549-AB4BEC87C533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0ADCEEA5-4E68-0945-8587-91A426B0F116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706BF5A1-AE6D-1543-BDFA-149168D7386C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748CAF97-B2C4-8245-B75B-1E818A11FF1F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83FE53BB-ED62-CF41-A8D7-216958CA2536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FBA20379-620E-5740-A38A-7A6F81113A87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2DB8BA37-4F0D-1445-BF97-0C751AA1B39F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71BE2F12-32C0-AE40-816A-3F06C6E43908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9721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085728F-BA26-48F5-B598-8897A91CC0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5089" y="2345794"/>
            <a:ext cx="5265563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000" b="1" i="0" kern="1200" dirty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B88FE7-15CA-4A69-9C52-E5D9514E2F5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5089" y="2801874"/>
            <a:ext cx="5265563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Aft>
                <a:spcPts val="600"/>
              </a:spcAft>
              <a:buNone/>
              <a:defRPr lang="en-US" dirty="0"/>
            </a:lvl1pPr>
          </a:lstStyle>
          <a:p>
            <a:pPr lvl="0">
              <a:lnSpc>
                <a:spcPct val="120000"/>
              </a:lnSpc>
              <a:spcAft>
                <a:spcPts val="100"/>
              </a:spcAft>
            </a:pPr>
            <a:r>
              <a:rPr lang="en-US" dirty="0"/>
              <a:t>Text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1B560787-1C49-461F-840C-F0036A2AAE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81343" y="2345794"/>
            <a:ext cx="5265563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000" b="1" i="0" kern="1200" dirty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73E1EACA-D937-4F73-99D6-AD6BEE45A6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1343" y="2801874"/>
            <a:ext cx="5265563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Aft>
                <a:spcPts val="600"/>
              </a:spcAft>
              <a:buNone/>
              <a:defRPr lang="en-US" dirty="0"/>
            </a:lvl1pPr>
          </a:lstStyle>
          <a:p>
            <a:pPr lvl="0">
              <a:lnSpc>
                <a:spcPct val="120000"/>
              </a:lnSpc>
              <a:spcAft>
                <a:spcPts val="100"/>
              </a:spcAft>
            </a:pPr>
            <a:r>
              <a:rPr lang="en-US" dirty="0"/>
              <a:t>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5B562D0-1896-2A4A-913E-11F83F5135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0" y="1237753"/>
            <a:ext cx="9904675" cy="23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buNone/>
              <a:defRPr b="0" i="0">
                <a:latin typeface="Raleway" panose="020B0003030101060003" pitchFamily="34" charset="0"/>
              </a:defRPr>
            </a:lvl1pPr>
            <a:lvl2pPr marL="225425" indent="0">
              <a:buNone/>
              <a:defRPr b="0" i="0">
                <a:latin typeface="Raleway" panose="020B0003030101060003" pitchFamily="34" charset="0"/>
              </a:defRPr>
            </a:lvl2pPr>
            <a:lvl3pPr marL="465137" indent="0">
              <a:buNone/>
              <a:defRPr b="0" i="0">
                <a:latin typeface="Raleway" panose="020B0003030101060003" pitchFamily="34" charset="0"/>
              </a:defRPr>
            </a:lvl3pPr>
            <a:lvl4pPr marL="688975" indent="0">
              <a:buNone/>
              <a:defRPr b="0" i="0">
                <a:latin typeface="Raleway" panose="020B0003030101060003" pitchFamily="34" charset="0"/>
              </a:defRPr>
            </a:lvl4pPr>
            <a:lvl5pPr marL="914400" indent="0">
              <a:buNone/>
              <a:defRPr b="0" i="0"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10" name="Graphic 7">
            <a:extLst>
              <a:ext uri="{FF2B5EF4-FFF2-40B4-BE49-F238E27FC236}">
                <a16:creationId xmlns:a16="http://schemas.microsoft.com/office/drawing/2014/main" id="{7236090C-37D8-8D42-A618-8AA58E150B1B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7CD3950-BA73-8E4F-9E43-EB349FA01B1F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237F663-E0A1-4144-9E93-6D681D8A1959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912C5BD-6127-4A4C-BB1B-5D5D618398A6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B79E5B9-C510-F74E-A1A0-825EF24615CA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A57870A-9F8D-264F-9F63-42F1A6151F3C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01DC9B6-D08B-1F45-9FCD-39B0375F0028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5234562-95F2-1240-9643-723A693733B0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61B2123D-C7C5-CB47-A278-A8CF2B701799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781A961-16D7-3E4F-BFEC-07248A881490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63778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085728F-BA26-48F5-B598-8897A91CC0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5090" y="2315209"/>
            <a:ext cx="3221376" cy="33836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buNone/>
              <a:defRPr lang="en-US" sz="2000" b="1" i="0" dirty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</a:pPr>
            <a:r>
              <a:rPr lang="en-US" dirty="0"/>
              <a:t>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B88FE7-15CA-4A69-9C52-E5D9514E2F5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5090" y="2801874"/>
            <a:ext cx="3221376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Aft>
                <a:spcPts val="600"/>
              </a:spcAft>
              <a:buNone/>
              <a:defRPr lang="en-US" dirty="0"/>
            </a:lvl1pPr>
          </a:lstStyle>
          <a:p>
            <a:pPr lvl="0">
              <a:lnSpc>
                <a:spcPct val="120000"/>
              </a:lnSpc>
              <a:spcAft>
                <a:spcPts val="100"/>
              </a:spcAft>
            </a:pPr>
            <a:r>
              <a:rPr lang="en-US" dirty="0"/>
              <a:t>Text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1B560787-1C49-461F-840C-F0036A2AAE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85311" y="2315209"/>
            <a:ext cx="3221376" cy="33836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buNone/>
              <a:defRPr lang="en-US" sz="2000" b="1" i="0" dirty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</a:pPr>
            <a:r>
              <a:rPr lang="en-US" dirty="0"/>
              <a:t>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73E1EACA-D937-4F73-99D6-AD6BEE45A6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85311" y="2801874"/>
            <a:ext cx="3221376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Aft>
                <a:spcPts val="600"/>
              </a:spcAft>
              <a:buNone/>
              <a:defRPr lang="en-US" dirty="0"/>
            </a:lvl1pPr>
          </a:lstStyle>
          <a:p>
            <a:pPr lvl="0">
              <a:lnSpc>
                <a:spcPct val="120000"/>
              </a:lnSpc>
              <a:spcAft>
                <a:spcPts val="100"/>
              </a:spcAft>
            </a:pPr>
            <a:r>
              <a:rPr lang="en-US" dirty="0"/>
              <a:t>Text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81588F-4C26-42E9-9535-C3587EEDA0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25533" y="2315209"/>
            <a:ext cx="3221376" cy="33836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buNone/>
              <a:defRPr lang="en-US" sz="2000" b="1" i="0" dirty="0">
                <a:solidFill>
                  <a:schemeClr val="tx1"/>
                </a:solidFill>
                <a:latin typeface="Raleway" panose="020B0003030101060003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</a:pPr>
            <a:r>
              <a:rPr lang="en-US" dirty="0"/>
              <a:t>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76C2CA68-8115-4854-9F28-50464A3F4C8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5533" y="2801874"/>
            <a:ext cx="3221376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Aft>
                <a:spcPts val="600"/>
              </a:spcAft>
              <a:buNone/>
              <a:defRPr lang="en-US" dirty="0"/>
            </a:lvl1pPr>
          </a:lstStyle>
          <a:p>
            <a:pPr lvl="0">
              <a:lnSpc>
                <a:spcPct val="120000"/>
              </a:lnSpc>
              <a:spcAft>
                <a:spcPts val="100"/>
              </a:spcAft>
            </a:pPr>
            <a:r>
              <a:rPr lang="en-US" dirty="0"/>
              <a:t>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219775-E046-3F4B-B1EA-064A9FD260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0" y="1237753"/>
            <a:ext cx="9904675" cy="23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buNone/>
              <a:defRPr b="0" i="0">
                <a:latin typeface="Raleway" panose="020B0003030101060003" pitchFamily="34" charset="0"/>
              </a:defRPr>
            </a:lvl1pPr>
            <a:lvl2pPr marL="225425" indent="0">
              <a:buNone/>
              <a:defRPr b="0" i="0">
                <a:latin typeface="Raleway" panose="020B0003030101060003" pitchFamily="34" charset="0"/>
              </a:defRPr>
            </a:lvl2pPr>
            <a:lvl3pPr marL="465137" indent="0">
              <a:buNone/>
              <a:defRPr b="0" i="0">
                <a:latin typeface="Raleway" panose="020B0003030101060003" pitchFamily="34" charset="0"/>
              </a:defRPr>
            </a:lvl3pPr>
            <a:lvl4pPr marL="688975" indent="0">
              <a:buNone/>
              <a:defRPr b="0" i="0">
                <a:latin typeface="Raleway" panose="020B0003030101060003" pitchFamily="34" charset="0"/>
              </a:defRPr>
            </a:lvl4pPr>
            <a:lvl5pPr marL="914400" indent="0">
              <a:buNone/>
              <a:defRPr b="0" i="0"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13" name="Graphic 7">
            <a:extLst>
              <a:ext uri="{FF2B5EF4-FFF2-40B4-BE49-F238E27FC236}">
                <a16:creationId xmlns:a16="http://schemas.microsoft.com/office/drawing/2014/main" id="{4190EEDB-DBC9-0747-AF65-77E83C4392F2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080F025-F22B-394A-B331-882CADF4C1BD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1F5BE1C7-F35F-6440-A29B-D90B357CD9EF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298147E-0D1B-1542-9340-DA672712D319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5DE8B76-400F-E847-BE23-71BBBCE4A736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944694E-ED43-534E-8487-939F4851D859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DAF4D6C-894F-9649-BE31-2C6614CFA9F4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0E4ACB0-A70D-674E-AE15-8695A1762859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7F08C3D-8B04-E14F-A312-88EA6D2989B3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B45ABA8E-9C7B-DA46-8634-DAA57FE8D056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33130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085728F-BA26-48F5-B598-8897A91CC0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5090" y="2345794"/>
            <a:ext cx="2377546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000" b="1" i="0" kern="1200" dirty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B88FE7-15CA-4A69-9C52-E5D9514E2F5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5090" y="2801874"/>
            <a:ext cx="2377546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Aft>
                <a:spcPts val="600"/>
              </a:spcAft>
              <a:buNone/>
              <a:defRPr lang="en-US" dirty="0"/>
            </a:lvl1pPr>
          </a:lstStyle>
          <a:p>
            <a:pPr lvl="0">
              <a:lnSpc>
                <a:spcPct val="120000"/>
              </a:lnSpc>
              <a:spcAft>
                <a:spcPts val="100"/>
              </a:spcAft>
            </a:pPr>
            <a:r>
              <a:rPr lang="en-US" dirty="0"/>
              <a:t>Text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1B560787-1C49-461F-840C-F0036A2AAE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53181" y="2345794"/>
            <a:ext cx="2377546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000" b="1" i="0" kern="1200" dirty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73E1EACA-D937-4F73-99D6-AD6BEE45A6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53181" y="2801874"/>
            <a:ext cx="2377546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Aft>
                <a:spcPts val="600"/>
              </a:spcAft>
              <a:buNone/>
              <a:defRPr lang="en-US" dirty="0"/>
            </a:lvl1pPr>
          </a:lstStyle>
          <a:p>
            <a:pPr lvl="0">
              <a:lnSpc>
                <a:spcPct val="120000"/>
              </a:lnSpc>
              <a:spcAft>
                <a:spcPts val="100"/>
              </a:spcAft>
            </a:pPr>
            <a:r>
              <a:rPr lang="en-US" dirty="0"/>
              <a:t>Text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81588F-4C26-42E9-9535-C3587EEDA0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61272" y="2345794"/>
            <a:ext cx="2377546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000" b="1" i="0" kern="1200" dirty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76C2CA68-8115-4854-9F28-50464A3F4C8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1272" y="2801874"/>
            <a:ext cx="2377546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Aft>
                <a:spcPts val="600"/>
              </a:spcAft>
              <a:buNone/>
              <a:defRPr lang="en-US" dirty="0"/>
            </a:lvl1pPr>
          </a:lstStyle>
          <a:p>
            <a:pPr lvl="0">
              <a:lnSpc>
                <a:spcPct val="120000"/>
              </a:lnSpc>
              <a:spcAft>
                <a:spcPts val="100"/>
              </a:spcAft>
            </a:pPr>
            <a:r>
              <a:rPr lang="en-US" dirty="0"/>
              <a:t>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A088EC0A-F815-4896-B245-4F9C66351C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69364" y="2345794"/>
            <a:ext cx="2377546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000" b="1" i="0" kern="1200" dirty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E92E86C8-A5E9-43EA-B518-3A019DED2E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69364" y="2801874"/>
            <a:ext cx="2377546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spcAft>
                <a:spcPts val="600"/>
              </a:spcAft>
              <a:buNone/>
              <a:defRPr lang="en-US" dirty="0"/>
            </a:lvl1pPr>
          </a:lstStyle>
          <a:p>
            <a:pPr lvl="0">
              <a:lnSpc>
                <a:spcPct val="120000"/>
              </a:lnSpc>
              <a:spcAft>
                <a:spcPts val="100"/>
              </a:spcAft>
            </a:pPr>
            <a:r>
              <a:rPr lang="en-US" dirty="0"/>
              <a:t>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5596EB93-0BD7-E046-841F-134BF2EF2A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0" y="1237753"/>
            <a:ext cx="9904675" cy="23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buNone/>
              <a:defRPr b="0" i="0">
                <a:latin typeface="Raleway" panose="020B0003030101060003" pitchFamily="34" charset="0"/>
              </a:defRPr>
            </a:lvl1pPr>
            <a:lvl2pPr marL="225425" indent="0">
              <a:buNone/>
              <a:defRPr b="0" i="0">
                <a:latin typeface="Raleway" panose="020B0003030101060003" pitchFamily="34" charset="0"/>
              </a:defRPr>
            </a:lvl2pPr>
            <a:lvl3pPr marL="465137" indent="0">
              <a:buNone/>
              <a:defRPr b="0" i="0">
                <a:latin typeface="Raleway" panose="020B0003030101060003" pitchFamily="34" charset="0"/>
              </a:defRPr>
            </a:lvl3pPr>
            <a:lvl4pPr marL="688975" indent="0">
              <a:buNone/>
              <a:defRPr b="0" i="0">
                <a:latin typeface="Raleway" panose="020B0003030101060003" pitchFamily="34" charset="0"/>
              </a:defRPr>
            </a:lvl4pPr>
            <a:lvl5pPr marL="914400" indent="0">
              <a:buNone/>
              <a:defRPr b="0" i="0">
                <a:latin typeface="Raleway" panose="020B0003030101060003" pitchFamily="34" charset="0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15" name="Graphic 7">
            <a:extLst>
              <a:ext uri="{FF2B5EF4-FFF2-40B4-BE49-F238E27FC236}">
                <a16:creationId xmlns:a16="http://schemas.microsoft.com/office/drawing/2014/main" id="{38342A9C-7B41-CB42-946D-0D851A6FD6BC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7802921-C425-5241-A16D-40576FF9A477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0DD6548-D6F1-4E43-9CC7-659E32E421FA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CC97A71-6E30-4649-8332-ACFB4A2314F7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228EA1C-FA58-1E4F-A198-9A68AFF915AE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651A7F29-3641-6C47-8D0B-158E86FAB9F2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BD432AE8-6567-C444-8120-7993B4B189BC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7AD1133-41FF-514C-BA63-BE10FACBC2B2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72162D37-B315-3242-A42E-69E43DB0325F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CF00C2C-2E5C-F244-BC52-881A3E682CAC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2797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v1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FE67B1-B67D-4013-8614-FA44269701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5996" cy="6857993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2704514"/>
            <a:ext cx="4521949" cy="415498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700" b="1" kern="1200" dirty="0">
                <a:solidFill>
                  <a:srgbClr val="0E0F1A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3655685"/>
            <a:ext cx="4521949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b="0" i="0"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3378566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DEAF468-DAD4-4ADF-8B2A-A7D83B8E2F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1542650"/>
            <a:ext cx="4521948" cy="2354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rgbClr val="0E0F1A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Category Tag</a:t>
            </a:r>
          </a:p>
        </p:txBody>
      </p:sp>
      <p:grpSp>
        <p:nvGrpSpPr>
          <p:cNvPr id="3" name="Graphic 7">
            <a:extLst>
              <a:ext uri="{FF2B5EF4-FFF2-40B4-BE49-F238E27FC236}">
                <a16:creationId xmlns:a16="http://schemas.microsoft.com/office/drawing/2014/main" id="{0FEA4704-88FA-4C46-ABD8-53DDE7DF4337}"/>
              </a:ext>
            </a:extLst>
          </p:cNvPr>
          <p:cNvGrpSpPr/>
          <p:nvPr/>
        </p:nvGrpSpPr>
        <p:grpSpPr>
          <a:xfrm>
            <a:off x="211377" y="201731"/>
            <a:ext cx="1064164" cy="338640"/>
            <a:chOff x="211377" y="201731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1E06D16D-E868-CA4E-BB94-A273B50422F6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1887F1E6-2F38-3D40-A227-1548A52B9F2E}"/>
                </a:ext>
              </a:extLst>
            </p:cNvPr>
            <p:cNvSpPr/>
            <p:nvPr/>
          </p:nvSpPr>
          <p:spPr>
            <a:xfrm>
              <a:off x="846549" y="294576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639F4CA-A1DB-684A-AEF4-1167C9E8AC8D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2936B44-5C9B-DA43-B00F-4A4B37993097}"/>
                </a:ext>
              </a:extLst>
            </p:cNvPr>
            <p:cNvSpPr/>
            <p:nvPr/>
          </p:nvSpPr>
          <p:spPr>
            <a:xfrm>
              <a:off x="212162" y="254960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5E861590-8F50-314C-B5D0-5B1BE32AF2F0}"/>
                </a:ext>
              </a:extLst>
            </p:cNvPr>
            <p:cNvSpPr/>
            <p:nvPr/>
          </p:nvSpPr>
          <p:spPr>
            <a:xfrm>
              <a:off x="212162" y="298273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2098B63-5253-DF40-AFE0-B7240FAF4C48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6F12B9D-10B0-6344-A2CB-3ECAFDBC0E61}"/>
                </a:ext>
              </a:extLst>
            </p:cNvPr>
            <p:cNvSpPr/>
            <p:nvPr/>
          </p:nvSpPr>
          <p:spPr>
            <a:xfrm>
              <a:off x="369541" y="344873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A18B310-3737-F048-9F34-026126871672}"/>
                </a:ext>
              </a:extLst>
            </p:cNvPr>
            <p:cNvSpPr/>
            <p:nvPr/>
          </p:nvSpPr>
          <p:spPr>
            <a:xfrm>
              <a:off x="356744" y="291431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0D55DC7-E02C-D243-8C60-9C596FE8383F}"/>
                </a:ext>
              </a:extLst>
            </p:cNvPr>
            <p:cNvSpPr/>
            <p:nvPr/>
          </p:nvSpPr>
          <p:spPr>
            <a:xfrm>
              <a:off x="266516" y="380856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63031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- Dark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FE67B1-B67D-4013-8614-FA44269701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5996" cy="6858000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2704514"/>
            <a:ext cx="4521949" cy="415498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700" b="1" kern="1200" dirty="0">
                <a:solidFill>
                  <a:schemeClr val="bg1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3655685"/>
            <a:ext cx="4521949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3378566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DEAF468-DAD4-4ADF-8B2A-A7D83B8E2F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1542650"/>
            <a:ext cx="4521948" cy="2354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Category Tag</a:t>
            </a:r>
          </a:p>
        </p:txBody>
      </p:sp>
      <p:grpSp>
        <p:nvGrpSpPr>
          <p:cNvPr id="3" name="Graphic 7">
            <a:extLst>
              <a:ext uri="{FF2B5EF4-FFF2-40B4-BE49-F238E27FC236}">
                <a16:creationId xmlns:a16="http://schemas.microsoft.com/office/drawing/2014/main" id="{CFDB8C69-94D0-B84F-A6B5-9D75BC5209C5}"/>
              </a:ext>
            </a:extLst>
          </p:cNvPr>
          <p:cNvGrpSpPr/>
          <p:nvPr/>
        </p:nvGrpSpPr>
        <p:grpSpPr>
          <a:xfrm>
            <a:off x="211377" y="201731"/>
            <a:ext cx="1064164" cy="338639"/>
            <a:chOff x="211377" y="201731"/>
            <a:chExt cx="1064164" cy="33863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0E5CD736-8355-1345-97BB-B133CE65F355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0 h 277802"/>
                <a:gd name="connsiteX1" fmla="*/ 34319 w 179933"/>
                <a:gd name="connsiteY1" fmla="*/ 90890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8 h 277802"/>
                <a:gd name="connsiteX9" fmla="*/ 34319 w 179933"/>
                <a:gd name="connsiteY9" fmla="*/ 260455 h 277802"/>
                <a:gd name="connsiteX10" fmla="*/ 34319 w 179933"/>
                <a:gd name="connsiteY10" fmla="*/ 123630 h 277802"/>
                <a:gd name="connsiteX11" fmla="*/ 94378 w 179933"/>
                <a:gd name="connsiteY11" fmla="*/ 123630 h 277802"/>
                <a:gd name="connsiteX12" fmla="*/ 145612 w 179933"/>
                <a:gd name="connsiteY12" fmla="*/ 165166 h 277802"/>
                <a:gd name="connsiteX13" fmla="*/ 145612 w 179933"/>
                <a:gd name="connsiteY13" fmla="*/ 260699 h 277802"/>
                <a:gd name="connsiteX14" fmla="*/ 145612 w 179933"/>
                <a:gd name="connsiteY14" fmla="*/ 260699 h 277802"/>
                <a:gd name="connsiteX15" fmla="*/ 162772 w 179933"/>
                <a:gd name="connsiteY15" fmla="*/ 277802 h 277802"/>
                <a:gd name="connsiteX16" fmla="*/ 179932 w 179933"/>
                <a:gd name="connsiteY16" fmla="*/ 260699 h 277802"/>
                <a:gd name="connsiteX17" fmla="*/ 179932 w 179933"/>
                <a:gd name="connsiteY17" fmla="*/ 165166 h 277802"/>
                <a:gd name="connsiteX18" fmla="*/ 94378 w 179933"/>
                <a:gd name="connsiteY18" fmla="*/ 90890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0"/>
                  </a:moveTo>
                  <a:lnTo>
                    <a:pt x="34319" y="90890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8"/>
                    <a:pt x="17160" y="277558"/>
                  </a:cubicBezTo>
                  <a:cubicBezTo>
                    <a:pt x="26720" y="277558"/>
                    <a:pt x="34319" y="269984"/>
                    <a:pt x="34319" y="260455"/>
                  </a:cubicBezTo>
                  <a:lnTo>
                    <a:pt x="34319" y="123630"/>
                  </a:lnTo>
                  <a:lnTo>
                    <a:pt x="94378" y="123630"/>
                  </a:lnTo>
                  <a:cubicBezTo>
                    <a:pt x="129923" y="123630"/>
                    <a:pt x="145612" y="139023"/>
                    <a:pt x="145612" y="165166"/>
                  </a:cubicBezTo>
                  <a:lnTo>
                    <a:pt x="145612" y="260699"/>
                  </a:lnTo>
                  <a:lnTo>
                    <a:pt x="145612" y="260699"/>
                  </a:lnTo>
                  <a:cubicBezTo>
                    <a:pt x="145612" y="270228"/>
                    <a:pt x="153212" y="277802"/>
                    <a:pt x="162772" y="277802"/>
                  </a:cubicBezTo>
                  <a:cubicBezTo>
                    <a:pt x="172332" y="277802"/>
                    <a:pt x="179932" y="270228"/>
                    <a:pt x="179932" y="260699"/>
                  </a:cubicBezTo>
                  <a:lnTo>
                    <a:pt x="179932" y="165166"/>
                  </a:lnTo>
                  <a:cubicBezTo>
                    <a:pt x="180177" y="118500"/>
                    <a:pt x="151986" y="90890"/>
                    <a:pt x="94378" y="90890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330E1B6-4A03-264E-AF64-2AD90D35ADF6}"/>
                </a:ext>
              </a:extLst>
            </p:cNvPr>
            <p:cNvSpPr/>
            <p:nvPr/>
          </p:nvSpPr>
          <p:spPr>
            <a:xfrm>
              <a:off x="846549" y="294576"/>
              <a:ext cx="189737" cy="245794"/>
            </a:xfrm>
            <a:custGeom>
              <a:avLst/>
              <a:gdLst>
                <a:gd name="connsiteX0" fmla="*/ 125021 w 189737"/>
                <a:gd name="connsiteY0" fmla="*/ 0 h 245794"/>
                <a:gd name="connsiteX1" fmla="*/ 76238 w 189737"/>
                <a:gd name="connsiteY1" fmla="*/ 0 h 245794"/>
                <a:gd name="connsiteX2" fmla="*/ 0 w 189737"/>
                <a:gd name="connsiteY2" fmla="*/ 83805 h 245794"/>
                <a:gd name="connsiteX3" fmla="*/ 76238 w 189737"/>
                <a:gd name="connsiteY3" fmla="*/ 168098 h 245794"/>
                <a:gd name="connsiteX4" fmla="*/ 153947 w 189737"/>
                <a:gd name="connsiteY4" fmla="*/ 168098 h 245794"/>
                <a:gd name="connsiteX5" fmla="*/ 153947 w 189737"/>
                <a:gd name="connsiteY5" fmla="*/ 176161 h 245794"/>
                <a:gd name="connsiteX6" fmla="*/ 118892 w 189737"/>
                <a:gd name="connsiteY6" fmla="*/ 211833 h 245794"/>
                <a:gd name="connsiteX7" fmla="*/ 18140 w 189737"/>
                <a:gd name="connsiteY7" fmla="*/ 211833 h 245794"/>
                <a:gd name="connsiteX8" fmla="*/ 490 w 189737"/>
                <a:gd name="connsiteY8" fmla="*/ 228203 h 245794"/>
                <a:gd name="connsiteX9" fmla="*/ 16915 w 189737"/>
                <a:gd name="connsiteY9" fmla="*/ 245795 h 245794"/>
                <a:gd name="connsiteX10" fmla="*/ 18140 w 189737"/>
                <a:gd name="connsiteY10" fmla="*/ 245795 h 245794"/>
                <a:gd name="connsiteX11" fmla="*/ 123059 w 189737"/>
                <a:gd name="connsiteY11" fmla="*/ 245795 h 245794"/>
                <a:gd name="connsiteX12" fmla="*/ 189737 w 189737"/>
                <a:gd name="connsiteY12" fmla="*/ 176406 h 245794"/>
                <a:gd name="connsiteX13" fmla="*/ 189737 w 189737"/>
                <a:gd name="connsiteY13" fmla="*/ 75009 h 245794"/>
                <a:gd name="connsiteX14" fmla="*/ 125021 w 189737"/>
                <a:gd name="connsiteY14" fmla="*/ 0 h 245794"/>
                <a:gd name="connsiteX15" fmla="*/ 153947 w 189737"/>
                <a:gd name="connsiteY15" fmla="*/ 136091 h 245794"/>
                <a:gd name="connsiteX16" fmla="*/ 79670 w 189737"/>
                <a:gd name="connsiteY16" fmla="*/ 136091 h 245794"/>
                <a:gd name="connsiteX17" fmla="*/ 35545 w 189737"/>
                <a:gd name="connsiteY17" fmla="*/ 85026 h 245794"/>
                <a:gd name="connsiteX18" fmla="*/ 79670 w 189737"/>
                <a:gd name="connsiteY18" fmla="*/ 33962 h 245794"/>
                <a:gd name="connsiteX19" fmla="*/ 114725 w 189737"/>
                <a:gd name="connsiteY19" fmla="*/ 33962 h 245794"/>
                <a:gd name="connsiteX20" fmla="*/ 153947 w 189737"/>
                <a:gd name="connsiteY20" fmla="*/ 74765 h 245794"/>
                <a:gd name="connsiteX21" fmla="*/ 153947 w 189737"/>
                <a:gd name="connsiteY21" fmla="*/ 136091 h 245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4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89"/>
                    <a:pt x="29417" y="168098"/>
                    <a:pt x="76238" y="168098"/>
                  </a:cubicBezTo>
                  <a:lnTo>
                    <a:pt x="153947" y="168098"/>
                  </a:lnTo>
                  <a:lnTo>
                    <a:pt x="153947" y="176161"/>
                  </a:lnTo>
                  <a:cubicBezTo>
                    <a:pt x="153947" y="201327"/>
                    <a:pt x="145367" y="211833"/>
                    <a:pt x="118892" y="211833"/>
                  </a:cubicBezTo>
                  <a:lnTo>
                    <a:pt x="18140" y="211833"/>
                  </a:lnTo>
                  <a:cubicBezTo>
                    <a:pt x="8825" y="211589"/>
                    <a:pt x="735" y="218674"/>
                    <a:pt x="490" y="228203"/>
                  </a:cubicBezTo>
                  <a:cubicBezTo>
                    <a:pt x="245" y="237488"/>
                    <a:pt x="7354" y="245551"/>
                    <a:pt x="16915" y="245795"/>
                  </a:cubicBezTo>
                  <a:cubicBezTo>
                    <a:pt x="17405" y="245795"/>
                    <a:pt x="17895" y="245795"/>
                    <a:pt x="18140" y="245795"/>
                  </a:cubicBezTo>
                  <a:lnTo>
                    <a:pt x="123059" y="245795"/>
                  </a:lnTo>
                  <a:cubicBezTo>
                    <a:pt x="172332" y="245795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1"/>
                  </a:moveTo>
                  <a:lnTo>
                    <a:pt x="79670" y="136091"/>
                  </a:lnTo>
                  <a:cubicBezTo>
                    <a:pt x="49273" y="136091"/>
                    <a:pt x="35545" y="120699"/>
                    <a:pt x="35545" y="85026"/>
                  </a:cubicBezTo>
                  <a:cubicBezTo>
                    <a:pt x="35545" y="49354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1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083B4C8-BA23-564E-9082-F0116C15703A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3 h 185201"/>
                <a:gd name="connsiteX8" fmla="*/ 125042 w 198583"/>
                <a:gd name="connsiteY8" fmla="*/ 107993 h 185201"/>
                <a:gd name="connsiteX9" fmla="*/ 151517 w 198583"/>
                <a:gd name="connsiteY9" fmla="*/ 128761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8 h 185201"/>
                <a:gd name="connsiteX13" fmla="*/ 17427 w 198583"/>
                <a:gd name="connsiteY13" fmla="*/ 185201 h 185201"/>
                <a:gd name="connsiteX14" fmla="*/ 18652 w 198583"/>
                <a:gd name="connsiteY14" fmla="*/ 185201 h 185201"/>
                <a:gd name="connsiteX15" fmla="*/ 127249 w 198583"/>
                <a:gd name="connsiteY15" fmla="*/ 185201 h 185201"/>
                <a:gd name="connsiteX16" fmla="*/ 188043 w 198583"/>
                <a:gd name="connsiteY16" fmla="*/ 129006 h 185201"/>
                <a:gd name="connsiteX17" fmla="*/ 123817 w 198583"/>
                <a:gd name="connsiteY17" fmla="*/ 76719 h 185201"/>
                <a:gd name="connsiteX18" fmla="*/ 80182 w 198583"/>
                <a:gd name="connsiteY18" fmla="*/ 76719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3"/>
                    <a:pt x="81163" y="107993"/>
                  </a:cubicBezTo>
                  <a:lnTo>
                    <a:pt x="125042" y="107993"/>
                  </a:lnTo>
                  <a:cubicBezTo>
                    <a:pt x="143673" y="107993"/>
                    <a:pt x="151517" y="113857"/>
                    <a:pt x="151517" y="128761"/>
                  </a:cubicBezTo>
                  <a:cubicBezTo>
                    <a:pt x="151517" y="143665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8"/>
                  </a:cubicBezTo>
                  <a:cubicBezTo>
                    <a:pt x="-469" y="176406"/>
                    <a:pt x="7376" y="184713"/>
                    <a:pt x="17427" y="185201"/>
                  </a:cubicBezTo>
                  <a:cubicBezTo>
                    <a:pt x="17917" y="185201"/>
                    <a:pt x="18407" y="185201"/>
                    <a:pt x="18652" y="185201"/>
                  </a:cubicBezTo>
                  <a:lnTo>
                    <a:pt x="127249" y="185201"/>
                  </a:lnTo>
                  <a:cubicBezTo>
                    <a:pt x="170883" y="185201"/>
                    <a:pt x="188043" y="161990"/>
                    <a:pt x="188043" y="129006"/>
                  </a:cubicBezTo>
                  <a:cubicBezTo>
                    <a:pt x="188043" y="100175"/>
                    <a:pt x="175051" y="76719"/>
                    <a:pt x="123817" y="76719"/>
                  </a:cubicBezTo>
                  <a:lnTo>
                    <a:pt x="80182" y="76719"/>
                  </a:lnTo>
                  <a:cubicBezTo>
                    <a:pt x="59345" y="76719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2081F65-6F27-FF42-872C-249EACFDD6BB}"/>
                </a:ext>
              </a:extLst>
            </p:cNvPr>
            <p:cNvSpPr/>
            <p:nvPr/>
          </p:nvSpPr>
          <p:spPr>
            <a:xfrm>
              <a:off x="212162" y="254960"/>
              <a:ext cx="179378" cy="142203"/>
            </a:xfrm>
            <a:custGeom>
              <a:avLst/>
              <a:gdLst>
                <a:gd name="connsiteX0" fmla="*/ 161025 w 179378"/>
                <a:gd name="connsiteY0" fmla="*/ 2234 h 142203"/>
                <a:gd name="connsiteX1" fmla="*/ 4381 w 179378"/>
                <a:gd name="connsiteY1" fmla="*/ 122200 h 142203"/>
                <a:gd name="connsiteX2" fmla="*/ 2420 w 179378"/>
                <a:gd name="connsiteY2" fmla="*/ 137837 h 142203"/>
                <a:gd name="connsiteX3" fmla="*/ 18109 w 179378"/>
                <a:gd name="connsiteY3" fmla="*/ 139791 h 142203"/>
                <a:gd name="connsiteX4" fmla="*/ 174998 w 179378"/>
                <a:gd name="connsiteY4" fmla="*/ 19826 h 142203"/>
                <a:gd name="connsiteX5" fmla="*/ 176959 w 179378"/>
                <a:gd name="connsiteY5" fmla="*/ 4189 h 142203"/>
                <a:gd name="connsiteX6" fmla="*/ 176959 w 179378"/>
                <a:gd name="connsiteY6" fmla="*/ 4189 h 142203"/>
                <a:gd name="connsiteX7" fmla="*/ 161025 w 179378"/>
                <a:gd name="connsiteY7" fmla="*/ 2234 h 142203"/>
                <a:gd name="connsiteX8" fmla="*/ 161025 w 179378"/>
                <a:gd name="connsiteY8" fmla="*/ 2234 h 14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3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0"/>
                    <a:pt x="2420" y="137837"/>
                  </a:cubicBezTo>
                  <a:cubicBezTo>
                    <a:pt x="6342" y="142723"/>
                    <a:pt x="13206" y="143701"/>
                    <a:pt x="18109" y="139791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FD6779C-7BC2-A44F-BBC7-FCEFFDA18BF6}"/>
                </a:ext>
              </a:extLst>
            </p:cNvPr>
            <p:cNvSpPr/>
            <p:nvPr/>
          </p:nvSpPr>
          <p:spPr>
            <a:xfrm>
              <a:off x="212162" y="298272"/>
              <a:ext cx="191947" cy="152154"/>
            </a:xfrm>
            <a:custGeom>
              <a:avLst/>
              <a:gdLst>
                <a:gd name="connsiteX0" fmla="*/ 189706 w 191947"/>
                <a:gd name="connsiteY0" fmla="*/ 4367 h 152154"/>
                <a:gd name="connsiteX1" fmla="*/ 174017 w 191947"/>
                <a:gd name="connsiteY1" fmla="*/ 2412 h 152154"/>
                <a:gd name="connsiteX2" fmla="*/ 4381 w 191947"/>
                <a:gd name="connsiteY2" fmla="*/ 132151 h 152154"/>
                <a:gd name="connsiteX3" fmla="*/ 2420 w 191947"/>
                <a:gd name="connsiteY3" fmla="*/ 147788 h 152154"/>
                <a:gd name="connsiteX4" fmla="*/ 18109 w 191947"/>
                <a:gd name="connsiteY4" fmla="*/ 149743 h 152154"/>
                <a:gd name="connsiteX5" fmla="*/ 187745 w 191947"/>
                <a:gd name="connsiteY5" fmla="*/ 20004 h 152154"/>
                <a:gd name="connsiteX6" fmla="*/ 189706 w 191947"/>
                <a:gd name="connsiteY6" fmla="*/ 4367 h 15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4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1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277D5CB-F415-3946-A76E-A4FC43E53307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6 h 159444"/>
                <a:gd name="connsiteX2" fmla="*/ 17914 w 282698"/>
                <a:gd name="connsiteY2" fmla="*/ 139756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3 h 159444"/>
                <a:gd name="connsiteX6" fmla="*/ 186814 w 282698"/>
                <a:gd name="connsiteY6" fmla="*/ 154416 h 159444"/>
                <a:gd name="connsiteX7" fmla="*/ 202258 w 282698"/>
                <a:gd name="connsiteY7" fmla="*/ 157592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4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8"/>
                    <a:pt x="13011" y="143665"/>
                    <a:pt x="17914" y="139756"/>
                  </a:cubicBezTo>
                  <a:cubicBezTo>
                    <a:pt x="17914" y="139756"/>
                    <a:pt x="17914" y="139756"/>
                    <a:pt x="17914" y="139756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3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2"/>
                  </a:cubicBezTo>
                  <a:cubicBezTo>
                    <a:pt x="202748" y="157348"/>
                    <a:pt x="203238" y="156859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6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4"/>
                  </a:lnTo>
                  <a:cubicBezTo>
                    <a:pt x="-472" y="125829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C161830-0848-B147-8179-D371B0231A02}"/>
                </a:ext>
              </a:extLst>
            </p:cNvPr>
            <p:cNvSpPr/>
            <p:nvPr/>
          </p:nvSpPr>
          <p:spPr>
            <a:xfrm>
              <a:off x="369541" y="344873"/>
              <a:ext cx="179378" cy="142203"/>
            </a:xfrm>
            <a:custGeom>
              <a:avLst/>
              <a:gdLst>
                <a:gd name="connsiteX0" fmla="*/ 161270 w 179378"/>
                <a:gd name="connsiteY0" fmla="*/ 2234 h 142203"/>
                <a:gd name="connsiteX1" fmla="*/ 4381 w 179378"/>
                <a:gd name="connsiteY1" fmla="*/ 122200 h 142203"/>
                <a:gd name="connsiteX2" fmla="*/ 2420 w 179378"/>
                <a:gd name="connsiteY2" fmla="*/ 137837 h 142203"/>
                <a:gd name="connsiteX3" fmla="*/ 2420 w 179378"/>
                <a:gd name="connsiteY3" fmla="*/ 137837 h 142203"/>
                <a:gd name="connsiteX4" fmla="*/ 18109 w 179378"/>
                <a:gd name="connsiteY4" fmla="*/ 139791 h 142203"/>
                <a:gd name="connsiteX5" fmla="*/ 174998 w 179378"/>
                <a:gd name="connsiteY5" fmla="*/ 19826 h 142203"/>
                <a:gd name="connsiteX6" fmla="*/ 176959 w 179378"/>
                <a:gd name="connsiteY6" fmla="*/ 4189 h 142203"/>
                <a:gd name="connsiteX7" fmla="*/ 161270 w 179378"/>
                <a:gd name="connsiteY7" fmla="*/ 2234 h 142203"/>
                <a:gd name="connsiteX8" fmla="*/ 161270 w 179378"/>
                <a:gd name="connsiteY8" fmla="*/ 2234 h 14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3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0"/>
                    <a:pt x="2420" y="137837"/>
                  </a:cubicBezTo>
                  <a:lnTo>
                    <a:pt x="2420" y="137837"/>
                  </a:lnTo>
                  <a:cubicBezTo>
                    <a:pt x="6097" y="142723"/>
                    <a:pt x="13206" y="143701"/>
                    <a:pt x="18109" y="139791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730B09C-CFB6-4B45-A11E-3494F90FBDCA}"/>
                </a:ext>
              </a:extLst>
            </p:cNvPr>
            <p:cNvSpPr/>
            <p:nvPr/>
          </p:nvSpPr>
          <p:spPr>
            <a:xfrm>
              <a:off x="356744" y="291431"/>
              <a:ext cx="192175" cy="152154"/>
            </a:xfrm>
            <a:custGeom>
              <a:avLst/>
              <a:gdLst>
                <a:gd name="connsiteX0" fmla="*/ 2225 w 192175"/>
                <a:gd name="connsiteY0" fmla="*/ 147788 h 152154"/>
                <a:gd name="connsiteX1" fmla="*/ 17914 w 192175"/>
                <a:gd name="connsiteY1" fmla="*/ 149743 h 152154"/>
                <a:gd name="connsiteX2" fmla="*/ 187795 w 192175"/>
                <a:gd name="connsiteY2" fmla="*/ 20004 h 152154"/>
                <a:gd name="connsiteX3" fmla="*/ 189756 w 192175"/>
                <a:gd name="connsiteY3" fmla="*/ 4367 h 152154"/>
                <a:gd name="connsiteX4" fmla="*/ 174067 w 192175"/>
                <a:gd name="connsiteY4" fmla="*/ 2412 h 152154"/>
                <a:gd name="connsiteX5" fmla="*/ 4431 w 192175"/>
                <a:gd name="connsiteY5" fmla="*/ 132151 h 152154"/>
                <a:gd name="connsiteX6" fmla="*/ 2225 w 192175"/>
                <a:gd name="connsiteY6" fmla="*/ 147788 h 15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4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1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9FE1F7F-78A1-C844-8CF1-6A8DA18997A9}"/>
                </a:ext>
              </a:extLst>
            </p:cNvPr>
            <p:cNvSpPr/>
            <p:nvPr/>
          </p:nvSpPr>
          <p:spPr>
            <a:xfrm>
              <a:off x="266516" y="380855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5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2 h 159027"/>
                <a:gd name="connsiteX11" fmla="*/ 3467 w 282960"/>
                <a:gd name="connsiteY11" fmla="*/ 60562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8 h 159027"/>
                <a:gd name="connsiteX15" fmla="*/ 113535 w 282960"/>
                <a:gd name="connsiteY15" fmla="*/ 159027 h 159027"/>
                <a:gd name="connsiteX16" fmla="*/ 113535 w 282960"/>
                <a:gd name="connsiteY16" fmla="*/ 159027 h 159027"/>
                <a:gd name="connsiteX17" fmla="*/ 114515 w 282960"/>
                <a:gd name="connsiteY17" fmla="*/ 159027 h 159027"/>
                <a:gd name="connsiteX18" fmla="*/ 115496 w 282960"/>
                <a:gd name="connsiteY18" fmla="*/ 159027 h 159027"/>
                <a:gd name="connsiteX19" fmla="*/ 116476 w 282960"/>
                <a:gd name="connsiteY19" fmla="*/ 159027 h 159027"/>
                <a:gd name="connsiteX20" fmla="*/ 116476 w 282960"/>
                <a:gd name="connsiteY20" fmla="*/ 159027 h 159027"/>
                <a:gd name="connsiteX21" fmla="*/ 121869 w 282960"/>
                <a:gd name="connsiteY21" fmla="*/ 156828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5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2"/>
                  </a:cubicBezTo>
                  <a:lnTo>
                    <a:pt x="3467" y="60562"/>
                  </a:lnTo>
                  <a:cubicBezTo>
                    <a:pt x="2977" y="61051"/>
                    <a:pt x="2732" y="61295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8"/>
                  </a:lnTo>
                  <a:cubicBezTo>
                    <a:pt x="109612" y="158050"/>
                    <a:pt x="111573" y="158783"/>
                    <a:pt x="113535" y="159027"/>
                  </a:cubicBezTo>
                  <a:lnTo>
                    <a:pt x="113535" y="159027"/>
                  </a:lnTo>
                  <a:lnTo>
                    <a:pt x="114515" y="159027"/>
                  </a:lnTo>
                  <a:lnTo>
                    <a:pt x="115496" y="159027"/>
                  </a:lnTo>
                  <a:lnTo>
                    <a:pt x="116476" y="159027"/>
                  </a:lnTo>
                  <a:lnTo>
                    <a:pt x="116476" y="159027"/>
                  </a:lnTo>
                  <a:cubicBezTo>
                    <a:pt x="118437" y="158783"/>
                    <a:pt x="120153" y="158050"/>
                    <a:pt x="121869" y="156828"/>
                  </a:cubicBezTo>
                  <a:lnTo>
                    <a:pt x="278758" y="36863"/>
                  </a:lnTo>
                  <a:cubicBezTo>
                    <a:pt x="283416" y="33198"/>
                    <a:pt x="284396" y="26356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761399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v2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FE67B1-B67D-4013-8614-FA44269701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5996" cy="6857993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1135021"/>
            <a:ext cx="4521949" cy="415498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700" b="1" kern="1200" dirty="0">
                <a:solidFill>
                  <a:srgbClr val="0E0F1A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2086192"/>
            <a:ext cx="4521949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b="0" i="0"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1809073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aphic 7">
            <a:extLst>
              <a:ext uri="{FF2B5EF4-FFF2-40B4-BE49-F238E27FC236}">
                <a16:creationId xmlns:a16="http://schemas.microsoft.com/office/drawing/2014/main" id="{0611B7BE-B9BD-DC4B-85AD-B596529A45C3}"/>
              </a:ext>
            </a:extLst>
          </p:cNvPr>
          <p:cNvGrpSpPr/>
          <p:nvPr/>
        </p:nvGrpSpPr>
        <p:grpSpPr>
          <a:xfrm>
            <a:off x="211377" y="201731"/>
            <a:ext cx="1064164" cy="338640"/>
            <a:chOff x="211377" y="201731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2F0C482D-2F0A-6049-94EC-19B078DF917A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177C24C-3767-524D-A96C-09BCA1811C86}"/>
                </a:ext>
              </a:extLst>
            </p:cNvPr>
            <p:cNvSpPr/>
            <p:nvPr/>
          </p:nvSpPr>
          <p:spPr>
            <a:xfrm>
              <a:off x="846549" y="294576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E209B46-99E8-8B4D-98B8-6CCAA64A63F9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905F0C1-CD09-654A-B009-8E95DD1CC110}"/>
                </a:ext>
              </a:extLst>
            </p:cNvPr>
            <p:cNvSpPr/>
            <p:nvPr/>
          </p:nvSpPr>
          <p:spPr>
            <a:xfrm>
              <a:off x="212162" y="254960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7DBF896-3395-3445-8F72-BE6F45D77811}"/>
                </a:ext>
              </a:extLst>
            </p:cNvPr>
            <p:cNvSpPr/>
            <p:nvPr/>
          </p:nvSpPr>
          <p:spPr>
            <a:xfrm>
              <a:off x="212162" y="298273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8157214-E5EB-0E49-B859-0A1A22E90CBD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0C681F2-99E4-A541-ACF4-650E0B4777C8}"/>
                </a:ext>
              </a:extLst>
            </p:cNvPr>
            <p:cNvSpPr/>
            <p:nvPr/>
          </p:nvSpPr>
          <p:spPr>
            <a:xfrm>
              <a:off x="369541" y="344873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3226713-62A5-6D49-A3E8-6EEBCE9532D8}"/>
                </a:ext>
              </a:extLst>
            </p:cNvPr>
            <p:cNvSpPr/>
            <p:nvPr/>
          </p:nvSpPr>
          <p:spPr>
            <a:xfrm>
              <a:off x="356744" y="291431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E6F28A6-FE1F-DF43-9B2D-0486F78EFB26}"/>
                </a:ext>
              </a:extLst>
            </p:cNvPr>
            <p:cNvSpPr/>
            <p:nvPr/>
          </p:nvSpPr>
          <p:spPr>
            <a:xfrm>
              <a:off x="266516" y="380856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36318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Headline + Paragraph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AC5E193-9657-674E-AA00-73F37EF3DB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1942446"/>
            <a:ext cx="4521949" cy="104644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3400" b="1" kern="1200" dirty="0">
                <a:solidFill>
                  <a:schemeClr val="tx1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here to edit headline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CAF2AA81-3F98-B542-B98B-A30312B089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3524558"/>
            <a:ext cx="4521949" cy="107702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sz="2000" b="0" i="0">
                <a:solidFill>
                  <a:schemeClr val="tx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content…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84976A-3E5D-4B41-B9D0-97D7F66F8566}"/>
              </a:ext>
            </a:extLst>
          </p:cNvPr>
          <p:cNvCxnSpPr>
            <a:cxnSpLocks/>
          </p:cNvCxnSpPr>
          <p:nvPr userDrawn="1"/>
        </p:nvCxnSpPr>
        <p:spPr>
          <a:xfrm>
            <a:off x="787024" y="3247439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3BC1F946-C7D2-334F-9A34-F7FAB86D1AA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096000" y="1495619"/>
            <a:ext cx="5499100" cy="462476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353746"/>
              </a:buClr>
              <a:buSzTx/>
              <a:buFont typeface="Wingdings" panose="05000000000000000000" pitchFamily="2" charset="2"/>
              <a:buNone/>
              <a:tabLst/>
              <a:defRPr lang="en-US" b="0" i="0" u="none" strike="noStrike" smtClean="0">
                <a:solidFill>
                  <a:schemeClr val="tx1"/>
                </a:solidFill>
                <a:effectLst/>
              </a:defRPr>
            </a:lvl1pPr>
            <a:lvl2pPr marL="225425" indent="0">
              <a:buNone/>
              <a:defRPr>
                <a:solidFill>
                  <a:schemeClr val="bg1"/>
                </a:solidFill>
              </a:defRPr>
            </a:lvl2pPr>
            <a:lvl3pPr marL="465137" indent="0">
              <a:buNone/>
              <a:defRPr>
                <a:solidFill>
                  <a:schemeClr val="bg1"/>
                </a:solidFill>
              </a:defRPr>
            </a:lvl3pPr>
            <a:lvl4pPr marL="688975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edit…Lorem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</a:t>
            </a:r>
            <a:r>
              <a:rPr lang="en-US" dirty="0"/>
              <a:t>.</a:t>
            </a:r>
          </a:p>
        </p:txBody>
      </p:sp>
      <p:grpSp>
        <p:nvGrpSpPr>
          <p:cNvPr id="2" name="Graphic 8">
            <a:extLst>
              <a:ext uri="{FF2B5EF4-FFF2-40B4-BE49-F238E27FC236}">
                <a16:creationId xmlns:a16="http://schemas.microsoft.com/office/drawing/2014/main" id="{FD8695F6-A70C-B44E-B9D2-BEBB01E21493}"/>
              </a:ext>
            </a:extLst>
          </p:cNvPr>
          <p:cNvGrpSpPr/>
          <p:nvPr/>
        </p:nvGrpSpPr>
        <p:grpSpPr>
          <a:xfrm>
            <a:off x="211377" y="201731"/>
            <a:ext cx="1064164" cy="338640"/>
            <a:chOff x="211377" y="201731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F120DD5F-AA02-9B4C-B323-AC0E85DCD348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A910140D-C019-6B49-AB99-3CF00A213562}"/>
                </a:ext>
              </a:extLst>
            </p:cNvPr>
            <p:cNvSpPr/>
            <p:nvPr/>
          </p:nvSpPr>
          <p:spPr>
            <a:xfrm>
              <a:off x="846549" y="294576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87C27A4-3612-E54B-B7E4-6AD1CC6C5415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3361582-EF9B-9C40-8BC9-D21F5E41EE6B}"/>
                </a:ext>
              </a:extLst>
            </p:cNvPr>
            <p:cNvSpPr/>
            <p:nvPr/>
          </p:nvSpPr>
          <p:spPr>
            <a:xfrm>
              <a:off x="212162" y="254960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621DDB7-CC4F-9C4D-A987-17CB96A53D2F}"/>
                </a:ext>
              </a:extLst>
            </p:cNvPr>
            <p:cNvSpPr/>
            <p:nvPr/>
          </p:nvSpPr>
          <p:spPr>
            <a:xfrm>
              <a:off x="212162" y="298273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23800D1-7483-D64C-9957-6360173A9EAD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5735441-4385-D048-A97B-477C486E139A}"/>
                </a:ext>
              </a:extLst>
            </p:cNvPr>
            <p:cNvSpPr/>
            <p:nvPr/>
          </p:nvSpPr>
          <p:spPr>
            <a:xfrm>
              <a:off x="369541" y="344873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1CEE446-1C3C-4843-9E3B-6C03CD516BD9}"/>
                </a:ext>
              </a:extLst>
            </p:cNvPr>
            <p:cNvSpPr/>
            <p:nvPr/>
          </p:nvSpPr>
          <p:spPr>
            <a:xfrm>
              <a:off x="356744" y="291431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B87EE8F-C514-3042-8D9A-4FDFFA943C1D}"/>
                </a:ext>
              </a:extLst>
            </p:cNvPr>
            <p:cNvSpPr/>
            <p:nvPr/>
          </p:nvSpPr>
          <p:spPr>
            <a:xfrm>
              <a:off x="266516" y="380856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787741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Headline + Paragraph - dark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1942445"/>
            <a:ext cx="4521949" cy="104644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3400" b="1" kern="1200" dirty="0">
                <a:solidFill>
                  <a:schemeClr val="bg1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here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3524558"/>
            <a:ext cx="4521949" cy="107702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sz="20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content…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3247439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425618-A8F1-194D-8B57-551D4FA12E7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096000" y="1495619"/>
            <a:ext cx="5499100" cy="462476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353746"/>
              </a:buClr>
              <a:buSzTx/>
              <a:buFont typeface="Wingdings" panose="05000000000000000000" pitchFamily="2" charset="2"/>
              <a:buNone/>
              <a:tabLst/>
              <a:defRPr lang="en-US" b="0" i="0" u="none" strike="noStrike" smtClean="0">
                <a:solidFill>
                  <a:schemeClr val="bg1"/>
                </a:solidFill>
                <a:effectLst/>
              </a:defRPr>
            </a:lvl1pPr>
            <a:lvl2pPr marL="225425" indent="0">
              <a:buNone/>
              <a:defRPr>
                <a:solidFill>
                  <a:schemeClr val="bg1"/>
                </a:solidFill>
              </a:defRPr>
            </a:lvl2pPr>
            <a:lvl3pPr marL="465137" indent="0">
              <a:buNone/>
              <a:defRPr>
                <a:solidFill>
                  <a:schemeClr val="bg1"/>
                </a:solidFill>
              </a:defRPr>
            </a:lvl3pPr>
            <a:lvl4pPr marL="688975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edit…Lorem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</a:t>
            </a:r>
            <a:r>
              <a:rPr lang="en-US" dirty="0"/>
              <a:t>.</a:t>
            </a:r>
          </a:p>
        </p:txBody>
      </p:sp>
      <p:grpSp>
        <p:nvGrpSpPr>
          <p:cNvPr id="3" name="Graphic 6">
            <a:extLst>
              <a:ext uri="{FF2B5EF4-FFF2-40B4-BE49-F238E27FC236}">
                <a16:creationId xmlns:a16="http://schemas.microsoft.com/office/drawing/2014/main" id="{570B1BFC-6676-604D-A4E4-B261E1286CE5}"/>
              </a:ext>
            </a:extLst>
          </p:cNvPr>
          <p:cNvGrpSpPr/>
          <p:nvPr/>
        </p:nvGrpSpPr>
        <p:grpSpPr>
          <a:xfrm>
            <a:off x="211377" y="201731"/>
            <a:ext cx="1064164" cy="338639"/>
            <a:chOff x="211377" y="201731"/>
            <a:chExt cx="1064164" cy="33863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0F2FE0D0-A174-C24C-9BA0-D7EB733EB2FD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0 h 277802"/>
                <a:gd name="connsiteX1" fmla="*/ 34319 w 179933"/>
                <a:gd name="connsiteY1" fmla="*/ 90890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8 h 277802"/>
                <a:gd name="connsiteX9" fmla="*/ 34319 w 179933"/>
                <a:gd name="connsiteY9" fmla="*/ 260455 h 277802"/>
                <a:gd name="connsiteX10" fmla="*/ 34319 w 179933"/>
                <a:gd name="connsiteY10" fmla="*/ 123630 h 277802"/>
                <a:gd name="connsiteX11" fmla="*/ 94378 w 179933"/>
                <a:gd name="connsiteY11" fmla="*/ 123630 h 277802"/>
                <a:gd name="connsiteX12" fmla="*/ 145612 w 179933"/>
                <a:gd name="connsiteY12" fmla="*/ 165166 h 277802"/>
                <a:gd name="connsiteX13" fmla="*/ 145612 w 179933"/>
                <a:gd name="connsiteY13" fmla="*/ 260699 h 277802"/>
                <a:gd name="connsiteX14" fmla="*/ 145612 w 179933"/>
                <a:gd name="connsiteY14" fmla="*/ 260699 h 277802"/>
                <a:gd name="connsiteX15" fmla="*/ 162772 w 179933"/>
                <a:gd name="connsiteY15" fmla="*/ 277802 h 277802"/>
                <a:gd name="connsiteX16" fmla="*/ 179932 w 179933"/>
                <a:gd name="connsiteY16" fmla="*/ 260699 h 277802"/>
                <a:gd name="connsiteX17" fmla="*/ 179932 w 179933"/>
                <a:gd name="connsiteY17" fmla="*/ 165166 h 277802"/>
                <a:gd name="connsiteX18" fmla="*/ 94378 w 179933"/>
                <a:gd name="connsiteY18" fmla="*/ 90890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0"/>
                  </a:moveTo>
                  <a:lnTo>
                    <a:pt x="34319" y="90890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8"/>
                    <a:pt x="17160" y="277558"/>
                  </a:cubicBezTo>
                  <a:cubicBezTo>
                    <a:pt x="26720" y="277558"/>
                    <a:pt x="34319" y="269984"/>
                    <a:pt x="34319" y="260455"/>
                  </a:cubicBezTo>
                  <a:lnTo>
                    <a:pt x="34319" y="123630"/>
                  </a:lnTo>
                  <a:lnTo>
                    <a:pt x="94378" y="123630"/>
                  </a:lnTo>
                  <a:cubicBezTo>
                    <a:pt x="129923" y="123630"/>
                    <a:pt x="145612" y="139023"/>
                    <a:pt x="145612" y="165166"/>
                  </a:cubicBezTo>
                  <a:lnTo>
                    <a:pt x="145612" y="260699"/>
                  </a:lnTo>
                  <a:lnTo>
                    <a:pt x="145612" y="260699"/>
                  </a:lnTo>
                  <a:cubicBezTo>
                    <a:pt x="145612" y="270228"/>
                    <a:pt x="153212" y="277802"/>
                    <a:pt x="162772" y="277802"/>
                  </a:cubicBezTo>
                  <a:cubicBezTo>
                    <a:pt x="172332" y="277802"/>
                    <a:pt x="179932" y="270228"/>
                    <a:pt x="179932" y="260699"/>
                  </a:cubicBezTo>
                  <a:lnTo>
                    <a:pt x="179932" y="165166"/>
                  </a:lnTo>
                  <a:cubicBezTo>
                    <a:pt x="180177" y="118500"/>
                    <a:pt x="151986" y="90890"/>
                    <a:pt x="94378" y="90890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7E8B2CE-2707-BA48-8B21-C971AEBF5D11}"/>
                </a:ext>
              </a:extLst>
            </p:cNvPr>
            <p:cNvSpPr/>
            <p:nvPr/>
          </p:nvSpPr>
          <p:spPr>
            <a:xfrm>
              <a:off x="846549" y="294576"/>
              <a:ext cx="189737" cy="245794"/>
            </a:xfrm>
            <a:custGeom>
              <a:avLst/>
              <a:gdLst>
                <a:gd name="connsiteX0" fmla="*/ 125021 w 189737"/>
                <a:gd name="connsiteY0" fmla="*/ 0 h 245794"/>
                <a:gd name="connsiteX1" fmla="*/ 76238 w 189737"/>
                <a:gd name="connsiteY1" fmla="*/ 0 h 245794"/>
                <a:gd name="connsiteX2" fmla="*/ 0 w 189737"/>
                <a:gd name="connsiteY2" fmla="*/ 83805 h 245794"/>
                <a:gd name="connsiteX3" fmla="*/ 76238 w 189737"/>
                <a:gd name="connsiteY3" fmla="*/ 168098 h 245794"/>
                <a:gd name="connsiteX4" fmla="*/ 153947 w 189737"/>
                <a:gd name="connsiteY4" fmla="*/ 168098 h 245794"/>
                <a:gd name="connsiteX5" fmla="*/ 153947 w 189737"/>
                <a:gd name="connsiteY5" fmla="*/ 176161 h 245794"/>
                <a:gd name="connsiteX6" fmla="*/ 118892 w 189737"/>
                <a:gd name="connsiteY6" fmla="*/ 211833 h 245794"/>
                <a:gd name="connsiteX7" fmla="*/ 18140 w 189737"/>
                <a:gd name="connsiteY7" fmla="*/ 211833 h 245794"/>
                <a:gd name="connsiteX8" fmla="*/ 490 w 189737"/>
                <a:gd name="connsiteY8" fmla="*/ 228203 h 245794"/>
                <a:gd name="connsiteX9" fmla="*/ 16915 w 189737"/>
                <a:gd name="connsiteY9" fmla="*/ 245795 h 245794"/>
                <a:gd name="connsiteX10" fmla="*/ 18140 w 189737"/>
                <a:gd name="connsiteY10" fmla="*/ 245795 h 245794"/>
                <a:gd name="connsiteX11" fmla="*/ 123059 w 189737"/>
                <a:gd name="connsiteY11" fmla="*/ 245795 h 245794"/>
                <a:gd name="connsiteX12" fmla="*/ 189737 w 189737"/>
                <a:gd name="connsiteY12" fmla="*/ 176406 h 245794"/>
                <a:gd name="connsiteX13" fmla="*/ 189737 w 189737"/>
                <a:gd name="connsiteY13" fmla="*/ 75009 h 245794"/>
                <a:gd name="connsiteX14" fmla="*/ 125021 w 189737"/>
                <a:gd name="connsiteY14" fmla="*/ 0 h 245794"/>
                <a:gd name="connsiteX15" fmla="*/ 153947 w 189737"/>
                <a:gd name="connsiteY15" fmla="*/ 136091 h 245794"/>
                <a:gd name="connsiteX16" fmla="*/ 79670 w 189737"/>
                <a:gd name="connsiteY16" fmla="*/ 136091 h 245794"/>
                <a:gd name="connsiteX17" fmla="*/ 35545 w 189737"/>
                <a:gd name="connsiteY17" fmla="*/ 85026 h 245794"/>
                <a:gd name="connsiteX18" fmla="*/ 79670 w 189737"/>
                <a:gd name="connsiteY18" fmla="*/ 33962 h 245794"/>
                <a:gd name="connsiteX19" fmla="*/ 114725 w 189737"/>
                <a:gd name="connsiteY19" fmla="*/ 33962 h 245794"/>
                <a:gd name="connsiteX20" fmla="*/ 153947 w 189737"/>
                <a:gd name="connsiteY20" fmla="*/ 74765 h 245794"/>
                <a:gd name="connsiteX21" fmla="*/ 153947 w 189737"/>
                <a:gd name="connsiteY21" fmla="*/ 136091 h 245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4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89"/>
                    <a:pt x="29417" y="168098"/>
                    <a:pt x="76238" y="168098"/>
                  </a:cubicBezTo>
                  <a:lnTo>
                    <a:pt x="153947" y="168098"/>
                  </a:lnTo>
                  <a:lnTo>
                    <a:pt x="153947" y="176161"/>
                  </a:lnTo>
                  <a:cubicBezTo>
                    <a:pt x="153947" y="201327"/>
                    <a:pt x="145367" y="211833"/>
                    <a:pt x="118892" y="211833"/>
                  </a:cubicBezTo>
                  <a:lnTo>
                    <a:pt x="18140" y="211833"/>
                  </a:lnTo>
                  <a:cubicBezTo>
                    <a:pt x="8825" y="211589"/>
                    <a:pt x="735" y="218674"/>
                    <a:pt x="490" y="228203"/>
                  </a:cubicBezTo>
                  <a:cubicBezTo>
                    <a:pt x="245" y="237488"/>
                    <a:pt x="7354" y="245551"/>
                    <a:pt x="16915" y="245795"/>
                  </a:cubicBezTo>
                  <a:cubicBezTo>
                    <a:pt x="17405" y="245795"/>
                    <a:pt x="17895" y="245795"/>
                    <a:pt x="18140" y="245795"/>
                  </a:cubicBezTo>
                  <a:lnTo>
                    <a:pt x="123059" y="245795"/>
                  </a:lnTo>
                  <a:cubicBezTo>
                    <a:pt x="172332" y="245795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1"/>
                  </a:moveTo>
                  <a:lnTo>
                    <a:pt x="79670" y="136091"/>
                  </a:lnTo>
                  <a:cubicBezTo>
                    <a:pt x="49273" y="136091"/>
                    <a:pt x="35545" y="120699"/>
                    <a:pt x="35545" y="85026"/>
                  </a:cubicBezTo>
                  <a:cubicBezTo>
                    <a:pt x="35545" y="49354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1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395EC62-19B8-4241-A9AB-5E13775AF564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3 h 185201"/>
                <a:gd name="connsiteX8" fmla="*/ 125042 w 198583"/>
                <a:gd name="connsiteY8" fmla="*/ 107993 h 185201"/>
                <a:gd name="connsiteX9" fmla="*/ 151517 w 198583"/>
                <a:gd name="connsiteY9" fmla="*/ 128761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8 h 185201"/>
                <a:gd name="connsiteX13" fmla="*/ 17427 w 198583"/>
                <a:gd name="connsiteY13" fmla="*/ 185201 h 185201"/>
                <a:gd name="connsiteX14" fmla="*/ 18652 w 198583"/>
                <a:gd name="connsiteY14" fmla="*/ 185201 h 185201"/>
                <a:gd name="connsiteX15" fmla="*/ 127249 w 198583"/>
                <a:gd name="connsiteY15" fmla="*/ 185201 h 185201"/>
                <a:gd name="connsiteX16" fmla="*/ 188043 w 198583"/>
                <a:gd name="connsiteY16" fmla="*/ 129006 h 185201"/>
                <a:gd name="connsiteX17" fmla="*/ 123817 w 198583"/>
                <a:gd name="connsiteY17" fmla="*/ 76719 h 185201"/>
                <a:gd name="connsiteX18" fmla="*/ 80182 w 198583"/>
                <a:gd name="connsiteY18" fmla="*/ 76719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3"/>
                    <a:pt x="81163" y="107993"/>
                  </a:cubicBezTo>
                  <a:lnTo>
                    <a:pt x="125042" y="107993"/>
                  </a:lnTo>
                  <a:cubicBezTo>
                    <a:pt x="143673" y="107993"/>
                    <a:pt x="151517" y="113857"/>
                    <a:pt x="151517" y="128761"/>
                  </a:cubicBezTo>
                  <a:cubicBezTo>
                    <a:pt x="151517" y="143665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8"/>
                  </a:cubicBezTo>
                  <a:cubicBezTo>
                    <a:pt x="-469" y="176406"/>
                    <a:pt x="7376" y="184713"/>
                    <a:pt x="17427" y="185201"/>
                  </a:cubicBezTo>
                  <a:cubicBezTo>
                    <a:pt x="17917" y="185201"/>
                    <a:pt x="18407" y="185201"/>
                    <a:pt x="18652" y="185201"/>
                  </a:cubicBezTo>
                  <a:lnTo>
                    <a:pt x="127249" y="185201"/>
                  </a:lnTo>
                  <a:cubicBezTo>
                    <a:pt x="170883" y="185201"/>
                    <a:pt x="188043" y="161990"/>
                    <a:pt x="188043" y="129006"/>
                  </a:cubicBezTo>
                  <a:cubicBezTo>
                    <a:pt x="188043" y="100175"/>
                    <a:pt x="175051" y="76719"/>
                    <a:pt x="123817" y="76719"/>
                  </a:cubicBezTo>
                  <a:lnTo>
                    <a:pt x="80182" y="76719"/>
                  </a:lnTo>
                  <a:cubicBezTo>
                    <a:pt x="59345" y="76719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C9F1FB3-E3EB-B149-8E5E-1621781EC0DF}"/>
                </a:ext>
              </a:extLst>
            </p:cNvPr>
            <p:cNvSpPr/>
            <p:nvPr/>
          </p:nvSpPr>
          <p:spPr>
            <a:xfrm>
              <a:off x="212162" y="254960"/>
              <a:ext cx="179378" cy="142203"/>
            </a:xfrm>
            <a:custGeom>
              <a:avLst/>
              <a:gdLst>
                <a:gd name="connsiteX0" fmla="*/ 161025 w 179378"/>
                <a:gd name="connsiteY0" fmla="*/ 2234 h 142203"/>
                <a:gd name="connsiteX1" fmla="*/ 4381 w 179378"/>
                <a:gd name="connsiteY1" fmla="*/ 122200 h 142203"/>
                <a:gd name="connsiteX2" fmla="*/ 2420 w 179378"/>
                <a:gd name="connsiteY2" fmla="*/ 137837 h 142203"/>
                <a:gd name="connsiteX3" fmla="*/ 18109 w 179378"/>
                <a:gd name="connsiteY3" fmla="*/ 139791 h 142203"/>
                <a:gd name="connsiteX4" fmla="*/ 174998 w 179378"/>
                <a:gd name="connsiteY4" fmla="*/ 19826 h 142203"/>
                <a:gd name="connsiteX5" fmla="*/ 176959 w 179378"/>
                <a:gd name="connsiteY5" fmla="*/ 4189 h 142203"/>
                <a:gd name="connsiteX6" fmla="*/ 176959 w 179378"/>
                <a:gd name="connsiteY6" fmla="*/ 4189 h 142203"/>
                <a:gd name="connsiteX7" fmla="*/ 161025 w 179378"/>
                <a:gd name="connsiteY7" fmla="*/ 2234 h 142203"/>
                <a:gd name="connsiteX8" fmla="*/ 161025 w 179378"/>
                <a:gd name="connsiteY8" fmla="*/ 2234 h 14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3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0"/>
                    <a:pt x="2420" y="137837"/>
                  </a:cubicBezTo>
                  <a:cubicBezTo>
                    <a:pt x="6342" y="142723"/>
                    <a:pt x="13206" y="143701"/>
                    <a:pt x="18109" y="139791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E49530A-1D21-F94D-8770-12B2B8B89FF9}"/>
                </a:ext>
              </a:extLst>
            </p:cNvPr>
            <p:cNvSpPr/>
            <p:nvPr/>
          </p:nvSpPr>
          <p:spPr>
            <a:xfrm>
              <a:off x="212162" y="298272"/>
              <a:ext cx="191947" cy="152154"/>
            </a:xfrm>
            <a:custGeom>
              <a:avLst/>
              <a:gdLst>
                <a:gd name="connsiteX0" fmla="*/ 189706 w 191947"/>
                <a:gd name="connsiteY0" fmla="*/ 4367 h 152154"/>
                <a:gd name="connsiteX1" fmla="*/ 174017 w 191947"/>
                <a:gd name="connsiteY1" fmla="*/ 2412 h 152154"/>
                <a:gd name="connsiteX2" fmla="*/ 4381 w 191947"/>
                <a:gd name="connsiteY2" fmla="*/ 132151 h 152154"/>
                <a:gd name="connsiteX3" fmla="*/ 2420 w 191947"/>
                <a:gd name="connsiteY3" fmla="*/ 147788 h 152154"/>
                <a:gd name="connsiteX4" fmla="*/ 18109 w 191947"/>
                <a:gd name="connsiteY4" fmla="*/ 149743 h 152154"/>
                <a:gd name="connsiteX5" fmla="*/ 187745 w 191947"/>
                <a:gd name="connsiteY5" fmla="*/ 20004 h 152154"/>
                <a:gd name="connsiteX6" fmla="*/ 189706 w 191947"/>
                <a:gd name="connsiteY6" fmla="*/ 4367 h 15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4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1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4F6135E-1AA6-F249-AC72-EA18739DFAAE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6 h 159444"/>
                <a:gd name="connsiteX2" fmla="*/ 17914 w 282698"/>
                <a:gd name="connsiteY2" fmla="*/ 139756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3 h 159444"/>
                <a:gd name="connsiteX6" fmla="*/ 186814 w 282698"/>
                <a:gd name="connsiteY6" fmla="*/ 154416 h 159444"/>
                <a:gd name="connsiteX7" fmla="*/ 202258 w 282698"/>
                <a:gd name="connsiteY7" fmla="*/ 157592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4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8"/>
                    <a:pt x="13011" y="143665"/>
                    <a:pt x="17914" y="139756"/>
                  </a:cubicBezTo>
                  <a:cubicBezTo>
                    <a:pt x="17914" y="139756"/>
                    <a:pt x="17914" y="139756"/>
                    <a:pt x="17914" y="139756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3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2"/>
                  </a:cubicBezTo>
                  <a:cubicBezTo>
                    <a:pt x="202748" y="157348"/>
                    <a:pt x="203238" y="156859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6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4"/>
                  </a:lnTo>
                  <a:cubicBezTo>
                    <a:pt x="-472" y="125829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E23817A-9F9E-304D-AA67-E37BF65D3F1D}"/>
                </a:ext>
              </a:extLst>
            </p:cNvPr>
            <p:cNvSpPr/>
            <p:nvPr/>
          </p:nvSpPr>
          <p:spPr>
            <a:xfrm>
              <a:off x="369541" y="344873"/>
              <a:ext cx="179378" cy="142203"/>
            </a:xfrm>
            <a:custGeom>
              <a:avLst/>
              <a:gdLst>
                <a:gd name="connsiteX0" fmla="*/ 161270 w 179378"/>
                <a:gd name="connsiteY0" fmla="*/ 2234 h 142203"/>
                <a:gd name="connsiteX1" fmla="*/ 4381 w 179378"/>
                <a:gd name="connsiteY1" fmla="*/ 122200 h 142203"/>
                <a:gd name="connsiteX2" fmla="*/ 2420 w 179378"/>
                <a:gd name="connsiteY2" fmla="*/ 137837 h 142203"/>
                <a:gd name="connsiteX3" fmla="*/ 2420 w 179378"/>
                <a:gd name="connsiteY3" fmla="*/ 137837 h 142203"/>
                <a:gd name="connsiteX4" fmla="*/ 18109 w 179378"/>
                <a:gd name="connsiteY4" fmla="*/ 139791 h 142203"/>
                <a:gd name="connsiteX5" fmla="*/ 174998 w 179378"/>
                <a:gd name="connsiteY5" fmla="*/ 19826 h 142203"/>
                <a:gd name="connsiteX6" fmla="*/ 176959 w 179378"/>
                <a:gd name="connsiteY6" fmla="*/ 4189 h 142203"/>
                <a:gd name="connsiteX7" fmla="*/ 161270 w 179378"/>
                <a:gd name="connsiteY7" fmla="*/ 2234 h 142203"/>
                <a:gd name="connsiteX8" fmla="*/ 161270 w 179378"/>
                <a:gd name="connsiteY8" fmla="*/ 2234 h 14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3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0"/>
                    <a:pt x="2420" y="137837"/>
                  </a:cubicBezTo>
                  <a:lnTo>
                    <a:pt x="2420" y="137837"/>
                  </a:lnTo>
                  <a:cubicBezTo>
                    <a:pt x="6097" y="142723"/>
                    <a:pt x="13206" y="143701"/>
                    <a:pt x="18109" y="139791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F67658B-19AA-4E4B-BC68-1E11CF121285}"/>
                </a:ext>
              </a:extLst>
            </p:cNvPr>
            <p:cNvSpPr/>
            <p:nvPr/>
          </p:nvSpPr>
          <p:spPr>
            <a:xfrm>
              <a:off x="356744" y="291431"/>
              <a:ext cx="192175" cy="152154"/>
            </a:xfrm>
            <a:custGeom>
              <a:avLst/>
              <a:gdLst>
                <a:gd name="connsiteX0" fmla="*/ 2225 w 192175"/>
                <a:gd name="connsiteY0" fmla="*/ 147788 h 152154"/>
                <a:gd name="connsiteX1" fmla="*/ 17914 w 192175"/>
                <a:gd name="connsiteY1" fmla="*/ 149743 h 152154"/>
                <a:gd name="connsiteX2" fmla="*/ 187795 w 192175"/>
                <a:gd name="connsiteY2" fmla="*/ 20004 h 152154"/>
                <a:gd name="connsiteX3" fmla="*/ 189756 w 192175"/>
                <a:gd name="connsiteY3" fmla="*/ 4367 h 152154"/>
                <a:gd name="connsiteX4" fmla="*/ 174067 w 192175"/>
                <a:gd name="connsiteY4" fmla="*/ 2412 h 152154"/>
                <a:gd name="connsiteX5" fmla="*/ 4431 w 192175"/>
                <a:gd name="connsiteY5" fmla="*/ 132151 h 152154"/>
                <a:gd name="connsiteX6" fmla="*/ 2225 w 192175"/>
                <a:gd name="connsiteY6" fmla="*/ 147788 h 15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4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1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536B834-60BA-C34E-988E-7874B8493722}"/>
                </a:ext>
              </a:extLst>
            </p:cNvPr>
            <p:cNvSpPr/>
            <p:nvPr/>
          </p:nvSpPr>
          <p:spPr>
            <a:xfrm>
              <a:off x="266516" y="380855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5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2 h 159027"/>
                <a:gd name="connsiteX11" fmla="*/ 3467 w 282960"/>
                <a:gd name="connsiteY11" fmla="*/ 60562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8 h 159027"/>
                <a:gd name="connsiteX15" fmla="*/ 113535 w 282960"/>
                <a:gd name="connsiteY15" fmla="*/ 159027 h 159027"/>
                <a:gd name="connsiteX16" fmla="*/ 113535 w 282960"/>
                <a:gd name="connsiteY16" fmla="*/ 159027 h 159027"/>
                <a:gd name="connsiteX17" fmla="*/ 114515 w 282960"/>
                <a:gd name="connsiteY17" fmla="*/ 159027 h 159027"/>
                <a:gd name="connsiteX18" fmla="*/ 115496 w 282960"/>
                <a:gd name="connsiteY18" fmla="*/ 159027 h 159027"/>
                <a:gd name="connsiteX19" fmla="*/ 116476 w 282960"/>
                <a:gd name="connsiteY19" fmla="*/ 159027 h 159027"/>
                <a:gd name="connsiteX20" fmla="*/ 116476 w 282960"/>
                <a:gd name="connsiteY20" fmla="*/ 159027 h 159027"/>
                <a:gd name="connsiteX21" fmla="*/ 121869 w 282960"/>
                <a:gd name="connsiteY21" fmla="*/ 156828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5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2"/>
                  </a:cubicBezTo>
                  <a:lnTo>
                    <a:pt x="3467" y="60562"/>
                  </a:lnTo>
                  <a:cubicBezTo>
                    <a:pt x="2977" y="61051"/>
                    <a:pt x="2732" y="61295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8"/>
                  </a:lnTo>
                  <a:cubicBezTo>
                    <a:pt x="109612" y="158050"/>
                    <a:pt x="111573" y="158783"/>
                    <a:pt x="113535" y="159027"/>
                  </a:cubicBezTo>
                  <a:lnTo>
                    <a:pt x="113535" y="159027"/>
                  </a:lnTo>
                  <a:lnTo>
                    <a:pt x="114515" y="159027"/>
                  </a:lnTo>
                  <a:lnTo>
                    <a:pt x="115496" y="159027"/>
                  </a:lnTo>
                  <a:lnTo>
                    <a:pt x="116476" y="159027"/>
                  </a:lnTo>
                  <a:lnTo>
                    <a:pt x="116476" y="159027"/>
                  </a:lnTo>
                  <a:cubicBezTo>
                    <a:pt x="118437" y="158783"/>
                    <a:pt x="120153" y="158050"/>
                    <a:pt x="121869" y="156828"/>
                  </a:cubicBezTo>
                  <a:lnTo>
                    <a:pt x="278758" y="36863"/>
                  </a:lnTo>
                  <a:cubicBezTo>
                    <a:pt x="283416" y="33198"/>
                    <a:pt x="284396" y="26356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28237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image tile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2704514"/>
            <a:ext cx="4521949" cy="415498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700" b="1" kern="1200" dirty="0">
                <a:solidFill>
                  <a:srgbClr val="0E0F1A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4" y="3655685"/>
            <a:ext cx="4521949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b="0" i="0"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3378566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DEAF468-DAD4-4ADF-8B2A-A7D83B8E2F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1542650"/>
            <a:ext cx="4521948" cy="2354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rgbClr val="0E0F1A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Category Tag</a:t>
            </a:r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D3DABB7B-CE2A-4775-862B-78CFCF1BE9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1"/>
            <a:ext cx="6095996" cy="3429000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13DA4E80-039A-48D5-835B-0088BC8D90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3429001"/>
            <a:ext cx="3047996" cy="3428999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92E96A1E-CE5D-446E-B431-143ABD00DE3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4004" y="3429001"/>
            <a:ext cx="3047996" cy="3429000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1CB93E12-B181-BB4E-8637-03219D942B1E}"/>
              </a:ext>
            </a:extLst>
          </p:cNvPr>
          <p:cNvGrpSpPr/>
          <p:nvPr/>
        </p:nvGrpSpPr>
        <p:grpSpPr>
          <a:xfrm>
            <a:off x="211377" y="201731"/>
            <a:ext cx="1064164" cy="338640"/>
            <a:chOff x="211377" y="201731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DF2EF2D3-EDFD-CF4E-987D-8E10FF9A8B4B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473A208-0124-974A-8952-D46C9F91BA2F}"/>
                </a:ext>
              </a:extLst>
            </p:cNvPr>
            <p:cNvSpPr/>
            <p:nvPr/>
          </p:nvSpPr>
          <p:spPr>
            <a:xfrm>
              <a:off x="846549" y="294576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C6FCF75-34D6-3545-8CF7-DF96D12FBC49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FA10D7C-E712-6445-A8A4-4DBC224D62FA}"/>
                </a:ext>
              </a:extLst>
            </p:cNvPr>
            <p:cNvSpPr/>
            <p:nvPr/>
          </p:nvSpPr>
          <p:spPr>
            <a:xfrm>
              <a:off x="212162" y="254960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88E4BA6-34E3-0940-B224-2955C0E51E4C}"/>
                </a:ext>
              </a:extLst>
            </p:cNvPr>
            <p:cNvSpPr/>
            <p:nvPr/>
          </p:nvSpPr>
          <p:spPr>
            <a:xfrm>
              <a:off x="212162" y="298273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160C4A1-37C7-BE40-89C9-1F652746A559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3C80E8A-A7E8-644F-844C-03948DD23518}"/>
                </a:ext>
              </a:extLst>
            </p:cNvPr>
            <p:cNvSpPr/>
            <p:nvPr/>
          </p:nvSpPr>
          <p:spPr>
            <a:xfrm>
              <a:off x="369541" y="344873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2D24248-D149-0C44-9240-F7D1589223F8}"/>
                </a:ext>
              </a:extLst>
            </p:cNvPr>
            <p:cNvSpPr/>
            <p:nvPr/>
          </p:nvSpPr>
          <p:spPr>
            <a:xfrm>
              <a:off x="356744" y="291431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49DF26D-8BEF-1049-8B8C-CC15A9FCAD4F}"/>
                </a:ext>
              </a:extLst>
            </p:cNvPr>
            <p:cNvSpPr/>
            <p:nvPr/>
          </p:nvSpPr>
          <p:spPr>
            <a:xfrm>
              <a:off x="266516" y="380856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660353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image (vertical)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5" y="2704514"/>
            <a:ext cx="4342760" cy="415498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700" b="1" kern="1200" dirty="0">
                <a:solidFill>
                  <a:srgbClr val="0E0F1A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7025" y="3655685"/>
            <a:ext cx="4342760" cy="23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b="0" i="0">
                <a:latin typeface="Raleway" panose="020B0003030101060003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3378566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DEAF468-DAD4-4ADF-8B2A-A7D83B8E2F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1542650"/>
            <a:ext cx="4342759" cy="2354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en-US" sz="1500" b="0" i="0" kern="1200" cap="all" baseline="0" dirty="0" smtClean="0">
                <a:solidFill>
                  <a:srgbClr val="0E0F1A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Category Tag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5D0DC16F-982C-4965-91B3-5E975412A5D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22392" y="1764270"/>
            <a:ext cx="2062088" cy="4793149"/>
          </a:xfrm>
          <a:prstGeom prst="roundRect">
            <a:avLst>
              <a:gd name="adj" fmla="val 6690"/>
            </a:avLst>
          </a:prstGeom>
          <a:effectLst>
            <a:outerShdw blurRad="127000" dist="127000" dir="6000000" algn="tl" rotWithShape="0">
              <a:prstClr val="black">
                <a:alpha val="10000"/>
              </a:prstClr>
            </a:outerShdw>
          </a:effectLst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5BC306E2-9545-4D98-825C-3F2115D0BC2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652653" y="424224"/>
            <a:ext cx="2062088" cy="4793149"/>
          </a:xfrm>
          <a:prstGeom prst="roundRect">
            <a:avLst>
              <a:gd name="adj" fmla="val 6690"/>
            </a:avLst>
          </a:prstGeom>
          <a:effectLst>
            <a:outerShdw blurRad="127000" dist="127000" dir="6000000" algn="tl" rotWithShape="0">
              <a:prstClr val="black">
                <a:alpha val="10000"/>
              </a:prstClr>
            </a:outerShdw>
          </a:effectLst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7AB4842A-9908-4244-A977-E61BA66C64C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882914" y="1032432"/>
            <a:ext cx="2062088" cy="4793149"/>
          </a:xfrm>
          <a:prstGeom prst="roundRect">
            <a:avLst>
              <a:gd name="adj" fmla="val 6690"/>
            </a:avLst>
          </a:prstGeom>
          <a:effectLst>
            <a:outerShdw blurRad="127000" dist="127000" dir="6000000" algn="tl" rotWithShape="0">
              <a:prstClr val="black">
                <a:alpha val="10000"/>
              </a:prstClr>
            </a:outerShdw>
          </a:effectLst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F98C7E3D-D1EB-524E-A96E-495CB9D3C755}"/>
              </a:ext>
            </a:extLst>
          </p:cNvPr>
          <p:cNvGrpSpPr/>
          <p:nvPr/>
        </p:nvGrpSpPr>
        <p:grpSpPr>
          <a:xfrm>
            <a:off x="211377" y="201731"/>
            <a:ext cx="1064164" cy="338640"/>
            <a:chOff x="211377" y="201731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831424F7-5068-BA48-BDF5-269E3632F74B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5CCE572A-1880-974F-86B9-12020B01340C}"/>
                </a:ext>
              </a:extLst>
            </p:cNvPr>
            <p:cNvSpPr/>
            <p:nvPr/>
          </p:nvSpPr>
          <p:spPr>
            <a:xfrm>
              <a:off x="846549" y="294576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6E5FDF7-F9A4-FA44-83E5-70B9D2648915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287EF02-CE2A-BA49-9E05-8EBEA643363E}"/>
                </a:ext>
              </a:extLst>
            </p:cNvPr>
            <p:cNvSpPr/>
            <p:nvPr/>
          </p:nvSpPr>
          <p:spPr>
            <a:xfrm>
              <a:off x="212162" y="254960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26BD0E5-3768-C74B-9F06-7E8543F35D62}"/>
                </a:ext>
              </a:extLst>
            </p:cNvPr>
            <p:cNvSpPr/>
            <p:nvPr/>
          </p:nvSpPr>
          <p:spPr>
            <a:xfrm>
              <a:off x="212162" y="298273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CFBA790-8A3E-E14C-BCD7-1ED48F8DEF8F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B69C71F-656E-4848-9B15-6240CCDFC0F6}"/>
                </a:ext>
              </a:extLst>
            </p:cNvPr>
            <p:cNvSpPr/>
            <p:nvPr/>
          </p:nvSpPr>
          <p:spPr>
            <a:xfrm>
              <a:off x="369541" y="344873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688458B-A4AB-4242-86D4-139162F500FA}"/>
                </a:ext>
              </a:extLst>
            </p:cNvPr>
            <p:cNvSpPr/>
            <p:nvPr/>
          </p:nvSpPr>
          <p:spPr>
            <a:xfrm>
              <a:off x="356744" y="291431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371E566-1A94-2148-9602-7FE91E5CA3E8}"/>
                </a:ext>
              </a:extLst>
            </p:cNvPr>
            <p:cNvSpPr/>
            <p:nvPr/>
          </p:nvSpPr>
          <p:spPr>
            <a:xfrm>
              <a:off x="266516" y="380856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07431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s w/ icons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1" y="1177504"/>
            <a:ext cx="10149840" cy="33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sz="2000" b="0" i="0">
                <a:latin typeface="Raleway" panose="020B0003030101060003" pitchFamily="34" charset="0"/>
              </a:defRPr>
            </a:lvl1pPr>
            <a:lvl2pPr marL="225425" indent="0">
              <a:buNone/>
              <a:defRPr sz="2000"/>
            </a:lvl2pPr>
            <a:lvl3pPr marL="465137" indent="0">
              <a:buNone/>
              <a:defRPr sz="2000"/>
            </a:lvl3pPr>
            <a:lvl4pPr marL="688975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54">
            <a:extLst>
              <a:ext uri="{FF2B5EF4-FFF2-40B4-BE49-F238E27FC236}">
                <a16:creationId xmlns:a16="http://schemas.microsoft.com/office/drawing/2014/main" id="{7E55E995-596F-4206-94DF-B4BA7CCFE731}"/>
              </a:ext>
            </a:extLst>
          </p:cNvPr>
          <p:cNvSpPr/>
          <p:nvPr userDrawn="1"/>
        </p:nvSpPr>
        <p:spPr>
          <a:xfrm>
            <a:off x="717176" y="2549351"/>
            <a:ext cx="10757647" cy="3739141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>
            <a:noFill/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CDE88DB-E986-4D8B-8A90-C0A72CE9FDAB}"/>
              </a:ext>
            </a:extLst>
          </p:cNvPr>
          <p:cNvSpPr/>
          <p:nvPr userDrawn="1"/>
        </p:nvSpPr>
        <p:spPr>
          <a:xfrm>
            <a:off x="4026721" y="3044161"/>
            <a:ext cx="1532939" cy="1532939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1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FF48750-FE9A-42AA-83C8-A1D7D0C96817}"/>
              </a:ext>
            </a:extLst>
          </p:cNvPr>
          <p:cNvSpPr/>
          <p:nvPr userDrawn="1"/>
        </p:nvSpPr>
        <p:spPr>
          <a:xfrm>
            <a:off x="1618587" y="3044451"/>
            <a:ext cx="1532939" cy="1532939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1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057B677-E012-4A72-A48B-A3451328F3DC}"/>
              </a:ext>
            </a:extLst>
          </p:cNvPr>
          <p:cNvSpPr/>
          <p:nvPr userDrawn="1"/>
        </p:nvSpPr>
        <p:spPr>
          <a:xfrm>
            <a:off x="8893922" y="3030901"/>
            <a:ext cx="1532939" cy="1532939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1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D6FF8FE-8F1A-4B26-8C7A-348E38262459}"/>
              </a:ext>
            </a:extLst>
          </p:cNvPr>
          <p:cNvSpPr/>
          <p:nvPr userDrawn="1"/>
        </p:nvSpPr>
        <p:spPr>
          <a:xfrm>
            <a:off x="6477131" y="3044451"/>
            <a:ext cx="1532939" cy="1532939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1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7B6614-9D64-4315-A0A5-4519E96950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12343" y="4816754"/>
            <a:ext cx="1945424" cy="1860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100"/>
              </a:spcAft>
              <a:buNone/>
              <a:defRPr lang="en-US" sz="11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2DDC8C0-9A76-4147-8DA6-FBAA39FCF2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0477" y="4816754"/>
            <a:ext cx="1945424" cy="1860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100"/>
              </a:spcAft>
              <a:buNone/>
              <a:defRPr lang="en-US" sz="11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68C876FF-D427-43A8-A121-D7E85EC5DD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70889" y="4816754"/>
            <a:ext cx="1945424" cy="1860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100"/>
              </a:spcAft>
              <a:buNone/>
              <a:defRPr lang="en-US" sz="11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DEC8B9B7-8856-4DAE-A90A-67EFA70BFC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00162" y="4816754"/>
            <a:ext cx="1945424" cy="1860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100"/>
              </a:spcAft>
              <a:buNone/>
              <a:defRPr lang="en-US" sz="11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20" name="Graphic 7">
            <a:extLst>
              <a:ext uri="{FF2B5EF4-FFF2-40B4-BE49-F238E27FC236}">
                <a16:creationId xmlns:a16="http://schemas.microsoft.com/office/drawing/2014/main" id="{88ADF1C7-C0C1-1345-8F75-FDB113518B9F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0A73D80-B7F5-8D42-86A1-7088C9866EC0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6298083-6F5F-294B-BF51-6FB6ABBF5BE7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DDDF1D9-7CE3-9E46-9129-D24D5384FC2C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D29E9EA0-385F-844D-8553-4C8A123A033B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39F699FD-A0C2-A344-AF07-96E27235DA46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713860-3E0F-434D-B04D-9C73D8D61BCE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A3769518-F52D-B94D-8EBE-2FB2F173E7F0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88E7EA8C-BDC1-0247-B482-CDF3733B16B0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ABEB787-A761-5042-A0A3-4B9D19AD219B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53224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columns w/ icons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54">
            <a:extLst>
              <a:ext uri="{FF2B5EF4-FFF2-40B4-BE49-F238E27FC236}">
                <a16:creationId xmlns:a16="http://schemas.microsoft.com/office/drawing/2014/main" id="{7E55E995-596F-4206-94DF-B4BA7CCFE731}"/>
              </a:ext>
            </a:extLst>
          </p:cNvPr>
          <p:cNvSpPr/>
          <p:nvPr userDrawn="1"/>
        </p:nvSpPr>
        <p:spPr>
          <a:xfrm>
            <a:off x="365760" y="2279220"/>
            <a:ext cx="11476354" cy="3367828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>
            <a:noFill/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CDE88DB-E986-4D8B-8A90-C0A72CE9FDAB}"/>
              </a:ext>
            </a:extLst>
          </p:cNvPr>
          <p:cNvSpPr/>
          <p:nvPr userDrawn="1"/>
        </p:nvSpPr>
        <p:spPr>
          <a:xfrm>
            <a:off x="3299701" y="2875692"/>
            <a:ext cx="1151720" cy="1151720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1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FF48750-FE9A-42AA-83C8-A1D7D0C96817}"/>
              </a:ext>
            </a:extLst>
          </p:cNvPr>
          <p:cNvSpPr/>
          <p:nvPr userDrawn="1"/>
        </p:nvSpPr>
        <p:spPr>
          <a:xfrm>
            <a:off x="1047440" y="2875982"/>
            <a:ext cx="1151720" cy="1151720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1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057B677-E012-4A72-A48B-A3451328F3DC}"/>
              </a:ext>
            </a:extLst>
          </p:cNvPr>
          <p:cNvSpPr/>
          <p:nvPr userDrawn="1"/>
        </p:nvSpPr>
        <p:spPr>
          <a:xfrm>
            <a:off x="7804223" y="2862432"/>
            <a:ext cx="1151720" cy="1151720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1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D6FF8FE-8F1A-4B26-8C7A-348E38262459}"/>
              </a:ext>
            </a:extLst>
          </p:cNvPr>
          <p:cNvSpPr/>
          <p:nvPr userDrawn="1"/>
        </p:nvSpPr>
        <p:spPr>
          <a:xfrm>
            <a:off x="5551962" y="2875982"/>
            <a:ext cx="1151720" cy="1151720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1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7B6614-9D64-4315-A0A5-4519E96950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9016" y="4340350"/>
            <a:ext cx="1768567" cy="1860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100"/>
              </a:spcAft>
              <a:buNone/>
              <a:defRPr lang="en-US" sz="11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2"/>
                </a:solidFill>
                <a:latin typeface="Raleway" panose="020B0003030101060003" pitchFamily="34" charset="0"/>
                <a:ea typeface="+mn-ea"/>
                <a:cs typeface="+mn-cs"/>
              </a:defRPr>
            </a:lvl2pPr>
            <a:lvl3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2DDC8C0-9A76-4147-8DA6-FBAA39FCF2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05906" y="4340350"/>
            <a:ext cx="1768567" cy="1860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100"/>
              </a:spcAft>
              <a:buNone/>
              <a:defRPr lang="en-US" sz="11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2"/>
                </a:solidFill>
                <a:latin typeface="Raleway" panose="020B0003030101060003" pitchFamily="34" charset="0"/>
                <a:ea typeface="+mn-ea"/>
                <a:cs typeface="+mn-cs"/>
              </a:defRPr>
            </a:lvl2pPr>
            <a:lvl3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68C876FF-D427-43A8-A121-D7E85EC5DD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72796" y="4340350"/>
            <a:ext cx="1768567" cy="1860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100"/>
              </a:spcAft>
              <a:buNone/>
              <a:defRPr lang="en-US" sz="11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2"/>
                </a:solidFill>
                <a:latin typeface="Raleway" panose="020B0003030101060003" pitchFamily="34" charset="0"/>
                <a:ea typeface="+mn-ea"/>
                <a:cs typeface="+mn-cs"/>
              </a:defRPr>
            </a:lvl2pPr>
            <a:lvl3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DEC8B9B7-8856-4DAE-A90A-67EFA70BFC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39686" y="4340350"/>
            <a:ext cx="1768567" cy="1860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100"/>
              </a:spcAft>
              <a:buNone/>
              <a:defRPr lang="en-US" sz="11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2"/>
                </a:solidFill>
                <a:latin typeface="Raleway" panose="020B0003030101060003" pitchFamily="34" charset="0"/>
                <a:ea typeface="+mn-ea"/>
                <a:cs typeface="+mn-cs"/>
              </a:defRPr>
            </a:lvl2pPr>
            <a:lvl3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AE48030-2631-5C42-A6A5-86C852DDE62E}"/>
              </a:ext>
            </a:extLst>
          </p:cNvPr>
          <p:cNvSpPr/>
          <p:nvPr userDrawn="1"/>
        </p:nvSpPr>
        <p:spPr>
          <a:xfrm>
            <a:off x="10056483" y="2862432"/>
            <a:ext cx="1151720" cy="1151720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1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1749F507-CAA6-6B42-9873-D5C460630E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806576" y="4340350"/>
            <a:ext cx="1768567" cy="1860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100"/>
              </a:spcAft>
              <a:buNone/>
              <a:defRPr lang="en-US" sz="1100" b="0" i="0" kern="1200" dirty="0" smtClean="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100"/>
              </a:spcAft>
              <a:buNone/>
              <a:defRPr lang="en-US" sz="1200" b="0" i="0" kern="1200" dirty="0" smtClean="0">
                <a:solidFill>
                  <a:schemeClr val="tx2"/>
                </a:solidFill>
                <a:latin typeface="Raleway" panose="020B0003030101060003" pitchFamily="34" charset="0"/>
                <a:ea typeface="+mn-ea"/>
                <a:cs typeface="+mn-cs"/>
              </a:defRPr>
            </a:lvl2pPr>
            <a:lvl3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 smtClean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ctr" defTabSz="914400" rtl="0" eaLnBrk="1" latinLnBrk="0" hangingPunct="1">
              <a:lnSpc>
                <a:spcPct val="140000"/>
              </a:lnSpc>
              <a:spcBef>
                <a:spcPts val="600"/>
              </a:spcBef>
              <a:buNone/>
              <a:defRPr lang="en-US" sz="1000" kern="1200" dirty="0">
                <a:solidFill>
                  <a:schemeClr val="tx2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500B812C-69A8-024C-8676-B255DD4EF4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761" y="1177504"/>
            <a:ext cx="10149840" cy="33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 sz="2000" b="0" i="0">
                <a:latin typeface="Raleway" panose="020B0003030101060003" pitchFamily="34" charset="0"/>
              </a:defRPr>
            </a:lvl1pPr>
            <a:lvl2pPr marL="225425" indent="0">
              <a:buNone/>
              <a:defRPr sz="2000"/>
            </a:lvl2pPr>
            <a:lvl3pPr marL="465137" indent="0">
              <a:buNone/>
              <a:defRPr sz="2000"/>
            </a:lvl3pPr>
            <a:lvl4pPr marL="688975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20" name="Graphic 7">
            <a:extLst>
              <a:ext uri="{FF2B5EF4-FFF2-40B4-BE49-F238E27FC236}">
                <a16:creationId xmlns:a16="http://schemas.microsoft.com/office/drawing/2014/main" id="{80923301-88E6-5545-A050-AC1C078E57AA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993C4F0-5C6E-5048-932D-983EBA316D55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A681063-FF47-3040-A49A-7C00D869625E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8844F9FB-7738-C843-8B74-2CDD1F9B9598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F88905E-B517-7543-B18E-65AF98DDAB68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81F08778-7284-D344-8D9C-3A045FF5B7B9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2F282580-3906-A342-A13D-5B6D92D4DA81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AB73225E-74F7-ED44-A9BE-9C3656926507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D05AAD62-D0B1-2347-8C4E-36E616C8E29B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13FB27E7-A1E5-2D4E-81FC-3AD8630504B8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40751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w/ icons - LG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sp>
        <p:nvSpPr>
          <p:cNvPr id="20" name="Rectangle: Rounded Corners 54">
            <a:extLst>
              <a:ext uri="{FF2B5EF4-FFF2-40B4-BE49-F238E27FC236}">
                <a16:creationId xmlns:a16="http://schemas.microsoft.com/office/drawing/2014/main" id="{78C1E9FB-77B1-4396-9968-B247A383D18F}"/>
              </a:ext>
            </a:extLst>
          </p:cNvPr>
          <p:cNvSpPr/>
          <p:nvPr userDrawn="1"/>
        </p:nvSpPr>
        <p:spPr>
          <a:xfrm>
            <a:off x="389325" y="1065561"/>
            <a:ext cx="3657600" cy="5269424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>
            <a:noFill/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BD684A4-D269-408F-B587-84659D6587AE}"/>
              </a:ext>
            </a:extLst>
          </p:cNvPr>
          <p:cNvCxnSpPr>
            <a:cxnSpLocks/>
          </p:cNvCxnSpPr>
          <p:nvPr userDrawn="1"/>
        </p:nvCxnSpPr>
        <p:spPr>
          <a:xfrm>
            <a:off x="838377" y="3894057"/>
            <a:ext cx="1667345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F54E7BCE-22AA-42DD-AD0C-7DCA31E884C5}"/>
              </a:ext>
            </a:extLst>
          </p:cNvPr>
          <p:cNvSpPr/>
          <p:nvPr userDrawn="1"/>
        </p:nvSpPr>
        <p:spPr>
          <a:xfrm>
            <a:off x="2943827" y="1197780"/>
            <a:ext cx="920480" cy="920480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0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C7AF55-FF76-4C59-8327-7A0FED313C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377" y="3287084"/>
            <a:ext cx="2628900" cy="30777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0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 #1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E41994-EEB7-4FA4-881D-300601788C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377" y="4211694"/>
            <a:ext cx="2628900" cy="2030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200" b="0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43" name="Rectangle: Rounded Corners 54">
            <a:extLst>
              <a:ext uri="{FF2B5EF4-FFF2-40B4-BE49-F238E27FC236}">
                <a16:creationId xmlns:a16="http://schemas.microsoft.com/office/drawing/2014/main" id="{92BBAD13-A1BA-4851-A072-6EED87C25067}"/>
              </a:ext>
            </a:extLst>
          </p:cNvPr>
          <p:cNvSpPr/>
          <p:nvPr userDrawn="1"/>
        </p:nvSpPr>
        <p:spPr>
          <a:xfrm>
            <a:off x="4324702" y="1065561"/>
            <a:ext cx="3657600" cy="5269424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>
            <a:noFill/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9316400-EB53-47D4-AE90-66CDCEFFCA77}"/>
              </a:ext>
            </a:extLst>
          </p:cNvPr>
          <p:cNvCxnSpPr>
            <a:cxnSpLocks/>
          </p:cNvCxnSpPr>
          <p:nvPr userDrawn="1"/>
        </p:nvCxnSpPr>
        <p:spPr>
          <a:xfrm>
            <a:off x="4773754" y="3894057"/>
            <a:ext cx="1667345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69391AFB-D224-4745-B3B8-104EC68CBFC6}"/>
              </a:ext>
            </a:extLst>
          </p:cNvPr>
          <p:cNvSpPr/>
          <p:nvPr userDrawn="1"/>
        </p:nvSpPr>
        <p:spPr>
          <a:xfrm>
            <a:off x="6879204" y="1197780"/>
            <a:ext cx="920480" cy="920480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0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9B07FA64-8630-4EE0-9135-A1AA7C4DD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73754" y="3287084"/>
            <a:ext cx="2628900" cy="30777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0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 #2</a:t>
            </a:r>
          </a:p>
        </p:txBody>
      </p:sp>
      <p:sp>
        <p:nvSpPr>
          <p:cNvPr id="47" name="Text Placeholder 12">
            <a:extLst>
              <a:ext uri="{FF2B5EF4-FFF2-40B4-BE49-F238E27FC236}">
                <a16:creationId xmlns:a16="http://schemas.microsoft.com/office/drawing/2014/main" id="{E7B9DCF2-3A2B-4390-9423-A68F49880D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73754" y="4211694"/>
            <a:ext cx="2628900" cy="2030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200" b="0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48" name="Rectangle: Rounded Corners 54">
            <a:extLst>
              <a:ext uri="{FF2B5EF4-FFF2-40B4-BE49-F238E27FC236}">
                <a16:creationId xmlns:a16="http://schemas.microsoft.com/office/drawing/2014/main" id="{5D960312-960F-49A7-B354-93A0BE3FA9D1}"/>
              </a:ext>
            </a:extLst>
          </p:cNvPr>
          <p:cNvSpPr/>
          <p:nvPr userDrawn="1"/>
        </p:nvSpPr>
        <p:spPr>
          <a:xfrm>
            <a:off x="8260080" y="1065561"/>
            <a:ext cx="3657600" cy="5269424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>
            <a:noFill/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A973D1A-8558-4DD4-A9D5-792A8DEDC6B9}"/>
              </a:ext>
            </a:extLst>
          </p:cNvPr>
          <p:cNvCxnSpPr>
            <a:cxnSpLocks/>
          </p:cNvCxnSpPr>
          <p:nvPr userDrawn="1"/>
        </p:nvCxnSpPr>
        <p:spPr>
          <a:xfrm>
            <a:off x="8709132" y="3894057"/>
            <a:ext cx="1667345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AE2FDA52-4281-409E-8315-979D742E579F}"/>
              </a:ext>
            </a:extLst>
          </p:cNvPr>
          <p:cNvSpPr/>
          <p:nvPr userDrawn="1"/>
        </p:nvSpPr>
        <p:spPr>
          <a:xfrm>
            <a:off x="10814582" y="1197780"/>
            <a:ext cx="920480" cy="920480"/>
          </a:xfrm>
          <a:prstGeom prst="ellipse">
            <a:avLst/>
          </a:prstGeom>
          <a:gradFill>
            <a:gsLst>
              <a:gs pos="0">
                <a:srgbClr val="003D8D"/>
              </a:gs>
              <a:gs pos="100000">
                <a:srgbClr val="00B1F0"/>
              </a:gs>
            </a:gsLst>
            <a:lin ang="5400000" scaled="0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7D16029C-DCFF-4ED8-85C3-3DCDCFEFDA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09132" y="3287084"/>
            <a:ext cx="2628900" cy="30777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0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 #3</a:t>
            </a:r>
          </a:p>
        </p:txBody>
      </p:sp>
      <p:sp>
        <p:nvSpPr>
          <p:cNvPr id="52" name="Text Placeholder 12">
            <a:extLst>
              <a:ext uri="{FF2B5EF4-FFF2-40B4-BE49-F238E27FC236}">
                <a16:creationId xmlns:a16="http://schemas.microsoft.com/office/drawing/2014/main" id="{FC63AA78-EECD-4A76-B156-13D063A99E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09132" y="4211694"/>
            <a:ext cx="2628900" cy="2030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200" b="0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491DFB1-457F-48E4-BB7B-F3B0B2F07B58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aphic 7">
            <a:extLst>
              <a:ext uri="{FF2B5EF4-FFF2-40B4-BE49-F238E27FC236}">
                <a16:creationId xmlns:a16="http://schemas.microsoft.com/office/drawing/2014/main" id="{8D7F6F23-4962-1B4F-97BA-98E119631488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BC87827-D485-D64A-8F81-740D85FBEA7B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C263DC3-9A40-5746-A809-A5276EA9CB9C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5B551D74-3985-4544-B1C0-B8FDFA9F0CE9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99C6B1C-FD1D-0849-8908-647DEAA81FE6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B4477D01-A4F4-5342-A8E6-24AED08B6192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CC62E3F-DF91-4B47-8234-0C5D100FC8DA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8F33B23-D3B0-544F-85A9-234144714D5B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CFFB6A1-0DD4-F543-BEB9-3CD77ECAC91D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91751EEF-DAD8-9D49-8B34-38CBB01D9037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3298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w/ icons - LG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sp>
        <p:nvSpPr>
          <p:cNvPr id="21" name="Rectangle: Rounded Corners 54">
            <a:extLst>
              <a:ext uri="{FF2B5EF4-FFF2-40B4-BE49-F238E27FC236}">
                <a16:creationId xmlns:a16="http://schemas.microsoft.com/office/drawing/2014/main" id="{26C7DB01-EFBB-4EC9-A8FF-90C3E0D8CD23}"/>
              </a:ext>
            </a:extLst>
          </p:cNvPr>
          <p:cNvSpPr/>
          <p:nvPr userDrawn="1"/>
        </p:nvSpPr>
        <p:spPr>
          <a:xfrm>
            <a:off x="389325" y="1268096"/>
            <a:ext cx="2619519" cy="4864354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>
            <a:noFill/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0D79E92-2D3F-4D21-9DC1-903A133CA8E7}"/>
              </a:ext>
            </a:extLst>
          </p:cNvPr>
          <p:cNvCxnSpPr>
            <a:cxnSpLocks/>
          </p:cNvCxnSpPr>
          <p:nvPr userDrawn="1"/>
        </p:nvCxnSpPr>
        <p:spPr>
          <a:xfrm>
            <a:off x="578848" y="3670469"/>
            <a:ext cx="1153972" cy="1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AABEB18E-67ED-44AA-945A-74B55D819383}"/>
              </a:ext>
            </a:extLst>
          </p:cNvPr>
          <p:cNvSpPr/>
          <p:nvPr userDrawn="1"/>
        </p:nvSpPr>
        <p:spPr>
          <a:xfrm>
            <a:off x="2135604" y="1400314"/>
            <a:ext cx="758807" cy="758807"/>
          </a:xfrm>
          <a:prstGeom prst="ellipse">
            <a:avLst/>
          </a:prstGeom>
          <a:gradFill>
            <a:gsLst>
              <a:gs pos="0">
                <a:srgbClr val="00B1F0"/>
              </a:gs>
              <a:gs pos="91000">
                <a:srgbClr val="003D8D"/>
              </a:gs>
            </a:gsLst>
            <a:lin ang="15600000" scaled="0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C7AF55-FF76-4C59-8327-7A0FED313CC4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78848" y="2797577"/>
            <a:ext cx="2248936" cy="61555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 #1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E41994-EEB7-4FA4-881D-300601788C6B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78848" y="3988106"/>
            <a:ext cx="2248936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400" b="0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0" name="Rectangle: Rounded Corners 54">
            <a:extLst>
              <a:ext uri="{FF2B5EF4-FFF2-40B4-BE49-F238E27FC236}">
                <a16:creationId xmlns:a16="http://schemas.microsoft.com/office/drawing/2014/main" id="{E2C1C96B-4956-48D7-8816-394F440DB629}"/>
              </a:ext>
            </a:extLst>
          </p:cNvPr>
          <p:cNvSpPr/>
          <p:nvPr userDrawn="1"/>
        </p:nvSpPr>
        <p:spPr>
          <a:xfrm>
            <a:off x="3355245" y="1268096"/>
            <a:ext cx="2619519" cy="4864354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>
            <a:noFill/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82FBBE7-5C7C-4981-BC80-5311B1E09CEC}"/>
              </a:ext>
            </a:extLst>
          </p:cNvPr>
          <p:cNvCxnSpPr>
            <a:cxnSpLocks/>
          </p:cNvCxnSpPr>
          <p:nvPr userDrawn="1"/>
        </p:nvCxnSpPr>
        <p:spPr>
          <a:xfrm>
            <a:off x="3544768" y="3670469"/>
            <a:ext cx="1153972" cy="1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23CC5298-61C1-4371-97DF-87672C2BC131}"/>
              </a:ext>
            </a:extLst>
          </p:cNvPr>
          <p:cNvSpPr/>
          <p:nvPr userDrawn="1"/>
        </p:nvSpPr>
        <p:spPr>
          <a:xfrm>
            <a:off x="5101524" y="1400314"/>
            <a:ext cx="758807" cy="758807"/>
          </a:xfrm>
          <a:prstGeom prst="ellipse">
            <a:avLst/>
          </a:prstGeom>
          <a:gradFill>
            <a:gsLst>
              <a:gs pos="0">
                <a:srgbClr val="00B1F0"/>
              </a:gs>
              <a:gs pos="91000">
                <a:srgbClr val="003D8D"/>
              </a:gs>
            </a:gsLst>
            <a:lin ang="15600000" scaled="0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ECECBD59-CDC9-4E95-B921-4786DF38E8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44768" y="2797577"/>
            <a:ext cx="2248936" cy="61555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 #2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9D6495F2-4D83-4567-8816-6DB688C990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44768" y="3988106"/>
            <a:ext cx="2248936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400" b="0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5" name="Rectangle: Rounded Corners 54">
            <a:extLst>
              <a:ext uri="{FF2B5EF4-FFF2-40B4-BE49-F238E27FC236}">
                <a16:creationId xmlns:a16="http://schemas.microsoft.com/office/drawing/2014/main" id="{1E5C0A64-16F5-422D-8B24-238F6DEB49BE}"/>
              </a:ext>
            </a:extLst>
          </p:cNvPr>
          <p:cNvSpPr/>
          <p:nvPr userDrawn="1"/>
        </p:nvSpPr>
        <p:spPr>
          <a:xfrm>
            <a:off x="6329363" y="1268096"/>
            <a:ext cx="2619519" cy="4864354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>
            <a:noFill/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FA0054-107E-4B22-8F8C-0549C3D53E67}"/>
              </a:ext>
            </a:extLst>
          </p:cNvPr>
          <p:cNvCxnSpPr>
            <a:cxnSpLocks/>
          </p:cNvCxnSpPr>
          <p:nvPr userDrawn="1"/>
        </p:nvCxnSpPr>
        <p:spPr>
          <a:xfrm>
            <a:off x="6518886" y="3670469"/>
            <a:ext cx="1153972" cy="1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04157C29-9A43-489A-B902-FEF7094520FD}"/>
              </a:ext>
            </a:extLst>
          </p:cNvPr>
          <p:cNvSpPr/>
          <p:nvPr userDrawn="1"/>
        </p:nvSpPr>
        <p:spPr>
          <a:xfrm>
            <a:off x="8075642" y="1400314"/>
            <a:ext cx="758807" cy="758807"/>
          </a:xfrm>
          <a:prstGeom prst="ellipse">
            <a:avLst/>
          </a:prstGeom>
          <a:gradFill>
            <a:gsLst>
              <a:gs pos="0">
                <a:srgbClr val="00B1F0"/>
              </a:gs>
              <a:gs pos="91000">
                <a:srgbClr val="003D8D"/>
              </a:gs>
            </a:gsLst>
            <a:lin ang="15600000" scaled="0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6561C425-5D67-4CE7-BC20-2D0E90EC81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18886" y="2797577"/>
            <a:ext cx="2248936" cy="61555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 #3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06938B70-8317-43F4-84FA-CE50DA345A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18886" y="3988106"/>
            <a:ext cx="2248936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400" b="0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41" name="Rectangle: Rounded Corners 54">
            <a:extLst>
              <a:ext uri="{FF2B5EF4-FFF2-40B4-BE49-F238E27FC236}">
                <a16:creationId xmlns:a16="http://schemas.microsoft.com/office/drawing/2014/main" id="{F2B8FA09-D7F4-4572-93F9-F1E922E0CE52}"/>
              </a:ext>
            </a:extLst>
          </p:cNvPr>
          <p:cNvSpPr/>
          <p:nvPr userDrawn="1"/>
        </p:nvSpPr>
        <p:spPr>
          <a:xfrm>
            <a:off x="9295283" y="1268096"/>
            <a:ext cx="2619519" cy="4864354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>
            <a:noFill/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19048F2-9CB5-49C7-AB31-41C703384001}"/>
              </a:ext>
            </a:extLst>
          </p:cNvPr>
          <p:cNvCxnSpPr>
            <a:cxnSpLocks/>
          </p:cNvCxnSpPr>
          <p:nvPr userDrawn="1"/>
        </p:nvCxnSpPr>
        <p:spPr>
          <a:xfrm>
            <a:off x="9484806" y="3670469"/>
            <a:ext cx="1153972" cy="1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6ADA3C40-94F2-40D1-8590-218A1EB7E545}"/>
              </a:ext>
            </a:extLst>
          </p:cNvPr>
          <p:cNvSpPr/>
          <p:nvPr userDrawn="1"/>
        </p:nvSpPr>
        <p:spPr>
          <a:xfrm>
            <a:off x="11041562" y="1400314"/>
            <a:ext cx="758807" cy="758807"/>
          </a:xfrm>
          <a:prstGeom prst="ellipse">
            <a:avLst/>
          </a:prstGeom>
          <a:gradFill>
            <a:gsLst>
              <a:gs pos="0">
                <a:srgbClr val="00B1F0"/>
              </a:gs>
              <a:gs pos="91000">
                <a:srgbClr val="003D8D"/>
              </a:gs>
            </a:gsLst>
            <a:lin ang="15600000" scaled="0"/>
          </a:gradFill>
          <a:ln>
            <a:noFill/>
          </a:ln>
          <a:effectLst>
            <a:outerShdw blurRad="190500" dist="63500" dir="2700000" algn="tl" rotWithShape="0">
              <a:srgbClr val="00B1F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B8D2F949-1E69-451A-A4DF-C5FCD0DE6A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84806" y="2797577"/>
            <a:ext cx="2248936" cy="61555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200" b="1" i="0" kern="1200" dirty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 #4</a:t>
            </a:r>
          </a:p>
        </p:txBody>
      </p:sp>
      <p:sp>
        <p:nvSpPr>
          <p:cNvPr id="55" name="Text Placeholder 12">
            <a:extLst>
              <a:ext uri="{FF2B5EF4-FFF2-40B4-BE49-F238E27FC236}">
                <a16:creationId xmlns:a16="http://schemas.microsoft.com/office/drawing/2014/main" id="{C27083EC-6401-4271-916C-61C35D6F5A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4806" y="3988106"/>
            <a:ext cx="2248936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400" b="0" i="0" kern="1200" dirty="0" smtClean="0">
                <a:solidFill>
                  <a:srgbClr val="0E0F1A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 smtClean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ts val="600"/>
              </a:spcBef>
              <a:buClr>
                <a:schemeClr val="accent1"/>
              </a:buClr>
              <a:buNone/>
              <a:defRPr lang="en-US" sz="1200" kern="1200" dirty="0">
                <a:solidFill>
                  <a:srgbClr val="0E0F1A"/>
                </a:solidFill>
                <a:latin typeface="Raleway Medium" panose="020B00030301010600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0000F87-64AB-4EED-B275-E530C9946D6F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aphic 7">
            <a:extLst>
              <a:ext uri="{FF2B5EF4-FFF2-40B4-BE49-F238E27FC236}">
                <a16:creationId xmlns:a16="http://schemas.microsoft.com/office/drawing/2014/main" id="{D1E7313C-3E31-094C-87A4-05B26F42BC08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2ECC198-A86D-2949-B3D2-4C6BF88689EE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7B28140-D32D-6D40-90DE-AA4E09FA3B5D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4B0EDAFA-F758-9747-A077-6F3B38B83748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B3CC6607-BEB4-A343-B167-BB358E7B6152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E20D7D2C-074F-254F-B671-625C93C94335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136E16AA-01C0-1A42-AD1C-D56201C233FF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0B59FDBF-0FEA-4449-8ED4-F9859063488A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B412A795-FFD4-054E-BEA7-173D7AEFB418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989460B3-5017-2148-8A29-8AE75E7792C4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17791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w/ images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8">
            <a:extLst>
              <a:ext uri="{FF2B5EF4-FFF2-40B4-BE49-F238E27FC236}">
                <a16:creationId xmlns:a16="http://schemas.microsoft.com/office/drawing/2014/main" id="{7AAF2CA4-AD6E-4541-95BA-65E13680C8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6056" y="1457002"/>
            <a:ext cx="3268672" cy="3086066"/>
          </a:xfrm>
          <a:prstGeom prst="roundRect">
            <a:avLst>
              <a:gd name="adj" fmla="val 4715"/>
            </a:avLst>
          </a:prstGeom>
          <a:effectLst>
            <a:outerShdw blurRad="127000" dist="127000" dir="6000000" algn="tl" rotWithShape="0">
              <a:prstClr val="black">
                <a:alpha val="10000"/>
              </a:prstClr>
            </a:outerShdw>
          </a:effectLst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085728F-BA26-48F5-B598-8897A91CC0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6055" y="4825480"/>
            <a:ext cx="3268677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B88FE7-15CA-4A69-9C52-E5D9514E2F5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6055" y="5270176"/>
            <a:ext cx="3268677" cy="2030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200" b="0" i="0" kern="1200" dirty="0">
                <a:solidFill>
                  <a:srgbClr val="0E0F1A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E6B9C86C-787C-4CDF-B132-9FD7D6CE47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61658" y="1824804"/>
            <a:ext cx="3268672" cy="3086066"/>
          </a:xfrm>
          <a:prstGeom prst="roundRect">
            <a:avLst>
              <a:gd name="adj" fmla="val 4715"/>
            </a:avLst>
          </a:prstGeom>
          <a:effectLst>
            <a:outerShdw blurRad="127000" dist="127000" dir="6000000" algn="tl" rotWithShape="0">
              <a:prstClr val="black">
                <a:alpha val="10000"/>
              </a:prstClr>
            </a:outerShdw>
          </a:effectLst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F929AA6C-9044-4BCB-8C8D-D6F413F46F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61657" y="5193282"/>
            <a:ext cx="3268677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BB7B69A9-8E58-4585-B729-02DA010DE4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61657" y="5637978"/>
            <a:ext cx="3268677" cy="2030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200" b="0" i="0" kern="1200" dirty="0">
                <a:solidFill>
                  <a:srgbClr val="0E0F1A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42AD8A5D-C63A-45EB-B3BF-D81C8FABC4D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57270" y="2120178"/>
            <a:ext cx="3268672" cy="3086066"/>
          </a:xfrm>
          <a:prstGeom prst="roundRect">
            <a:avLst>
              <a:gd name="adj" fmla="val 4715"/>
            </a:avLst>
          </a:prstGeom>
          <a:effectLst>
            <a:outerShdw blurRad="127000" dist="127000" dir="6000000" algn="tl" rotWithShape="0">
              <a:prstClr val="black">
                <a:alpha val="10000"/>
              </a:prstClr>
            </a:outerShdw>
          </a:effectLst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4BDEE9C7-9958-4411-A244-87A35AD6EC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57269" y="5488656"/>
            <a:ext cx="3268677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0" i="0" kern="1200" cap="all" baseline="0" dirty="0" smtClean="0">
                <a:solidFill>
                  <a:srgbClr val="950144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93CA62E0-2113-4193-9AA4-D6812A6D65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57269" y="5933352"/>
            <a:ext cx="3268677" cy="2030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200" b="0" i="0" kern="1200" dirty="0">
                <a:solidFill>
                  <a:srgbClr val="0E0F1A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15" name="Graphic 7">
            <a:extLst>
              <a:ext uri="{FF2B5EF4-FFF2-40B4-BE49-F238E27FC236}">
                <a16:creationId xmlns:a16="http://schemas.microsoft.com/office/drawing/2014/main" id="{B44556D2-C0DE-F445-8D95-D5ED3AB597A2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AF67408A-4438-3F4F-8086-7913CE685A0B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A913BFA-6F5C-FC49-9968-DDD221703C53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6160A53B-46F4-D247-9690-F5ADBDDA7450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079C92B-972D-6644-A928-918F17FB2B49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7BDD8C2-2B39-6A4E-A934-24EF8E81E20F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2B29C40-4BED-4643-904B-E6E6B1E8590B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7375E24-4FD1-EB44-9C86-48DC0C3E7307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C3BFE62-33EF-614A-8FAE-72F4FF317B05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279C071-811F-5D4A-A203-DFDE7BC7AF1F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606147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w/ images - dark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8">
            <a:extLst>
              <a:ext uri="{FF2B5EF4-FFF2-40B4-BE49-F238E27FC236}">
                <a16:creationId xmlns:a16="http://schemas.microsoft.com/office/drawing/2014/main" id="{7AAF2CA4-AD6E-4541-95BA-65E13680C8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6056" y="1457002"/>
            <a:ext cx="3268672" cy="3086066"/>
          </a:xfrm>
          <a:prstGeom prst="roundRect">
            <a:avLst>
              <a:gd name="adj" fmla="val 4715"/>
            </a:avLst>
          </a:prstGeom>
          <a:ln w="25400">
            <a:solidFill>
              <a:srgbClr val="00B0F0"/>
            </a:solidFill>
          </a:ln>
          <a:effectLst>
            <a:outerShdw blurRad="127000" dist="127000" dir="6000000" algn="tl" rotWithShape="0">
              <a:prstClr val="black">
                <a:alpha val="10000"/>
              </a:prstClr>
            </a:outerShdw>
          </a:effectLst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085728F-BA26-48F5-B598-8897A91CC0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6055" y="4825480"/>
            <a:ext cx="3268677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0" i="0" kern="1200" cap="all" baseline="0" dirty="0">
                <a:solidFill>
                  <a:srgbClr val="00B0F0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B88FE7-15CA-4A69-9C52-E5D9514E2F5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6055" y="5270176"/>
            <a:ext cx="3268677" cy="2030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200" b="0" i="0" kern="1200" dirty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E6B9C86C-787C-4CDF-B132-9FD7D6CE47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61658" y="1824804"/>
            <a:ext cx="3268672" cy="3086066"/>
          </a:xfrm>
          <a:prstGeom prst="roundRect">
            <a:avLst>
              <a:gd name="adj" fmla="val 4715"/>
            </a:avLst>
          </a:prstGeom>
          <a:ln w="25400">
            <a:solidFill>
              <a:srgbClr val="00B0F0"/>
            </a:solidFill>
          </a:ln>
          <a:effectLst>
            <a:outerShdw blurRad="127000" dist="127000" dir="6000000" algn="tl" rotWithShape="0">
              <a:prstClr val="black">
                <a:alpha val="10000"/>
              </a:prstClr>
            </a:outerShdw>
          </a:effectLst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F929AA6C-9044-4BCB-8C8D-D6F413F46F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61657" y="5193282"/>
            <a:ext cx="3268677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0" i="0" kern="1200" cap="all" baseline="0" dirty="0">
                <a:solidFill>
                  <a:srgbClr val="00B0F0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BB7B69A9-8E58-4585-B729-02DA010DE4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61657" y="5637978"/>
            <a:ext cx="3268677" cy="2030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200" b="0" i="0" kern="1200" dirty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42AD8A5D-C63A-45EB-B3BF-D81C8FABC4D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57270" y="2120178"/>
            <a:ext cx="3268672" cy="3086066"/>
          </a:xfrm>
          <a:prstGeom prst="roundRect">
            <a:avLst>
              <a:gd name="adj" fmla="val 4715"/>
            </a:avLst>
          </a:prstGeom>
          <a:ln w="25400">
            <a:solidFill>
              <a:srgbClr val="00B0F0"/>
            </a:solidFill>
          </a:ln>
          <a:effectLst>
            <a:outerShdw blurRad="127000" dist="127000" dir="6000000" algn="tl" rotWithShape="0">
              <a:prstClr val="black">
                <a:alpha val="10000"/>
              </a:prstClr>
            </a:outerShdw>
          </a:effectLst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4BDEE9C7-9958-4411-A244-87A35AD6EC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57269" y="5488656"/>
            <a:ext cx="3268677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0" i="0" kern="1200" cap="all" baseline="0" dirty="0">
                <a:solidFill>
                  <a:srgbClr val="00B0F0"/>
                </a:solidFill>
                <a:latin typeface="Oswald Medium" pitchFamily="2" charset="77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 smtClean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40000"/>
              </a:lnSpc>
              <a:spcBef>
                <a:spcPct val="0"/>
              </a:spcBef>
              <a:buNone/>
              <a:defRPr lang="en-US" sz="1800" kern="1200" dirty="0">
                <a:solidFill>
                  <a:srgbClr val="950144"/>
                </a:solidFill>
                <a:latin typeface="Oswald" pitchFamily="2" charset="77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93CA62E0-2113-4193-9AA4-D6812A6D65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57269" y="5933352"/>
            <a:ext cx="3268677" cy="2030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200" b="0" i="0" kern="1200" dirty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16" name="Graphic 20">
            <a:extLst>
              <a:ext uri="{FF2B5EF4-FFF2-40B4-BE49-F238E27FC236}">
                <a16:creationId xmlns:a16="http://schemas.microsoft.com/office/drawing/2014/main" id="{C371D80F-4DBE-C246-95AA-E8758C5F4FC5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F29661-8788-C543-B793-74E62C9E66DD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25D114F8-B7C0-9040-97D5-ADF18A6B0DB7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AFEAFE6-0B3B-0F45-9F84-A50FDE027C63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74A3FBF-856E-164E-AD35-92C29B5A5553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D0DBBE4-678A-5944-B260-1919D2A23117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251553E-12DB-E844-B3AA-2163B9750CCF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6880F43-E4A8-6E41-BF54-D2610A4F97B0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E9D3008-BEC0-3542-8E7B-5111F2204744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5028B57-DBD3-F947-9E49-64982F640FAD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8347628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row list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079118"/>
            <a:ext cx="4521949" cy="43088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800" b="0" i="0" kern="1200" dirty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3768559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6F54AE4-BC02-4EF2-ACC7-195912EFB9B2}"/>
              </a:ext>
            </a:extLst>
          </p:cNvPr>
          <p:cNvCxnSpPr/>
          <p:nvPr/>
        </p:nvCxnSpPr>
        <p:spPr>
          <a:xfrm>
            <a:off x="6040507" y="2252960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485B3F9-DED8-411C-A114-D60E36AA16C2}"/>
              </a:ext>
            </a:extLst>
          </p:cNvPr>
          <p:cNvCxnSpPr/>
          <p:nvPr/>
        </p:nvCxnSpPr>
        <p:spPr>
          <a:xfrm>
            <a:off x="6040507" y="3453109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2D9581A-FFCA-4F31-96E0-12B22970F4FC}"/>
              </a:ext>
            </a:extLst>
          </p:cNvPr>
          <p:cNvCxnSpPr/>
          <p:nvPr/>
        </p:nvCxnSpPr>
        <p:spPr>
          <a:xfrm>
            <a:off x="6040507" y="4653258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7265D-2321-465A-837A-439E148BB9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61376" y="1534464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rgbClr val="0D0E19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DF5FBC51-EEBD-4334-B3CE-C3EEB3ABC7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40506" y="1483606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rgbClr val="0D0E19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D4B9BD4D-A179-4B8F-A199-E19E116391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61376" y="2734613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rgbClr val="0D0E19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EAA82357-BA19-4122-8255-29B3EC713E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40506" y="2683755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rgbClr val="0D0E19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D5C36B90-36A8-42DA-97B5-6ABCF7584B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61376" y="3934762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rgbClr val="0D0E19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BA9D8710-8FEB-49C7-860E-53B5DE9D4C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0506" y="3883905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rgbClr val="0D0E19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BC7673A2-D7AA-4BB6-A657-F9C93A9F49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61376" y="5134041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rgbClr val="0D0E19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A124645B-CBFF-4E3E-A55C-EBDAC04265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40506" y="5084054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rgbClr val="0D0E19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grpSp>
        <p:nvGrpSpPr>
          <p:cNvPr id="3" name="Graphic 15">
            <a:extLst>
              <a:ext uri="{FF2B5EF4-FFF2-40B4-BE49-F238E27FC236}">
                <a16:creationId xmlns:a16="http://schemas.microsoft.com/office/drawing/2014/main" id="{A0005973-5022-2C4E-95CF-060F279F2155}"/>
              </a:ext>
            </a:extLst>
          </p:cNvPr>
          <p:cNvGrpSpPr/>
          <p:nvPr/>
        </p:nvGrpSpPr>
        <p:grpSpPr>
          <a:xfrm>
            <a:off x="211377" y="201731"/>
            <a:ext cx="1064164" cy="338640"/>
            <a:chOff x="211377" y="201731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29717F7-DCF5-0642-8500-CC300F1B972A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49C7B228-98AD-194C-9A4C-651C14F0D14F}"/>
                </a:ext>
              </a:extLst>
            </p:cNvPr>
            <p:cNvSpPr/>
            <p:nvPr/>
          </p:nvSpPr>
          <p:spPr>
            <a:xfrm>
              <a:off x="846549" y="294576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6D7691F-C7EF-D543-BC18-F60ECCAC8049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C65A77D-1E9F-EF4E-B698-4C314C854F65}"/>
                </a:ext>
              </a:extLst>
            </p:cNvPr>
            <p:cNvSpPr/>
            <p:nvPr/>
          </p:nvSpPr>
          <p:spPr>
            <a:xfrm>
              <a:off x="212162" y="254960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5EFAF42-F37B-FF48-8BD3-66E9B5B83610}"/>
                </a:ext>
              </a:extLst>
            </p:cNvPr>
            <p:cNvSpPr/>
            <p:nvPr/>
          </p:nvSpPr>
          <p:spPr>
            <a:xfrm>
              <a:off x="212162" y="298273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5D007D1-D2EC-3444-894A-A892B64B089D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ACF4991-75AA-AA49-B0AB-4AB4050A059D}"/>
                </a:ext>
              </a:extLst>
            </p:cNvPr>
            <p:cNvSpPr/>
            <p:nvPr/>
          </p:nvSpPr>
          <p:spPr>
            <a:xfrm>
              <a:off x="369541" y="344873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D9B90D0-BB23-CC4E-A592-4E6AFBC2B553}"/>
                </a:ext>
              </a:extLst>
            </p:cNvPr>
            <p:cNvSpPr/>
            <p:nvPr/>
          </p:nvSpPr>
          <p:spPr>
            <a:xfrm>
              <a:off x="356744" y="291431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BAB6EF7-1563-3146-A7C3-874148A2692F}"/>
                </a:ext>
              </a:extLst>
            </p:cNvPr>
            <p:cNvSpPr/>
            <p:nvPr/>
          </p:nvSpPr>
          <p:spPr>
            <a:xfrm>
              <a:off x="266516" y="380856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9535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row list - dark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079118"/>
            <a:ext cx="4521949" cy="43088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800" b="0" i="0" kern="1200" dirty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3768559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C7279B-1917-FE4A-9252-7B1CB3A622EB}"/>
              </a:ext>
            </a:extLst>
          </p:cNvPr>
          <p:cNvCxnSpPr/>
          <p:nvPr userDrawn="1"/>
        </p:nvCxnSpPr>
        <p:spPr>
          <a:xfrm>
            <a:off x="6040507" y="2252960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558A69-4E39-A042-84D9-60F6A7E8C31F}"/>
              </a:ext>
            </a:extLst>
          </p:cNvPr>
          <p:cNvCxnSpPr/>
          <p:nvPr userDrawn="1"/>
        </p:nvCxnSpPr>
        <p:spPr>
          <a:xfrm>
            <a:off x="6040507" y="3453109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D63616D-47FE-E143-974C-A20963BB2BBE}"/>
              </a:ext>
            </a:extLst>
          </p:cNvPr>
          <p:cNvCxnSpPr/>
          <p:nvPr userDrawn="1"/>
        </p:nvCxnSpPr>
        <p:spPr>
          <a:xfrm>
            <a:off x="6040507" y="4653258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2333503A-77E8-BD4A-B08A-A4984A5378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61376" y="1534464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A3EFDF03-2913-0647-8D4B-B7AE110A41E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40506" y="1483606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BE40BB4-4179-8D4A-9DFE-3750332505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61376" y="2734613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220EEB21-F7CE-4144-B024-763821FB38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40506" y="2683755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56E59DA6-4CCA-8847-921C-2B22D52E1E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61376" y="3934762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360ABB-BCCF-4440-8E42-574D12D7C5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0506" y="3883905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4A9172DE-A5AA-174F-A07B-3FD84ACDF2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61376" y="5134041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396339ED-58B4-954E-952C-ECA9F3F6E4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40506" y="5084054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grpSp>
        <p:nvGrpSpPr>
          <p:cNvPr id="3" name="Graphic 15">
            <a:extLst>
              <a:ext uri="{FF2B5EF4-FFF2-40B4-BE49-F238E27FC236}">
                <a16:creationId xmlns:a16="http://schemas.microsoft.com/office/drawing/2014/main" id="{EFEB4230-0723-C946-AC91-C24369572598}"/>
              </a:ext>
            </a:extLst>
          </p:cNvPr>
          <p:cNvGrpSpPr/>
          <p:nvPr/>
        </p:nvGrpSpPr>
        <p:grpSpPr>
          <a:xfrm>
            <a:off x="211377" y="201731"/>
            <a:ext cx="1064164" cy="338639"/>
            <a:chOff x="211377" y="201731"/>
            <a:chExt cx="1064164" cy="33863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F8E0F8-22F9-AB41-AF4E-56AB13B3B74C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0 h 277802"/>
                <a:gd name="connsiteX1" fmla="*/ 34319 w 179933"/>
                <a:gd name="connsiteY1" fmla="*/ 90890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8 h 277802"/>
                <a:gd name="connsiteX9" fmla="*/ 34319 w 179933"/>
                <a:gd name="connsiteY9" fmla="*/ 260455 h 277802"/>
                <a:gd name="connsiteX10" fmla="*/ 34319 w 179933"/>
                <a:gd name="connsiteY10" fmla="*/ 123630 h 277802"/>
                <a:gd name="connsiteX11" fmla="*/ 94378 w 179933"/>
                <a:gd name="connsiteY11" fmla="*/ 123630 h 277802"/>
                <a:gd name="connsiteX12" fmla="*/ 145612 w 179933"/>
                <a:gd name="connsiteY12" fmla="*/ 165166 h 277802"/>
                <a:gd name="connsiteX13" fmla="*/ 145612 w 179933"/>
                <a:gd name="connsiteY13" fmla="*/ 260699 h 277802"/>
                <a:gd name="connsiteX14" fmla="*/ 145612 w 179933"/>
                <a:gd name="connsiteY14" fmla="*/ 260699 h 277802"/>
                <a:gd name="connsiteX15" fmla="*/ 162772 w 179933"/>
                <a:gd name="connsiteY15" fmla="*/ 277802 h 277802"/>
                <a:gd name="connsiteX16" fmla="*/ 179932 w 179933"/>
                <a:gd name="connsiteY16" fmla="*/ 260699 h 277802"/>
                <a:gd name="connsiteX17" fmla="*/ 179932 w 179933"/>
                <a:gd name="connsiteY17" fmla="*/ 165166 h 277802"/>
                <a:gd name="connsiteX18" fmla="*/ 94378 w 179933"/>
                <a:gd name="connsiteY18" fmla="*/ 90890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0"/>
                  </a:moveTo>
                  <a:lnTo>
                    <a:pt x="34319" y="90890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8"/>
                    <a:pt x="17160" y="277558"/>
                  </a:cubicBezTo>
                  <a:cubicBezTo>
                    <a:pt x="26720" y="277558"/>
                    <a:pt x="34319" y="269984"/>
                    <a:pt x="34319" y="260455"/>
                  </a:cubicBezTo>
                  <a:lnTo>
                    <a:pt x="34319" y="123630"/>
                  </a:lnTo>
                  <a:lnTo>
                    <a:pt x="94378" y="123630"/>
                  </a:lnTo>
                  <a:cubicBezTo>
                    <a:pt x="129923" y="123630"/>
                    <a:pt x="145612" y="139023"/>
                    <a:pt x="145612" y="165166"/>
                  </a:cubicBezTo>
                  <a:lnTo>
                    <a:pt x="145612" y="260699"/>
                  </a:lnTo>
                  <a:lnTo>
                    <a:pt x="145612" y="260699"/>
                  </a:lnTo>
                  <a:cubicBezTo>
                    <a:pt x="145612" y="270228"/>
                    <a:pt x="153212" y="277802"/>
                    <a:pt x="162772" y="277802"/>
                  </a:cubicBezTo>
                  <a:cubicBezTo>
                    <a:pt x="172332" y="277802"/>
                    <a:pt x="179932" y="270228"/>
                    <a:pt x="179932" y="260699"/>
                  </a:cubicBezTo>
                  <a:lnTo>
                    <a:pt x="179932" y="165166"/>
                  </a:lnTo>
                  <a:cubicBezTo>
                    <a:pt x="180177" y="118500"/>
                    <a:pt x="151986" y="90890"/>
                    <a:pt x="94378" y="90890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6EEF8BA-6205-D944-9F04-D48768F98072}"/>
                </a:ext>
              </a:extLst>
            </p:cNvPr>
            <p:cNvSpPr/>
            <p:nvPr/>
          </p:nvSpPr>
          <p:spPr>
            <a:xfrm>
              <a:off x="846549" y="294576"/>
              <a:ext cx="189737" cy="245794"/>
            </a:xfrm>
            <a:custGeom>
              <a:avLst/>
              <a:gdLst>
                <a:gd name="connsiteX0" fmla="*/ 125021 w 189737"/>
                <a:gd name="connsiteY0" fmla="*/ 0 h 245794"/>
                <a:gd name="connsiteX1" fmla="*/ 76238 w 189737"/>
                <a:gd name="connsiteY1" fmla="*/ 0 h 245794"/>
                <a:gd name="connsiteX2" fmla="*/ 0 w 189737"/>
                <a:gd name="connsiteY2" fmla="*/ 83805 h 245794"/>
                <a:gd name="connsiteX3" fmla="*/ 76238 w 189737"/>
                <a:gd name="connsiteY3" fmla="*/ 168098 h 245794"/>
                <a:gd name="connsiteX4" fmla="*/ 153947 w 189737"/>
                <a:gd name="connsiteY4" fmla="*/ 168098 h 245794"/>
                <a:gd name="connsiteX5" fmla="*/ 153947 w 189737"/>
                <a:gd name="connsiteY5" fmla="*/ 176161 h 245794"/>
                <a:gd name="connsiteX6" fmla="*/ 118892 w 189737"/>
                <a:gd name="connsiteY6" fmla="*/ 211833 h 245794"/>
                <a:gd name="connsiteX7" fmla="*/ 18140 w 189737"/>
                <a:gd name="connsiteY7" fmla="*/ 211833 h 245794"/>
                <a:gd name="connsiteX8" fmla="*/ 490 w 189737"/>
                <a:gd name="connsiteY8" fmla="*/ 228203 h 245794"/>
                <a:gd name="connsiteX9" fmla="*/ 16915 w 189737"/>
                <a:gd name="connsiteY9" fmla="*/ 245795 h 245794"/>
                <a:gd name="connsiteX10" fmla="*/ 18140 w 189737"/>
                <a:gd name="connsiteY10" fmla="*/ 245795 h 245794"/>
                <a:gd name="connsiteX11" fmla="*/ 123059 w 189737"/>
                <a:gd name="connsiteY11" fmla="*/ 245795 h 245794"/>
                <a:gd name="connsiteX12" fmla="*/ 189737 w 189737"/>
                <a:gd name="connsiteY12" fmla="*/ 176406 h 245794"/>
                <a:gd name="connsiteX13" fmla="*/ 189737 w 189737"/>
                <a:gd name="connsiteY13" fmla="*/ 75009 h 245794"/>
                <a:gd name="connsiteX14" fmla="*/ 125021 w 189737"/>
                <a:gd name="connsiteY14" fmla="*/ 0 h 245794"/>
                <a:gd name="connsiteX15" fmla="*/ 153947 w 189737"/>
                <a:gd name="connsiteY15" fmla="*/ 136091 h 245794"/>
                <a:gd name="connsiteX16" fmla="*/ 79670 w 189737"/>
                <a:gd name="connsiteY16" fmla="*/ 136091 h 245794"/>
                <a:gd name="connsiteX17" fmla="*/ 35545 w 189737"/>
                <a:gd name="connsiteY17" fmla="*/ 85026 h 245794"/>
                <a:gd name="connsiteX18" fmla="*/ 79670 w 189737"/>
                <a:gd name="connsiteY18" fmla="*/ 33962 h 245794"/>
                <a:gd name="connsiteX19" fmla="*/ 114725 w 189737"/>
                <a:gd name="connsiteY19" fmla="*/ 33962 h 245794"/>
                <a:gd name="connsiteX20" fmla="*/ 153947 w 189737"/>
                <a:gd name="connsiteY20" fmla="*/ 74765 h 245794"/>
                <a:gd name="connsiteX21" fmla="*/ 153947 w 189737"/>
                <a:gd name="connsiteY21" fmla="*/ 136091 h 245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4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89"/>
                    <a:pt x="29417" y="168098"/>
                    <a:pt x="76238" y="168098"/>
                  </a:cubicBezTo>
                  <a:lnTo>
                    <a:pt x="153947" y="168098"/>
                  </a:lnTo>
                  <a:lnTo>
                    <a:pt x="153947" y="176161"/>
                  </a:lnTo>
                  <a:cubicBezTo>
                    <a:pt x="153947" y="201327"/>
                    <a:pt x="145367" y="211833"/>
                    <a:pt x="118892" y="211833"/>
                  </a:cubicBezTo>
                  <a:lnTo>
                    <a:pt x="18140" y="211833"/>
                  </a:lnTo>
                  <a:cubicBezTo>
                    <a:pt x="8825" y="211589"/>
                    <a:pt x="735" y="218674"/>
                    <a:pt x="490" y="228203"/>
                  </a:cubicBezTo>
                  <a:cubicBezTo>
                    <a:pt x="245" y="237488"/>
                    <a:pt x="7354" y="245551"/>
                    <a:pt x="16915" y="245795"/>
                  </a:cubicBezTo>
                  <a:cubicBezTo>
                    <a:pt x="17405" y="245795"/>
                    <a:pt x="17895" y="245795"/>
                    <a:pt x="18140" y="245795"/>
                  </a:cubicBezTo>
                  <a:lnTo>
                    <a:pt x="123059" y="245795"/>
                  </a:lnTo>
                  <a:cubicBezTo>
                    <a:pt x="172332" y="245795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1"/>
                  </a:moveTo>
                  <a:lnTo>
                    <a:pt x="79670" y="136091"/>
                  </a:lnTo>
                  <a:cubicBezTo>
                    <a:pt x="49273" y="136091"/>
                    <a:pt x="35545" y="120699"/>
                    <a:pt x="35545" y="85026"/>
                  </a:cubicBezTo>
                  <a:cubicBezTo>
                    <a:pt x="35545" y="49354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1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222F76B-C94A-414B-A309-A4098B416402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3 h 185201"/>
                <a:gd name="connsiteX8" fmla="*/ 125042 w 198583"/>
                <a:gd name="connsiteY8" fmla="*/ 107993 h 185201"/>
                <a:gd name="connsiteX9" fmla="*/ 151517 w 198583"/>
                <a:gd name="connsiteY9" fmla="*/ 128761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8 h 185201"/>
                <a:gd name="connsiteX13" fmla="*/ 17427 w 198583"/>
                <a:gd name="connsiteY13" fmla="*/ 185201 h 185201"/>
                <a:gd name="connsiteX14" fmla="*/ 18652 w 198583"/>
                <a:gd name="connsiteY14" fmla="*/ 185201 h 185201"/>
                <a:gd name="connsiteX15" fmla="*/ 127249 w 198583"/>
                <a:gd name="connsiteY15" fmla="*/ 185201 h 185201"/>
                <a:gd name="connsiteX16" fmla="*/ 188043 w 198583"/>
                <a:gd name="connsiteY16" fmla="*/ 129006 h 185201"/>
                <a:gd name="connsiteX17" fmla="*/ 123817 w 198583"/>
                <a:gd name="connsiteY17" fmla="*/ 76719 h 185201"/>
                <a:gd name="connsiteX18" fmla="*/ 80182 w 198583"/>
                <a:gd name="connsiteY18" fmla="*/ 76719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3"/>
                    <a:pt x="81163" y="107993"/>
                  </a:cubicBezTo>
                  <a:lnTo>
                    <a:pt x="125042" y="107993"/>
                  </a:lnTo>
                  <a:cubicBezTo>
                    <a:pt x="143673" y="107993"/>
                    <a:pt x="151517" y="113857"/>
                    <a:pt x="151517" y="128761"/>
                  </a:cubicBezTo>
                  <a:cubicBezTo>
                    <a:pt x="151517" y="143665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8"/>
                  </a:cubicBezTo>
                  <a:cubicBezTo>
                    <a:pt x="-469" y="176406"/>
                    <a:pt x="7376" y="184713"/>
                    <a:pt x="17427" y="185201"/>
                  </a:cubicBezTo>
                  <a:cubicBezTo>
                    <a:pt x="17917" y="185201"/>
                    <a:pt x="18407" y="185201"/>
                    <a:pt x="18652" y="185201"/>
                  </a:cubicBezTo>
                  <a:lnTo>
                    <a:pt x="127249" y="185201"/>
                  </a:lnTo>
                  <a:cubicBezTo>
                    <a:pt x="170883" y="185201"/>
                    <a:pt x="188043" y="161990"/>
                    <a:pt x="188043" y="129006"/>
                  </a:cubicBezTo>
                  <a:cubicBezTo>
                    <a:pt x="188043" y="100175"/>
                    <a:pt x="175051" y="76719"/>
                    <a:pt x="123817" y="76719"/>
                  </a:cubicBezTo>
                  <a:lnTo>
                    <a:pt x="80182" y="76719"/>
                  </a:lnTo>
                  <a:cubicBezTo>
                    <a:pt x="59345" y="76719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2CA3173-0FEE-4341-8D20-B4DC7480AF25}"/>
                </a:ext>
              </a:extLst>
            </p:cNvPr>
            <p:cNvSpPr/>
            <p:nvPr/>
          </p:nvSpPr>
          <p:spPr>
            <a:xfrm>
              <a:off x="212162" y="254960"/>
              <a:ext cx="179378" cy="142203"/>
            </a:xfrm>
            <a:custGeom>
              <a:avLst/>
              <a:gdLst>
                <a:gd name="connsiteX0" fmla="*/ 161025 w 179378"/>
                <a:gd name="connsiteY0" fmla="*/ 2234 h 142203"/>
                <a:gd name="connsiteX1" fmla="*/ 4381 w 179378"/>
                <a:gd name="connsiteY1" fmla="*/ 122200 h 142203"/>
                <a:gd name="connsiteX2" fmla="*/ 2420 w 179378"/>
                <a:gd name="connsiteY2" fmla="*/ 137837 h 142203"/>
                <a:gd name="connsiteX3" fmla="*/ 18109 w 179378"/>
                <a:gd name="connsiteY3" fmla="*/ 139791 h 142203"/>
                <a:gd name="connsiteX4" fmla="*/ 174998 w 179378"/>
                <a:gd name="connsiteY4" fmla="*/ 19826 h 142203"/>
                <a:gd name="connsiteX5" fmla="*/ 176959 w 179378"/>
                <a:gd name="connsiteY5" fmla="*/ 4189 h 142203"/>
                <a:gd name="connsiteX6" fmla="*/ 176959 w 179378"/>
                <a:gd name="connsiteY6" fmla="*/ 4189 h 142203"/>
                <a:gd name="connsiteX7" fmla="*/ 161025 w 179378"/>
                <a:gd name="connsiteY7" fmla="*/ 2234 h 142203"/>
                <a:gd name="connsiteX8" fmla="*/ 161025 w 179378"/>
                <a:gd name="connsiteY8" fmla="*/ 2234 h 14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3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0"/>
                    <a:pt x="2420" y="137837"/>
                  </a:cubicBezTo>
                  <a:cubicBezTo>
                    <a:pt x="6342" y="142723"/>
                    <a:pt x="13206" y="143701"/>
                    <a:pt x="18109" y="139791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1CE447B0-0279-AA4F-9DDF-C09D07BF8B2E}"/>
                </a:ext>
              </a:extLst>
            </p:cNvPr>
            <p:cNvSpPr/>
            <p:nvPr/>
          </p:nvSpPr>
          <p:spPr>
            <a:xfrm>
              <a:off x="212162" y="298272"/>
              <a:ext cx="191947" cy="152154"/>
            </a:xfrm>
            <a:custGeom>
              <a:avLst/>
              <a:gdLst>
                <a:gd name="connsiteX0" fmla="*/ 189706 w 191947"/>
                <a:gd name="connsiteY0" fmla="*/ 4367 h 152154"/>
                <a:gd name="connsiteX1" fmla="*/ 174017 w 191947"/>
                <a:gd name="connsiteY1" fmla="*/ 2412 h 152154"/>
                <a:gd name="connsiteX2" fmla="*/ 4381 w 191947"/>
                <a:gd name="connsiteY2" fmla="*/ 132151 h 152154"/>
                <a:gd name="connsiteX3" fmla="*/ 2420 w 191947"/>
                <a:gd name="connsiteY3" fmla="*/ 147788 h 152154"/>
                <a:gd name="connsiteX4" fmla="*/ 18109 w 191947"/>
                <a:gd name="connsiteY4" fmla="*/ 149743 h 152154"/>
                <a:gd name="connsiteX5" fmla="*/ 187745 w 191947"/>
                <a:gd name="connsiteY5" fmla="*/ 20004 h 152154"/>
                <a:gd name="connsiteX6" fmla="*/ 189706 w 191947"/>
                <a:gd name="connsiteY6" fmla="*/ 4367 h 15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4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1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0905F11-7EC7-0A42-BFC0-D0B956BEF79B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6 h 159444"/>
                <a:gd name="connsiteX2" fmla="*/ 17914 w 282698"/>
                <a:gd name="connsiteY2" fmla="*/ 139756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3 h 159444"/>
                <a:gd name="connsiteX6" fmla="*/ 186814 w 282698"/>
                <a:gd name="connsiteY6" fmla="*/ 154416 h 159444"/>
                <a:gd name="connsiteX7" fmla="*/ 202258 w 282698"/>
                <a:gd name="connsiteY7" fmla="*/ 157592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4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8"/>
                    <a:pt x="13011" y="143665"/>
                    <a:pt x="17914" y="139756"/>
                  </a:cubicBezTo>
                  <a:cubicBezTo>
                    <a:pt x="17914" y="139756"/>
                    <a:pt x="17914" y="139756"/>
                    <a:pt x="17914" y="139756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3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2"/>
                  </a:cubicBezTo>
                  <a:cubicBezTo>
                    <a:pt x="202748" y="157348"/>
                    <a:pt x="203238" y="156859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6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4"/>
                  </a:lnTo>
                  <a:cubicBezTo>
                    <a:pt x="-472" y="125829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B8D0DF6-830E-F440-8F07-B6C8EEEA6035}"/>
                </a:ext>
              </a:extLst>
            </p:cNvPr>
            <p:cNvSpPr/>
            <p:nvPr/>
          </p:nvSpPr>
          <p:spPr>
            <a:xfrm>
              <a:off x="369541" y="344873"/>
              <a:ext cx="179378" cy="142203"/>
            </a:xfrm>
            <a:custGeom>
              <a:avLst/>
              <a:gdLst>
                <a:gd name="connsiteX0" fmla="*/ 161270 w 179378"/>
                <a:gd name="connsiteY0" fmla="*/ 2234 h 142203"/>
                <a:gd name="connsiteX1" fmla="*/ 4381 w 179378"/>
                <a:gd name="connsiteY1" fmla="*/ 122200 h 142203"/>
                <a:gd name="connsiteX2" fmla="*/ 2420 w 179378"/>
                <a:gd name="connsiteY2" fmla="*/ 137837 h 142203"/>
                <a:gd name="connsiteX3" fmla="*/ 2420 w 179378"/>
                <a:gd name="connsiteY3" fmla="*/ 137837 h 142203"/>
                <a:gd name="connsiteX4" fmla="*/ 18109 w 179378"/>
                <a:gd name="connsiteY4" fmla="*/ 139791 h 142203"/>
                <a:gd name="connsiteX5" fmla="*/ 174998 w 179378"/>
                <a:gd name="connsiteY5" fmla="*/ 19826 h 142203"/>
                <a:gd name="connsiteX6" fmla="*/ 176959 w 179378"/>
                <a:gd name="connsiteY6" fmla="*/ 4189 h 142203"/>
                <a:gd name="connsiteX7" fmla="*/ 161270 w 179378"/>
                <a:gd name="connsiteY7" fmla="*/ 2234 h 142203"/>
                <a:gd name="connsiteX8" fmla="*/ 161270 w 179378"/>
                <a:gd name="connsiteY8" fmla="*/ 2234 h 14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3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0"/>
                    <a:pt x="2420" y="137837"/>
                  </a:cubicBezTo>
                  <a:lnTo>
                    <a:pt x="2420" y="137837"/>
                  </a:lnTo>
                  <a:cubicBezTo>
                    <a:pt x="6097" y="142723"/>
                    <a:pt x="13206" y="143701"/>
                    <a:pt x="18109" y="139791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8CC497B-526D-7141-9F6C-C13E56654C90}"/>
                </a:ext>
              </a:extLst>
            </p:cNvPr>
            <p:cNvSpPr/>
            <p:nvPr/>
          </p:nvSpPr>
          <p:spPr>
            <a:xfrm>
              <a:off x="356744" y="291431"/>
              <a:ext cx="192175" cy="152154"/>
            </a:xfrm>
            <a:custGeom>
              <a:avLst/>
              <a:gdLst>
                <a:gd name="connsiteX0" fmla="*/ 2225 w 192175"/>
                <a:gd name="connsiteY0" fmla="*/ 147788 h 152154"/>
                <a:gd name="connsiteX1" fmla="*/ 17914 w 192175"/>
                <a:gd name="connsiteY1" fmla="*/ 149743 h 152154"/>
                <a:gd name="connsiteX2" fmla="*/ 187795 w 192175"/>
                <a:gd name="connsiteY2" fmla="*/ 20004 h 152154"/>
                <a:gd name="connsiteX3" fmla="*/ 189756 w 192175"/>
                <a:gd name="connsiteY3" fmla="*/ 4367 h 152154"/>
                <a:gd name="connsiteX4" fmla="*/ 174067 w 192175"/>
                <a:gd name="connsiteY4" fmla="*/ 2412 h 152154"/>
                <a:gd name="connsiteX5" fmla="*/ 4431 w 192175"/>
                <a:gd name="connsiteY5" fmla="*/ 132151 h 152154"/>
                <a:gd name="connsiteX6" fmla="*/ 2225 w 192175"/>
                <a:gd name="connsiteY6" fmla="*/ 147788 h 15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4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1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E0CC58D-8509-9C43-A6F4-8B2DACC43A88}"/>
                </a:ext>
              </a:extLst>
            </p:cNvPr>
            <p:cNvSpPr/>
            <p:nvPr/>
          </p:nvSpPr>
          <p:spPr>
            <a:xfrm>
              <a:off x="266516" y="380855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5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2 h 159027"/>
                <a:gd name="connsiteX11" fmla="*/ 3467 w 282960"/>
                <a:gd name="connsiteY11" fmla="*/ 60562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8 h 159027"/>
                <a:gd name="connsiteX15" fmla="*/ 113535 w 282960"/>
                <a:gd name="connsiteY15" fmla="*/ 159027 h 159027"/>
                <a:gd name="connsiteX16" fmla="*/ 113535 w 282960"/>
                <a:gd name="connsiteY16" fmla="*/ 159027 h 159027"/>
                <a:gd name="connsiteX17" fmla="*/ 114515 w 282960"/>
                <a:gd name="connsiteY17" fmla="*/ 159027 h 159027"/>
                <a:gd name="connsiteX18" fmla="*/ 115496 w 282960"/>
                <a:gd name="connsiteY18" fmla="*/ 159027 h 159027"/>
                <a:gd name="connsiteX19" fmla="*/ 116476 w 282960"/>
                <a:gd name="connsiteY19" fmla="*/ 159027 h 159027"/>
                <a:gd name="connsiteX20" fmla="*/ 116476 w 282960"/>
                <a:gd name="connsiteY20" fmla="*/ 159027 h 159027"/>
                <a:gd name="connsiteX21" fmla="*/ 121869 w 282960"/>
                <a:gd name="connsiteY21" fmla="*/ 156828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5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2"/>
                  </a:cubicBezTo>
                  <a:lnTo>
                    <a:pt x="3467" y="60562"/>
                  </a:lnTo>
                  <a:cubicBezTo>
                    <a:pt x="2977" y="61051"/>
                    <a:pt x="2732" y="61295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8"/>
                  </a:lnTo>
                  <a:cubicBezTo>
                    <a:pt x="109612" y="158050"/>
                    <a:pt x="111573" y="158783"/>
                    <a:pt x="113535" y="159027"/>
                  </a:cubicBezTo>
                  <a:lnTo>
                    <a:pt x="113535" y="159027"/>
                  </a:lnTo>
                  <a:lnTo>
                    <a:pt x="114515" y="159027"/>
                  </a:lnTo>
                  <a:lnTo>
                    <a:pt x="115496" y="159027"/>
                  </a:lnTo>
                  <a:lnTo>
                    <a:pt x="116476" y="159027"/>
                  </a:lnTo>
                  <a:lnTo>
                    <a:pt x="116476" y="159027"/>
                  </a:lnTo>
                  <a:cubicBezTo>
                    <a:pt x="118437" y="158783"/>
                    <a:pt x="120153" y="158050"/>
                    <a:pt x="121869" y="156828"/>
                  </a:cubicBezTo>
                  <a:lnTo>
                    <a:pt x="278758" y="36863"/>
                  </a:lnTo>
                  <a:cubicBezTo>
                    <a:pt x="283416" y="33198"/>
                    <a:pt x="284396" y="26356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138535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row list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079118"/>
            <a:ext cx="4521949" cy="43088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800" b="0" i="0" kern="1200" dirty="0">
                <a:solidFill>
                  <a:srgbClr val="0E0F1A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3768559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6F54AE4-BC02-4EF2-ACC7-195912EFB9B2}"/>
              </a:ext>
            </a:extLst>
          </p:cNvPr>
          <p:cNvCxnSpPr/>
          <p:nvPr/>
        </p:nvCxnSpPr>
        <p:spPr>
          <a:xfrm>
            <a:off x="6040507" y="1533632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485B3F9-DED8-411C-A114-D60E36AA16C2}"/>
              </a:ext>
            </a:extLst>
          </p:cNvPr>
          <p:cNvCxnSpPr/>
          <p:nvPr/>
        </p:nvCxnSpPr>
        <p:spPr>
          <a:xfrm>
            <a:off x="6040507" y="2733781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2D9581A-FFCA-4F31-96E0-12B22970F4FC}"/>
              </a:ext>
            </a:extLst>
          </p:cNvPr>
          <p:cNvCxnSpPr/>
          <p:nvPr/>
        </p:nvCxnSpPr>
        <p:spPr>
          <a:xfrm>
            <a:off x="6040507" y="3933930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1B798E0-4A9E-4BD3-A336-AF1575B55110}"/>
              </a:ext>
            </a:extLst>
          </p:cNvPr>
          <p:cNvCxnSpPr/>
          <p:nvPr/>
        </p:nvCxnSpPr>
        <p:spPr>
          <a:xfrm>
            <a:off x="6040507" y="5134079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7265D-2321-465A-837A-439E148BB9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61376" y="815136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rgbClr val="0D0E19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DF5FBC51-EEBD-4334-B3CE-C3EEB3ABC7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40506" y="764278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rgbClr val="0D0E19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D4B9BD4D-A179-4B8F-A199-E19E116391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61376" y="2015285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rgbClr val="0D0E19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EAA82357-BA19-4122-8255-29B3EC713E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40506" y="1964427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rgbClr val="0D0E19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D5C36B90-36A8-42DA-97B5-6ABCF7584B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61376" y="3215434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rgbClr val="0D0E19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BA9D8710-8FEB-49C7-860E-53B5DE9D4C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0506" y="3164577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rgbClr val="0D0E19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BC7673A2-D7AA-4BB6-A657-F9C93A9F49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61376" y="4414713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rgbClr val="0D0E19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A124645B-CBFF-4E3E-A55C-EBDAC04265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40506" y="4364726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rgbClr val="0D0E19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A33FA4A-25FF-5A43-ADD1-AFF45EA6C7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61376" y="5670489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rgbClr val="0D0E19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199E3B8D-9412-894A-93B7-7B17B2C837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40506" y="5620502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rgbClr val="0D0E19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grpSp>
        <p:nvGrpSpPr>
          <p:cNvPr id="3" name="Graphic 19">
            <a:extLst>
              <a:ext uri="{FF2B5EF4-FFF2-40B4-BE49-F238E27FC236}">
                <a16:creationId xmlns:a16="http://schemas.microsoft.com/office/drawing/2014/main" id="{3D7CEA0F-D445-0C4B-BD92-0001932ADE33}"/>
              </a:ext>
            </a:extLst>
          </p:cNvPr>
          <p:cNvGrpSpPr/>
          <p:nvPr/>
        </p:nvGrpSpPr>
        <p:grpSpPr>
          <a:xfrm>
            <a:off x="211377" y="201731"/>
            <a:ext cx="1064164" cy="338640"/>
            <a:chOff x="211377" y="201731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9FCFAAC-29AD-7A40-BDBD-37BB66CA0202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86E641A-7801-4544-9113-5DBAACF75B40}"/>
                </a:ext>
              </a:extLst>
            </p:cNvPr>
            <p:cNvSpPr/>
            <p:nvPr/>
          </p:nvSpPr>
          <p:spPr>
            <a:xfrm>
              <a:off x="846549" y="294576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4A8FFA3-6602-CB43-85A6-CDA6BCB26A65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D952F04-93AA-CE44-82F9-97EAB4CCF6C6}"/>
                </a:ext>
              </a:extLst>
            </p:cNvPr>
            <p:cNvSpPr/>
            <p:nvPr/>
          </p:nvSpPr>
          <p:spPr>
            <a:xfrm>
              <a:off x="212162" y="254960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BA3C05DD-F283-244B-860D-26DFBFFCC85C}"/>
                </a:ext>
              </a:extLst>
            </p:cNvPr>
            <p:cNvSpPr/>
            <p:nvPr/>
          </p:nvSpPr>
          <p:spPr>
            <a:xfrm>
              <a:off x="212162" y="298273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71CC2E9-B28A-3044-AB62-B1E3E95D04FD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6CFB06B-3DD3-7847-B781-055FB5078A40}"/>
                </a:ext>
              </a:extLst>
            </p:cNvPr>
            <p:cNvSpPr/>
            <p:nvPr/>
          </p:nvSpPr>
          <p:spPr>
            <a:xfrm>
              <a:off x="369541" y="344873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C1D9212-1464-0C42-BEC9-D016BD8317EF}"/>
                </a:ext>
              </a:extLst>
            </p:cNvPr>
            <p:cNvSpPr/>
            <p:nvPr/>
          </p:nvSpPr>
          <p:spPr>
            <a:xfrm>
              <a:off x="356744" y="291431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B6C3994F-A695-2A4E-8627-857FB6599B14}"/>
                </a:ext>
              </a:extLst>
            </p:cNvPr>
            <p:cNvSpPr/>
            <p:nvPr/>
          </p:nvSpPr>
          <p:spPr>
            <a:xfrm>
              <a:off x="266516" y="380856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6601286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row list - dark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079118"/>
            <a:ext cx="4521949" cy="43088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800" b="0" i="0" kern="1200" dirty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3768559"/>
            <a:ext cx="22860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7FDB4DC-E38B-504C-A059-46CF7675EE76}"/>
              </a:ext>
            </a:extLst>
          </p:cNvPr>
          <p:cNvCxnSpPr/>
          <p:nvPr userDrawn="1"/>
        </p:nvCxnSpPr>
        <p:spPr>
          <a:xfrm>
            <a:off x="6040507" y="1533632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0BCC2C-E260-6245-B049-40AD4AF1EECB}"/>
              </a:ext>
            </a:extLst>
          </p:cNvPr>
          <p:cNvCxnSpPr/>
          <p:nvPr userDrawn="1"/>
        </p:nvCxnSpPr>
        <p:spPr>
          <a:xfrm>
            <a:off x="6040507" y="2733781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B1B999-1B65-7646-B2E5-F4A0A9CC7C01}"/>
              </a:ext>
            </a:extLst>
          </p:cNvPr>
          <p:cNvCxnSpPr/>
          <p:nvPr userDrawn="1"/>
        </p:nvCxnSpPr>
        <p:spPr>
          <a:xfrm>
            <a:off x="6040507" y="3933930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72256FB-F059-204E-917C-40D0D6AFDD44}"/>
              </a:ext>
            </a:extLst>
          </p:cNvPr>
          <p:cNvCxnSpPr/>
          <p:nvPr userDrawn="1"/>
        </p:nvCxnSpPr>
        <p:spPr>
          <a:xfrm>
            <a:off x="6040507" y="5134079"/>
            <a:ext cx="5334000" cy="0"/>
          </a:xfrm>
          <a:prstGeom prst="line">
            <a:avLst/>
          </a:prstGeom>
          <a:ln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71E51B4E-1865-5E43-B249-DAE7F65A59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61376" y="815136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AC0A0FE0-CFE1-3C40-AA74-0219AFB263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40506" y="764279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6B4D50A9-AEFD-734E-9894-B0FD82E103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61376" y="2015285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F91FAC63-D873-224D-B6D3-758B43CE5B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40506" y="1964428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5A9FFC13-79ED-8F41-B57E-3390E1B488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61376" y="3215434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928C0912-788A-5147-BA5E-787C637619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0506" y="3164578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EBF4F59D-A35B-A844-A450-40F816B259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61376" y="4414713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A12D9E91-0537-0748-B4CF-1062B05D01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40506" y="4364727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879E0C7A-ECE1-F84B-846E-A6AE08AE1B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61376" y="5670489"/>
            <a:ext cx="3413130" cy="23684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Aft>
                <a:spcPts val="600"/>
              </a:spcAft>
              <a:buNone/>
              <a:defRPr lang="en-US" sz="14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8AC051EC-944C-794C-BC6E-8BAC9C8390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40506" y="5620503"/>
            <a:ext cx="1591685" cy="33855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Aft>
                <a:spcPts val="100"/>
              </a:spcAft>
              <a:buNone/>
              <a:defRPr lang="en-US" sz="2200" b="0" i="0" kern="1200" cap="all" baseline="0" dirty="0" smtClean="0">
                <a:solidFill>
                  <a:schemeClr val="bg1"/>
                </a:solidFill>
                <a:latin typeface="Oswald Medium" pitchFamily="2" charset="77"/>
                <a:ea typeface="+mn-ea"/>
                <a:cs typeface="+mn-cs"/>
              </a:defRPr>
            </a:lvl1pPr>
            <a:lvl2pPr marL="225425" indent="0">
              <a:buNone/>
              <a:defRPr/>
            </a:lvl2pPr>
            <a:lvl5pPr>
              <a:defRPr/>
            </a:lvl5pPr>
          </a:lstStyle>
          <a:p>
            <a:pPr lvl="0"/>
            <a:r>
              <a:rPr lang="en-US" dirty="0"/>
              <a:t>Text</a:t>
            </a:r>
          </a:p>
        </p:txBody>
      </p:sp>
      <p:grpSp>
        <p:nvGrpSpPr>
          <p:cNvPr id="3" name="Graphic 20">
            <a:extLst>
              <a:ext uri="{FF2B5EF4-FFF2-40B4-BE49-F238E27FC236}">
                <a16:creationId xmlns:a16="http://schemas.microsoft.com/office/drawing/2014/main" id="{E387C318-8DD7-0D40-9398-CFDCC525C156}"/>
              </a:ext>
            </a:extLst>
          </p:cNvPr>
          <p:cNvGrpSpPr/>
          <p:nvPr/>
        </p:nvGrpSpPr>
        <p:grpSpPr>
          <a:xfrm>
            <a:off x="211377" y="201731"/>
            <a:ext cx="1064164" cy="338639"/>
            <a:chOff x="211377" y="201731"/>
            <a:chExt cx="1064164" cy="33863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DCF70A4-6CB0-9D4D-8902-B8BD302F3B37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0 h 277802"/>
                <a:gd name="connsiteX1" fmla="*/ 34319 w 179933"/>
                <a:gd name="connsiteY1" fmla="*/ 90890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8 h 277802"/>
                <a:gd name="connsiteX9" fmla="*/ 34319 w 179933"/>
                <a:gd name="connsiteY9" fmla="*/ 260455 h 277802"/>
                <a:gd name="connsiteX10" fmla="*/ 34319 w 179933"/>
                <a:gd name="connsiteY10" fmla="*/ 123630 h 277802"/>
                <a:gd name="connsiteX11" fmla="*/ 94378 w 179933"/>
                <a:gd name="connsiteY11" fmla="*/ 123630 h 277802"/>
                <a:gd name="connsiteX12" fmla="*/ 145612 w 179933"/>
                <a:gd name="connsiteY12" fmla="*/ 165166 h 277802"/>
                <a:gd name="connsiteX13" fmla="*/ 145612 w 179933"/>
                <a:gd name="connsiteY13" fmla="*/ 260699 h 277802"/>
                <a:gd name="connsiteX14" fmla="*/ 145612 w 179933"/>
                <a:gd name="connsiteY14" fmla="*/ 260699 h 277802"/>
                <a:gd name="connsiteX15" fmla="*/ 162772 w 179933"/>
                <a:gd name="connsiteY15" fmla="*/ 277802 h 277802"/>
                <a:gd name="connsiteX16" fmla="*/ 179932 w 179933"/>
                <a:gd name="connsiteY16" fmla="*/ 260699 h 277802"/>
                <a:gd name="connsiteX17" fmla="*/ 179932 w 179933"/>
                <a:gd name="connsiteY17" fmla="*/ 165166 h 277802"/>
                <a:gd name="connsiteX18" fmla="*/ 94378 w 179933"/>
                <a:gd name="connsiteY18" fmla="*/ 90890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0"/>
                  </a:moveTo>
                  <a:lnTo>
                    <a:pt x="34319" y="90890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8"/>
                    <a:pt x="17160" y="277558"/>
                  </a:cubicBezTo>
                  <a:cubicBezTo>
                    <a:pt x="26720" y="277558"/>
                    <a:pt x="34319" y="269984"/>
                    <a:pt x="34319" y="260455"/>
                  </a:cubicBezTo>
                  <a:lnTo>
                    <a:pt x="34319" y="123630"/>
                  </a:lnTo>
                  <a:lnTo>
                    <a:pt x="94378" y="123630"/>
                  </a:lnTo>
                  <a:cubicBezTo>
                    <a:pt x="129923" y="123630"/>
                    <a:pt x="145612" y="139023"/>
                    <a:pt x="145612" y="165166"/>
                  </a:cubicBezTo>
                  <a:lnTo>
                    <a:pt x="145612" y="260699"/>
                  </a:lnTo>
                  <a:lnTo>
                    <a:pt x="145612" y="260699"/>
                  </a:lnTo>
                  <a:cubicBezTo>
                    <a:pt x="145612" y="270228"/>
                    <a:pt x="153212" y="277802"/>
                    <a:pt x="162772" y="277802"/>
                  </a:cubicBezTo>
                  <a:cubicBezTo>
                    <a:pt x="172332" y="277802"/>
                    <a:pt x="179932" y="270228"/>
                    <a:pt x="179932" y="260699"/>
                  </a:cubicBezTo>
                  <a:lnTo>
                    <a:pt x="179932" y="165166"/>
                  </a:lnTo>
                  <a:cubicBezTo>
                    <a:pt x="180177" y="118500"/>
                    <a:pt x="151986" y="90890"/>
                    <a:pt x="94378" y="90890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7337B49B-F08F-C847-884C-40AC0763937D}"/>
                </a:ext>
              </a:extLst>
            </p:cNvPr>
            <p:cNvSpPr/>
            <p:nvPr/>
          </p:nvSpPr>
          <p:spPr>
            <a:xfrm>
              <a:off x="846549" y="294576"/>
              <a:ext cx="189737" cy="245794"/>
            </a:xfrm>
            <a:custGeom>
              <a:avLst/>
              <a:gdLst>
                <a:gd name="connsiteX0" fmla="*/ 125021 w 189737"/>
                <a:gd name="connsiteY0" fmla="*/ 0 h 245794"/>
                <a:gd name="connsiteX1" fmla="*/ 76238 w 189737"/>
                <a:gd name="connsiteY1" fmla="*/ 0 h 245794"/>
                <a:gd name="connsiteX2" fmla="*/ 0 w 189737"/>
                <a:gd name="connsiteY2" fmla="*/ 83805 h 245794"/>
                <a:gd name="connsiteX3" fmla="*/ 76238 w 189737"/>
                <a:gd name="connsiteY3" fmla="*/ 168098 h 245794"/>
                <a:gd name="connsiteX4" fmla="*/ 153947 w 189737"/>
                <a:gd name="connsiteY4" fmla="*/ 168098 h 245794"/>
                <a:gd name="connsiteX5" fmla="*/ 153947 w 189737"/>
                <a:gd name="connsiteY5" fmla="*/ 176161 h 245794"/>
                <a:gd name="connsiteX6" fmla="*/ 118892 w 189737"/>
                <a:gd name="connsiteY6" fmla="*/ 211833 h 245794"/>
                <a:gd name="connsiteX7" fmla="*/ 18140 w 189737"/>
                <a:gd name="connsiteY7" fmla="*/ 211833 h 245794"/>
                <a:gd name="connsiteX8" fmla="*/ 490 w 189737"/>
                <a:gd name="connsiteY8" fmla="*/ 228203 h 245794"/>
                <a:gd name="connsiteX9" fmla="*/ 16915 w 189737"/>
                <a:gd name="connsiteY9" fmla="*/ 245795 h 245794"/>
                <a:gd name="connsiteX10" fmla="*/ 18140 w 189737"/>
                <a:gd name="connsiteY10" fmla="*/ 245795 h 245794"/>
                <a:gd name="connsiteX11" fmla="*/ 123059 w 189737"/>
                <a:gd name="connsiteY11" fmla="*/ 245795 h 245794"/>
                <a:gd name="connsiteX12" fmla="*/ 189737 w 189737"/>
                <a:gd name="connsiteY12" fmla="*/ 176406 h 245794"/>
                <a:gd name="connsiteX13" fmla="*/ 189737 w 189737"/>
                <a:gd name="connsiteY13" fmla="*/ 75009 h 245794"/>
                <a:gd name="connsiteX14" fmla="*/ 125021 w 189737"/>
                <a:gd name="connsiteY14" fmla="*/ 0 h 245794"/>
                <a:gd name="connsiteX15" fmla="*/ 153947 w 189737"/>
                <a:gd name="connsiteY15" fmla="*/ 136091 h 245794"/>
                <a:gd name="connsiteX16" fmla="*/ 79670 w 189737"/>
                <a:gd name="connsiteY16" fmla="*/ 136091 h 245794"/>
                <a:gd name="connsiteX17" fmla="*/ 35545 w 189737"/>
                <a:gd name="connsiteY17" fmla="*/ 85026 h 245794"/>
                <a:gd name="connsiteX18" fmla="*/ 79670 w 189737"/>
                <a:gd name="connsiteY18" fmla="*/ 33962 h 245794"/>
                <a:gd name="connsiteX19" fmla="*/ 114725 w 189737"/>
                <a:gd name="connsiteY19" fmla="*/ 33962 h 245794"/>
                <a:gd name="connsiteX20" fmla="*/ 153947 w 189737"/>
                <a:gd name="connsiteY20" fmla="*/ 74765 h 245794"/>
                <a:gd name="connsiteX21" fmla="*/ 153947 w 189737"/>
                <a:gd name="connsiteY21" fmla="*/ 136091 h 245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4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89"/>
                    <a:pt x="29417" y="168098"/>
                    <a:pt x="76238" y="168098"/>
                  </a:cubicBezTo>
                  <a:lnTo>
                    <a:pt x="153947" y="168098"/>
                  </a:lnTo>
                  <a:lnTo>
                    <a:pt x="153947" y="176161"/>
                  </a:lnTo>
                  <a:cubicBezTo>
                    <a:pt x="153947" y="201327"/>
                    <a:pt x="145367" y="211833"/>
                    <a:pt x="118892" y="211833"/>
                  </a:cubicBezTo>
                  <a:lnTo>
                    <a:pt x="18140" y="211833"/>
                  </a:lnTo>
                  <a:cubicBezTo>
                    <a:pt x="8825" y="211589"/>
                    <a:pt x="735" y="218674"/>
                    <a:pt x="490" y="228203"/>
                  </a:cubicBezTo>
                  <a:cubicBezTo>
                    <a:pt x="245" y="237488"/>
                    <a:pt x="7354" y="245551"/>
                    <a:pt x="16915" y="245795"/>
                  </a:cubicBezTo>
                  <a:cubicBezTo>
                    <a:pt x="17405" y="245795"/>
                    <a:pt x="17895" y="245795"/>
                    <a:pt x="18140" y="245795"/>
                  </a:cubicBezTo>
                  <a:lnTo>
                    <a:pt x="123059" y="245795"/>
                  </a:lnTo>
                  <a:cubicBezTo>
                    <a:pt x="172332" y="245795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1"/>
                  </a:moveTo>
                  <a:lnTo>
                    <a:pt x="79670" y="136091"/>
                  </a:lnTo>
                  <a:cubicBezTo>
                    <a:pt x="49273" y="136091"/>
                    <a:pt x="35545" y="120699"/>
                    <a:pt x="35545" y="85026"/>
                  </a:cubicBezTo>
                  <a:cubicBezTo>
                    <a:pt x="35545" y="49354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1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644BAAF-662D-EE46-979C-C46C9A469FA6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3 h 185201"/>
                <a:gd name="connsiteX8" fmla="*/ 125042 w 198583"/>
                <a:gd name="connsiteY8" fmla="*/ 107993 h 185201"/>
                <a:gd name="connsiteX9" fmla="*/ 151517 w 198583"/>
                <a:gd name="connsiteY9" fmla="*/ 128761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8 h 185201"/>
                <a:gd name="connsiteX13" fmla="*/ 17427 w 198583"/>
                <a:gd name="connsiteY13" fmla="*/ 185201 h 185201"/>
                <a:gd name="connsiteX14" fmla="*/ 18652 w 198583"/>
                <a:gd name="connsiteY14" fmla="*/ 185201 h 185201"/>
                <a:gd name="connsiteX15" fmla="*/ 127249 w 198583"/>
                <a:gd name="connsiteY15" fmla="*/ 185201 h 185201"/>
                <a:gd name="connsiteX16" fmla="*/ 188043 w 198583"/>
                <a:gd name="connsiteY16" fmla="*/ 129006 h 185201"/>
                <a:gd name="connsiteX17" fmla="*/ 123817 w 198583"/>
                <a:gd name="connsiteY17" fmla="*/ 76719 h 185201"/>
                <a:gd name="connsiteX18" fmla="*/ 80182 w 198583"/>
                <a:gd name="connsiteY18" fmla="*/ 76719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3"/>
                    <a:pt x="81163" y="107993"/>
                  </a:cubicBezTo>
                  <a:lnTo>
                    <a:pt x="125042" y="107993"/>
                  </a:lnTo>
                  <a:cubicBezTo>
                    <a:pt x="143673" y="107993"/>
                    <a:pt x="151517" y="113857"/>
                    <a:pt x="151517" y="128761"/>
                  </a:cubicBezTo>
                  <a:cubicBezTo>
                    <a:pt x="151517" y="143665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8"/>
                  </a:cubicBezTo>
                  <a:cubicBezTo>
                    <a:pt x="-469" y="176406"/>
                    <a:pt x="7376" y="184713"/>
                    <a:pt x="17427" y="185201"/>
                  </a:cubicBezTo>
                  <a:cubicBezTo>
                    <a:pt x="17917" y="185201"/>
                    <a:pt x="18407" y="185201"/>
                    <a:pt x="18652" y="185201"/>
                  </a:cubicBezTo>
                  <a:lnTo>
                    <a:pt x="127249" y="185201"/>
                  </a:lnTo>
                  <a:cubicBezTo>
                    <a:pt x="170883" y="185201"/>
                    <a:pt x="188043" y="161990"/>
                    <a:pt x="188043" y="129006"/>
                  </a:cubicBezTo>
                  <a:cubicBezTo>
                    <a:pt x="188043" y="100175"/>
                    <a:pt x="175051" y="76719"/>
                    <a:pt x="123817" y="76719"/>
                  </a:cubicBezTo>
                  <a:lnTo>
                    <a:pt x="80182" y="76719"/>
                  </a:lnTo>
                  <a:cubicBezTo>
                    <a:pt x="59345" y="76719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98D322F-402D-BC49-BD26-12D671E36FDD}"/>
                </a:ext>
              </a:extLst>
            </p:cNvPr>
            <p:cNvSpPr/>
            <p:nvPr/>
          </p:nvSpPr>
          <p:spPr>
            <a:xfrm>
              <a:off x="212162" y="254960"/>
              <a:ext cx="179378" cy="142203"/>
            </a:xfrm>
            <a:custGeom>
              <a:avLst/>
              <a:gdLst>
                <a:gd name="connsiteX0" fmla="*/ 161025 w 179378"/>
                <a:gd name="connsiteY0" fmla="*/ 2234 h 142203"/>
                <a:gd name="connsiteX1" fmla="*/ 4381 w 179378"/>
                <a:gd name="connsiteY1" fmla="*/ 122200 h 142203"/>
                <a:gd name="connsiteX2" fmla="*/ 2420 w 179378"/>
                <a:gd name="connsiteY2" fmla="*/ 137837 h 142203"/>
                <a:gd name="connsiteX3" fmla="*/ 18109 w 179378"/>
                <a:gd name="connsiteY3" fmla="*/ 139791 h 142203"/>
                <a:gd name="connsiteX4" fmla="*/ 174998 w 179378"/>
                <a:gd name="connsiteY4" fmla="*/ 19826 h 142203"/>
                <a:gd name="connsiteX5" fmla="*/ 176959 w 179378"/>
                <a:gd name="connsiteY5" fmla="*/ 4189 h 142203"/>
                <a:gd name="connsiteX6" fmla="*/ 176959 w 179378"/>
                <a:gd name="connsiteY6" fmla="*/ 4189 h 142203"/>
                <a:gd name="connsiteX7" fmla="*/ 161025 w 179378"/>
                <a:gd name="connsiteY7" fmla="*/ 2234 h 142203"/>
                <a:gd name="connsiteX8" fmla="*/ 161025 w 179378"/>
                <a:gd name="connsiteY8" fmla="*/ 2234 h 14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3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0"/>
                    <a:pt x="2420" y="137837"/>
                  </a:cubicBezTo>
                  <a:cubicBezTo>
                    <a:pt x="6342" y="142723"/>
                    <a:pt x="13206" y="143701"/>
                    <a:pt x="18109" y="139791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DC2D47B-C3D3-CB4D-A10A-5E350703CB32}"/>
                </a:ext>
              </a:extLst>
            </p:cNvPr>
            <p:cNvSpPr/>
            <p:nvPr/>
          </p:nvSpPr>
          <p:spPr>
            <a:xfrm>
              <a:off x="212162" y="298272"/>
              <a:ext cx="191947" cy="152154"/>
            </a:xfrm>
            <a:custGeom>
              <a:avLst/>
              <a:gdLst>
                <a:gd name="connsiteX0" fmla="*/ 189706 w 191947"/>
                <a:gd name="connsiteY0" fmla="*/ 4367 h 152154"/>
                <a:gd name="connsiteX1" fmla="*/ 174017 w 191947"/>
                <a:gd name="connsiteY1" fmla="*/ 2412 h 152154"/>
                <a:gd name="connsiteX2" fmla="*/ 4381 w 191947"/>
                <a:gd name="connsiteY2" fmla="*/ 132151 h 152154"/>
                <a:gd name="connsiteX3" fmla="*/ 2420 w 191947"/>
                <a:gd name="connsiteY3" fmla="*/ 147788 h 152154"/>
                <a:gd name="connsiteX4" fmla="*/ 18109 w 191947"/>
                <a:gd name="connsiteY4" fmla="*/ 149743 h 152154"/>
                <a:gd name="connsiteX5" fmla="*/ 187745 w 191947"/>
                <a:gd name="connsiteY5" fmla="*/ 20004 h 152154"/>
                <a:gd name="connsiteX6" fmla="*/ 189706 w 191947"/>
                <a:gd name="connsiteY6" fmla="*/ 4367 h 15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4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1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F29042B-4388-E140-A5B1-AF6386B8B121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6 h 159444"/>
                <a:gd name="connsiteX2" fmla="*/ 17914 w 282698"/>
                <a:gd name="connsiteY2" fmla="*/ 139756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3 h 159444"/>
                <a:gd name="connsiteX6" fmla="*/ 186814 w 282698"/>
                <a:gd name="connsiteY6" fmla="*/ 154416 h 159444"/>
                <a:gd name="connsiteX7" fmla="*/ 202258 w 282698"/>
                <a:gd name="connsiteY7" fmla="*/ 157592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4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8"/>
                    <a:pt x="13011" y="143665"/>
                    <a:pt x="17914" y="139756"/>
                  </a:cubicBezTo>
                  <a:cubicBezTo>
                    <a:pt x="17914" y="139756"/>
                    <a:pt x="17914" y="139756"/>
                    <a:pt x="17914" y="139756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3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2"/>
                  </a:cubicBezTo>
                  <a:cubicBezTo>
                    <a:pt x="202748" y="157348"/>
                    <a:pt x="203238" y="156859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6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4"/>
                  </a:lnTo>
                  <a:cubicBezTo>
                    <a:pt x="-472" y="125829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C6B0725-65CC-7345-A114-E0B8C4730514}"/>
                </a:ext>
              </a:extLst>
            </p:cNvPr>
            <p:cNvSpPr/>
            <p:nvPr/>
          </p:nvSpPr>
          <p:spPr>
            <a:xfrm>
              <a:off x="369541" y="344873"/>
              <a:ext cx="179378" cy="142203"/>
            </a:xfrm>
            <a:custGeom>
              <a:avLst/>
              <a:gdLst>
                <a:gd name="connsiteX0" fmla="*/ 161270 w 179378"/>
                <a:gd name="connsiteY0" fmla="*/ 2234 h 142203"/>
                <a:gd name="connsiteX1" fmla="*/ 4381 w 179378"/>
                <a:gd name="connsiteY1" fmla="*/ 122200 h 142203"/>
                <a:gd name="connsiteX2" fmla="*/ 2420 w 179378"/>
                <a:gd name="connsiteY2" fmla="*/ 137837 h 142203"/>
                <a:gd name="connsiteX3" fmla="*/ 2420 w 179378"/>
                <a:gd name="connsiteY3" fmla="*/ 137837 h 142203"/>
                <a:gd name="connsiteX4" fmla="*/ 18109 w 179378"/>
                <a:gd name="connsiteY4" fmla="*/ 139791 h 142203"/>
                <a:gd name="connsiteX5" fmla="*/ 174998 w 179378"/>
                <a:gd name="connsiteY5" fmla="*/ 19826 h 142203"/>
                <a:gd name="connsiteX6" fmla="*/ 176959 w 179378"/>
                <a:gd name="connsiteY6" fmla="*/ 4189 h 142203"/>
                <a:gd name="connsiteX7" fmla="*/ 161270 w 179378"/>
                <a:gd name="connsiteY7" fmla="*/ 2234 h 142203"/>
                <a:gd name="connsiteX8" fmla="*/ 161270 w 179378"/>
                <a:gd name="connsiteY8" fmla="*/ 2234 h 14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3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0"/>
                    <a:pt x="2420" y="137837"/>
                  </a:cubicBezTo>
                  <a:lnTo>
                    <a:pt x="2420" y="137837"/>
                  </a:lnTo>
                  <a:cubicBezTo>
                    <a:pt x="6097" y="142723"/>
                    <a:pt x="13206" y="143701"/>
                    <a:pt x="18109" y="139791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70E30E6-1A50-8C4A-943F-5525AD1BF85E}"/>
                </a:ext>
              </a:extLst>
            </p:cNvPr>
            <p:cNvSpPr/>
            <p:nvPr/>
          </p:nvSpPr>
          <p:spPr>
            <a:xfrm>
              <a:off x="356744" y="291431"/>
              <a:ext cx="192175" cy="152154"/>
            </a:xfrm>
            <a:custGeom>
              <a:avLst/>
              <a:gdLst>
                <a:gd name="connsiteX0" fmla="*/ 2225 w 192175"/>
                <a:gd name="connsiteY0" fmla="*/ 147788 h 152154"/>
                <a:gd name="connsiteX1" fmla="*/ 17914 w 192175"/>
                <a:gd name="connsiteY1" fmla="*/ 149743 h 152154"/>
                <a:gd name="connsiteX2" fmla="*/ 187795 w 192175"/>
                <a:gd name="connsiteY2" fmla="*/ 20004 h 152154"/>
                <a:gd name="connsiteX3" fmla="*/ 189756 w 192175"/>
                <a:gd name="connsiteY3" fmla="*/ 4367 h 152154"/>
                <a:gd name="connsiteX4" fmla="*/ 174067 w 192175"/>
                <a:gd name="connsiteY4" fmla="*/ 2412 h 152154"/>
                <a:gd name="connsiteX5" fmla="*/ 4431 w 192175"/>
                <a:gd name="connsiteY5" fmla="*/ 132151 h 152154"/>
                <a:gd name="connsiteX6" fmla="*/ 2225 w 192175"/>
                <a:gd name="connsiteY6" fmla="*/ 147788 h 15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4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1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15EFB6C-A007-8640-A829-BC53A42D654A}"/>
                </a:ext>
              </a:extLst>
            </p:cNvPr>
            <p:cNvSpPr/>
            <p:nvPr/>
          </p:nvSpPr>
          <p:spPr>
            <a:xfrm>
              <a:off x="266516" y="380855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5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2 h 159027"/>
                <a:gd name="connsiteX11" fmla="*/ 3467 w 282960"/>
                <a:gd name="connsiteY11" fmla="*/ 60562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8 h 159027"/>
                <a:gd name="connsiteX15" fmla="*/ 113535 w 282960"/>
                <a:gd name="connsiteY15" fmla="*/ 159027 h 159027"/>
                <a:gd name="connsiteX16" fmla="*/ 113535 w 282960"/>
                <a:gd name="connsiteY16" fmla="*/ 159027 h 159027"/>
                <a:gd name="connsiteX17" fmla="*/ 114515 w 282960"/>
                <a:gd name="connsiteY17" fmla="*/ 159027 h 159027"/>
                <a:gd name="connsiteX18" fmla="*/ 115496 w 282960"/>
                <a:gd name="connsiteY18" fmla="*/ 159027 h 159027"/>
                <a:gd name="connsiteX19" fmla="*/ 116476 w 282960"/>
                <a:gd name="connsiteY19" fmla="*/ 159027 h 159027"/>
                <a:gd name="connsiteX20" fmla="*/ 116476 w 282960"/>
                <a:gd name="connsiteY20" fmla="*/ 159027 h 159027"/>
                <a:gd name="connsiteX21" fmla="*/ 121869 w 282960"/>
                <a:gd name="connsiteY21" fmla="*/ 156828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5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2"/>
                  </a:cubicBezTo>
                  <a:lnTo>
                    <a:pt x="3467" y="60562"/>
                  </a:lnTo>
                  <a:cubicBezTo>
                    <a:pt x="2977" y="61051"/>
                    <a:pt x="2732" y="61295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8"/>
                  </a:lnTo>
                  <a:cubicBezTo>
                    <a:pt x="109612" y="158050"/>
                    <a:pt x="111573" y="158783"/>
                    <a:pt x="113535" y="159027"/>
                  </a:cubicBezTo>
                  <a:lnTo>
                    <a:pt x="113535" y="159027"/>
                  </a:lnTo>
                  <a:lnTo>
                    <a:pt x="114515" y="159027"/>
                  </a:lnTo>
                  <a:lnTo>
                    <a:pt x="115496" y="159027"/>
                  </a:lnTo>
                  <a:lnTo>
                    <a:pt x="116476" y="159027"/>
                  </a:lnTo>
                  <a:lnTo>
                    <a:pt x="116476" y="159027"/>
                  </a:lnTo>
                  <a:cubicBezTo>
                    <a:pt x="118437" y="158783"/>
                    <a:pt x="120153" y="158050"/>
                    <a:pt x="121869" y="156828"/>
                  </a:cubicBezTo>
                  <a:lnTo>
                    <a:pt x="278758" y="36863"/>
                  </a:lnTo>
                  <a:cubicBezTo>
                    <a:pt x="283416" y="33198"/>
                    <a:pt x="284396" y="26356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05242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atio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Open quotation mark with solid fill">
            <a:extLst>
              <a:ext uri="{FF2B5EF4-FFF2-40B4-BE49-F238E27FC236}">
                <a16:creationId xmlns:a16="http://schemas.microsoft.com/office/drawing/2014/main" id="{4D9BCAA5-60D6-D542-A526-F371428057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76029" y="-996718"/>
            <a:ext cx="4612105" cy="46121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7024" y="3297712"/>
            <a:ext cx="9367629" cy="473656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None/>
              <a:defRPr lang="en-US" sz="2800" b="0" i="0" kern="1200" dirty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quotation text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EB0863-E36C-467C-A8B7-95D73C39BD3C}"/>
              </a:ext>
            </a:extLst>
          </p:cNvPr>
          <p:cNvCxnSpPr>
            <a:cxnSpLocks/>
          </p:cNvCxnSpPr>
          <p:nvPr userDrawn="1"/>
        </p:nvCxnSpPr>
        <p:spPr>
          <a:xfrm>
            <a:off x="787024" y="4815307"/>
            <a:ext cx="1142999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D688FB7B-2FC9-0948-B78D-27EEDDDA6A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024" y="5160441"/>
            <a:ext cx="3267618" cy="269561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schemeClr val="accent1"/>
              </a:buClr>
              <a:buNone/>
              <a:defRPr lang="en-US" sz="1600" b="0" i="0" kern="1200" cap="all" baseline="0" dirty="0">
                <a:solidFill>
                  <a:schemeClr val="bg1"/>
                </a:solidFill>
                <a:latin typeface="Oswald Medium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attribution</a:t>
            </a:r>
          </a:p>
        </p:txBody>
      </p:sp>
      <p:grpSp>
        <p:nvGrpSpPr>
          <p:cNvPr id="8" name="Graphic 20">
            <a:extLst>
              <a:ext uri="{FF2B5EF4-FFF2-40B4-BE49-F238E27FC236}">
                <a16:creationId xmlns:a16="http://schemas.microsoft.com/office/drawing/2014/main" id="{67582972-8212-ED47-B773-44EE8B5CB340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0B1D841-DD0F-294E-88FA-C75D1414FDC3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0EC876B-FE18-A942-BB84-8C6A626880F0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E0D7925-13D3-9E45-AAE3-F309DF43AB20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7664C93-3340-714B-BBF5-FDA770346A5F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2A7378E-AC3C-234B-9069-5747AA5DD706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F311B95-7554-274B-B265-62AC25FBA03B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155C968-2A62-774A-A964-D7CDB0803AC5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1A54B316-EEBD-284A-B7E2-7C40D125F654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32B8F64-6A09-F745-88A9-8F935046AF9B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44975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sidebar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3106CFB-324E-4EC1-9CFF-59C4650BB8F8}"/>
              </a:ext>
            </a:extLst>
          </p:cNvPr>
          <p:cNvSpPr/>
          <p:nvPr userDrawn="1"/>
        </p:nvSpPr>
        <p:spPr>
          <a:xfrm>
            <a:off x="4233797" y="0"/>
            <a:ext cx="7958203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89000">
                <a:srgbClr val="E7EAF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017" y="1695945"/>
            <a:ext cx="3005815" cy="73866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400" b="1" i="0" kern="1200" dirty="0">
                <a:solidFill>
                  <a:schemeClr val="bg1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017" y="3125139"/>
            <a:ext cx="3005815" cy="270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  <a:defRPr lang="en-US" sz="16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6CF76D-3A59-4378-9EFD-74F4D1AD337A}"/>
              </a:ext>
            </a:extLst>
          </p:cNvPr>
          <p:cNvCxnSpPr>
            <a:cxnSpLocks/>
          </p:cNvCxnSpPr>
          <p:nvPr userDrawn="1"/>
        </p:nvCxnSpPr>
        <p:spPr>
          <a:xfrm>
            <a:off x="603015" y="2835446"/>
            <a:ext cx="1153972" cy="1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20066F3-630B-46C8-943D-83AE1BD6FD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37159" y="610539"/>
            <a:ext cx="6751479" cy="3045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  <a:defRPr lang="en-US" sz="1800" b="0" i="0" kern="1200" dirty="0" smtClean="0">
                <a:solidFill>
                  <a:srgbClr val="353746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3" name="Graphic 7">
            <a:extLst>
              <a:ext uri="{FF2B5EF4-FFF2-40B4-BE49-F238E27FC236}">
                <a16:creationId xmlns:a16="http://schemas.microsoft.com/office/drawing/2014/main" id="{CF92D894-574D-EF46-8DB4-E92D6ADF0892}"/>
              </a:ext>
            </a:extLst>
          </p:cNvPr>
          <p:cNvGrpSpPr/>
          <p:nvPr/>
        </p:nvGrpSpPr>
        <p:grpSpPr>
          <a:xfrm>
            <a:off x="211377" y="201731"/>
            <a:ext cx="1064164" cy="338639"/>
            <a:chOff x="211377" y="201731"/>
            <a:chExt cx="1064164" cy="33863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8D8C36AA-56CB-B54C-9101-78E2AA21C202}"/>
                </a:ext>
              </a:extLst>
            </p:cNvPr>
            <p:cNvSpPr/>
            <p:nvPr/>
          </p:nvSpPr>
          <p:spPr>
            <a:xfrm>
              <a:off x="627150" y="201731"/>
              <a:ext cx="179933" cy="277802"/>
            </a:xfrm>
            <a:custGeom>
              <a:avLst/>
              <a:gdLst>
                <a:gd name="connsiteX0" fmla="*/ 94378 w 179933"/>
                <a:gd name="connsiteY0" fmla="*/ 90890 h 277802"/>
                <a:gd name="connsiteX1" fmla="*/ 34319 w 179933"/>
                <a:gd name="connsiteY1" fmla="*/ 90890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8 h 277802"/>
                <a:gd name="connsiteX9" fmla="*/ 34319 w 179933"/>
                <a:gd name="connsiteY9" fmla="*/ 260455 h 277802"/>
                <a:gd name="connsiteX10" fmla="*/ 34319 w 179933"/>
                <a:gd name="connsiteY10" fmla="*/ 123630 h 277802"/>
                <a:gd name="connsiteX11" fmla="*/ 94378 w 179933"/>
                <a:gd name="connsiteY11" fmla="*/ 123630 h 277802"/>
                <a:gd name="connsiteX12" fmla="*/ 145612 w 179933"/>
                <a:gd name="connsiteY12" fmla="*/ 165166 h 277802"/>
                <a:gd name="connsiteX13" fmla="*/ 145612 w 179933"/>
                <a:gd name="connsiteY13" fmla="*/ 260699 h 277802"/>
                <a:gd name="connsiteX14" fmla="*/ 145612 w 179933"/>
                <a:gd name="connsiteY14" fmla="*/ 260699 h 277802"/>
                <a:gd name="connsiteX15" fmla="*/ 162772 w 179933"/>
                <a:gd name="connsiteY15" fmla="*/ 277802 h 277802"/>
                <a:gd name="connsiteX16" fmla="*/ 179932 w 179933"/>
                <a:gd name="connsiteY16" fmla="*/ 260699 h 277802"/>
                <a:gd name="connsiteX17" fmla="*/ 179932 w 179933"/>
                <a:gd name="connsiteY17" fmla="*/ 165166 h 277802"/>
                <a:gd name="connsiteX18" fmla="*/ 94378 w 179933"/>
                <a:gd name="connsiteY18" fmla="*/ 90890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0"/>
                  </a:moveTo>
                  <a:lnTo>
                    <a:pt x="34319" y="90890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8"/>
                    <a:pt x="17160" y="277558"/>
                  </a:cubicBezTo>
                  <a:cubicBezTo>
                    <a:pt x="26720" y="277558"/>
                    <a:pt x="34319" y="269984"/>
                    <a:pt x="34319" y="260455"/>
                  </a:cubicBezTo>
                  <a:lnTo>
                    <a:pt x="34319" y="123630"/>
                  </a:lnTo>
                  <a:lnTo>
                    <a:pt x="94378" y="123630"/>
                  </a:lnTo>
                  <a:cubicBezTo>
                    <a:pt x="129923" y="123630"/>
                    <a:pt x="145612" y="139023"/>
                    <a:pt x="145612" y="165166"/>
                  </a:cubicBezTo>
                  <a:lnTo>
                    <a:pt x="145612" y="260699"/>
                  </a:lnTo>
                  <a:lnTo>
                    <a:pt x="145612" y="260699"/>
                  </a:lnTo>
                  <a:cubicBezTo>
                    <a:pt x="145612" y="270228"/>
                    <a:pt x="153212" y="277802"/>
                    <a:pt x="162772" y="277802"/>
                  </a:cubicBezTo>
                  <a:cubicBezTo>
                    <a:pt x="172332" y="277802"/>
                    <a:pt x="179932" y="270228"/>
                    <a:pt x="179932" y="260699"/>
                  </a:cubicBezTo>
                  <a:lnTo>
                    <a:pt x="179932" y="165166"/>
                  </a:lnTo>
                  <a:cubicBezTo>
                    <a:pt x="180177" y="118500"/>
                    <a:pt x="151986" y="90890"/>
                    <a:pt x="94378" y="90890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6419974-9D80-E74E-B3D4-849BFB04BFB0}"/>
                </a:ext>
              </a:extLst>
            </p:cNvPr>
            <p:cNvSpPr/>
            <p:nvPr/>
          </p:nvSpPr>
          <p:spPr>
            <a:xfrm>
              <a:off x="846549" y="294576"/>
              <a:ext cx="189737" cy="245794"/>
            </a:xfrm>
            <a:custGeom>
              <a:avLst/>
              <a:gdLst>
                <a:gd name="connsiteX0" fmla="*/ 125021 w 189737"/>
                <a:gd name="connsiteY0" fmla="*/ 0 h 245794"/>
                <a:gd name="connsiteX1" fmla="*/ 76238 w 189737"/>
                <a:gd name="connsiteY1" fmla="*/ 0 h 245794"/>
                <a:gd name="connsiteX2" fmla="*/ 0 w 189737"/>
                <a:gd name="connsiteY2" fmla="*/ 83805 h 245794"/>
                <a:gd name="connsiteX3" fmla="*/ 76238 w 189737"/>
                <a:gd name="connsiteY3" fmla="*/ 168098 h 245794"/>
                <a:gd name="connsiteX4" fmla="*/ 153947 w 189737"/>
                <a:gd name="connsiteY4" fmla="*/ 168098 h 245794"/>
                <a:gd name="connsiteX5" fmla="*/ 153947 w 189737"/>
                <a:gd name="connsiteY5" fmla="*/ 176161 h 245794"/>
                <a:gd name="connsiteX6" fmla="*/ 118892 w 189737"/>
                <a:gd name="connsiteY6" fmla="*/ 211833 h 245794"/>
                <a:gd name="connsiteX7" fmla="*/ 18140 w 189737"/>
                <a:gd name="connsiteY7" fmla="*/ 211833 h 245794"/>
                <a:gd name="connsiteX8" fmla="*/ 490 w 189737"/>
                <a:gd name="connsiteY8" fmla="*/ 228203 h 245794"/>
                <a:gd name="connsiteX9" fmla="*/ 16915 w 189737"/>
                <a:gd name="connsiteY9" fmla="*/ 245795 h 245794"/>
                <a:gd name="connsiteX10" fmla="*/ 18140 w 189737"/>
                <a:gd name="connsiteY10" fmla="*/ 245795 h 245794"/>
                <a:gd name="connsiteX11" fmla="*/ 123059 w 189737"/>
                <a:gd name="connsiteY11" fmla="*/ 245795 h 245794"/>
                <a:gd name="connsiteX12" fmla="*/ 189737 w 189737"/>
                <a:gd name="connsiteY12" fmla="*/ 176406 h 245794"/>
                <a:gd name="connsiteX13" fmla="*/ 189737 w 189737"/>
                <a:gd name="connsiteY13" fmla="*/ 75009 h 245794"/>
                <a:gd name="connsiteX14" fmla="*/ 125021 w 189737"/>
                <a:gd name="connsiteY14" fmla="*/ 0 h 245794"/>
                <a:gd name="connsiteX15" fmla="*/ 153947 w 189737"/>
                <a:gd name="connsiteY15" fmla="*/ 136091 h 245794"/>
                <a:gd name="connsiteX16" fmla="*/ 79670 w 189737"/>
                <a:gd name="connsiteY16" fmla="*/ 136091 h 245794"/>
                <a:gd name="connsiteX17" fmla="*/ 35545 w 189737"/>
                <a:gd name="connsiteY17" fmla="*/ 85026 h 245794"/>
                <a:gd name="connsiteX18" fmla="*/ 79670 w 189737"/>
                <a:gd name="connsiteY18" fmla="*/ 33962 h 245794"/>
                <a:gd name="connsiteX19" fmla="*/ 114725 w 189737"/>
                <a:gd name="connsiteY19" fmla="*/ 33962 h 245794"/>
                <a:gd name="connsiteX20" fmla="*/ 153947 w 189737"/>
                <a:gd name="connsiteY20" fmla="*/ 74765 h 245794"/>
                <a:gd name="connsiteX21" fmla="*/ 153947 w 189737"/>
                <a:gd name="connsiteY21" fmla="*/ 136091 h 245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4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89"/>
                    <a:pt x="29417" y="168098"/>
                    <a:pt x="76238" y="168098"/>
                  </a:cubicBezTo>
                  <a:lnTo>
                    <a:pt x="153947" y="168098"/>
                  </a:lnTo>
                  <a:lnTo>
                    <a:pt x="153947" y="176161"/>
                  </a:lnTo>
                  <a:cubicBezTo>
                    <a:pt x="153947" y="201327"/>
                    <a:pt x="145367" y="211833"/>
                    <a:pt x="118892" y="211833"/>
                  </a:cubicBezTo>
                  <a:lnTo>
                    <a:pt x="18140" y="211833"/>
                  </a:lnTo>
                  <a:cubicBezTo>
                    <a:pt x="8825" y="211589"/>
                    <a:pt x="735" y="218674"/>
                    <a:pt x="490" y="228203"/>
                  </a:cubicBezTo>
                  <a:cubicBezTo>
                    <a:pt x="245" y="237488"/>
                    <a:pt x="7354" y="245551"/>
                    <a:pt x="16915" y="245795"/>
                  </a:cubicBezTo>
                  <a:cubicBezTo>
                    <a:pt x="17405" y="245795"/>
                    <a:pt x="17895" y="245795"/>
                    <a:pt x="18140" y="245795"/>
                  </a:cubicBezTo>
                  <a:lnTo>
                    <a:pt x="123059" y="245795"/>
                  </a:lnTo>
                  <a:cubicBezTo>
                    <a:pt x="172332" y="245795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1"/>
                  </a:moveTo>
                  <a:lnTo>
                    <a:pt x="79670" y="136091"/>
                  </a:lnTo>
                  <a:cubicBezTo>
                    <a:pt x="49273" y="136091"/>
                    <a:pt x="35545" y="120699"/>
                    <a:pt x="35545" y="85026"/>
                  </a:cubicBezTo>
                  <a:cubicBezTo>
                    <a:pt x="35545" y="49354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1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9FBB530-6202-AB4B-9F6B-E2DD9410DD81}"/>
                </a:ext>
              </a:extLst>
            </p:cNvPr>
            <p:cNvSpPr/>
            <p:nvPr/>
          </p:nvSpPr>
          <p:spPr>
            <a:xfrm>
              <a:off x="1076958" y="294576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3 h 185201"/>
                <a:gd name="connsiteX8" fmla="*/ 125042 w 198583"/>
                <a:gd name="connsiteY8" fmla="*/ 107993 h 185201"/>
                <a:gd name="connsiteX9" fmla="*/ 151517 w 198583"/>
                <a:gd name="connsiteY9" fmla="*/ 128761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8 h 185201"/>
                <a:gd name="connsiteX13" fmla="*/ 17427 w 198583"/>
                <a:gd name="connsiteY13" fmla="*/ 185201 h 185201"/>
                <a:gd name="connsiteX14" fmla="*/ 18652 w 198583"/>
                <a:gd name="connsiteY14" fmla="*/ 185201 h 185201"/>
                <a:gd name="connsiteX15" fmla="*/ 127249 w 198583"/>
                <a:gd name="connsiteY15" fmla="*/ 185201 h 185201"/>
                <a:gd name="connsiteX16" fmla="*/ 188043 w 198583"/>
                <a:gd name="connsiteY16" fmla="*/ 129006 h 185201"/>
                <a:gd name="connsiteX17" fmla="*/ 123817 w 198583"/>
                <a:gd name="connsiteY17" fmla="*/ 76719 h 185201"/>
                <a:gd name="connsiteX18" fmla="*/ 80182 w 198583"/>
                <a:gd name="connsiteY18" fmla="*/ 76719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3"/>
                    <a:pt x="81163" y="107993"/>
                  </a:cubicBezTo>
                  <a:lnTo>
                    <a:pt x="125042" y="107993"/>
                  </a:lnTo>
                  <a:cubicBezTo>
                    <a:pt x="143673" y="107993"/>
                    <a:pt x="151517" y="113857"/>
                    <a:pt x="151517" y="128761"/>
                  </a:cubicBezTo>
                  <a:cubicBezTo>
                    <a:pt x="151517" y="143665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8"/>
                  </a:cubicBezTo>
                  <a:cubicBezTo>
                    <a:pt x="-469" y="176406"/>
                    <a:pt x="7376" y="184713"/>
                    <a:pt x="17427" y="185201"/>
                  </a:cubicBezTo>
                  <a:cubicBezTo>
                    <a:pt x="17917" y="185201"/>
                    <a:pt x="18407" y="185201"/>
                    <a:pt x="18652" y="185201"/>
                  </a:cubicBezTo>
                  <a:lnTo>
                    <a:pt x="127249" y="185201"/>
                  </a:lnTo>
                  <a:cubicBezTo>
                    <a:pt x="170883" y="185201"/>
                    <a:pt x="188043" y="161990"/>
                    <a:pt x="188043" y="129006"/>
                  </a:cubicBezTo>
                  <a:cubicBezTo>
                    <a:pt x="188043" y="100175"/>
                    <a:pt x="175051" y="76719"/>
                    <a:pt x="123817" y="76719"/>
                  </a:cubicBezTo>
                  <a:lnTo>
                    <a:pt x="80182" y="76719"/>
                  </a:lnTo>
                  <a:cubicBezTo>
                    <a:pt x="59345" y="76719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52456B5-193B-7C4C-8CBF-EAE4DCC6045A}"/>
                </a:ext>
              </a:extLst>
            </p:cNvPr>
            <p:cNvSpPr/>
            <p:nvPr/>
          </p:nvSpPr>
          <p:spPr>
            <a:xfrm>
              <a:off x="212162" y="254960"/>
              <a:ext cx="179378" cy="142203"/>
            </a:xfrm>
            <a:custGeom>
              <a:avLst/>
              <a:gdLst>
                <a:gd name="connsiteX0" fmla="*/ 161025 w 179378"/>
                <a:gd name="connsiteY0" fmla="*/ 2234 h 142203"/>
                <a:gd name="connsiteX1" fmla="*/ 4381 w 179378"/>
                <a:gd name="connsiteY1" fmla="*/ 122200 h 142203"/>
                <a:gd name="connsiteX2" fmla="*/ 2420 w 179378"/>
                <a:gd name="connsiteY2" fmla="*/ 137837 h 142203"/>
                <a:gd name="connsiteX3" fmla="*/ 18109 w 179378"/>
                <a:gd name="connsiteY3" fmla="*/ 139791 h 142203"/>
                <a:gd name="connsiteX4" fmla="*/ 174998 w 179378"/>
                <a:gd name="connsiteY4" fmla="*/ 19826 h 142203"/>
                <a:gd name="connsiteX5" fmla="*/ 176959 w 179378"/>
                <a:gd name="connsiteY5" fmla="*/ 4189 h 142203"/>
                <a:gd name="connsiteX6" fmla="*/ 176959 w 179378"/>
                <a:gd name="connsiteY6" fmla="*/ 4189 h 142203"/>
                <a:gd name="connsiteX7" fmla="*/ 161025 w 179378"/>
                <a:gd name="connsiteY7" fmla="*/ 2234 h 142203"/>
                <a:gd name="connsiteX8" fmla="*/ 161025 w 179378"/>
                <a:gd name="connsiteY8" fmla="*/ 2234 h 14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3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0"/>
                    <a:pt x="2420" y="137837"/>
                  </a:cubicBezTo>
                  <a:cubicBezTo>
                    <a:pt x="6342" y="142723"/>
                    <a:pt x="13206" y="143701"/>
                    <a:pt x="18109" y="139791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C8F25FF-5A62-B54E-ACB0-97E6F20D8EF8}"/>
                </a:ext>
              </a:extLst>
            </p:cNvPr>
            <p:cNvSpPr/>
            <p:nvPr/>
          </p:nvSpPr>
          <p:spPr>
            <a:xfrm>
              <a:off x="212162" y="298272"/>
              <a:ext cx="191947" cy="152154"/>
            </a:xfrm>
            <a:custGeom>
              <a:avLst/>
              <a:gdLst>
                <a:gd name="connsiteX0" fmla="*/ 189706 w 191947"/>
                <a:gd name="connsiteY0" fmla="*/ 4367 h 152154"/>
                <a:gd name="connsiteX1" fmla="*/ 174017 w 191947"/>
                <a:gd name="connsiteY1" fmla="*/ 2412 h 152154"/>
                <a:gd name="connsiteX2" fmla="*/ 4381 w 191947"/>
                <a:gd name="connsiteY2" fmla="*/ 132151 h 152154"/>
                <a:gd name="connsiteX3" fmla="*/ 2420 w 191947"/>
                <a:gd name="connsiteY3" fmla="*/ 147788 h 152154"/>
                <a:gd name="connsiteX4" fmla="*/ 18109 w 191947"/>
                <a:gd name="connsiteY4" fmla="*/ 149743 h 152154"/>
                <a:gd name="connsiteX5" fmla="*/ 187745 w 191947"/>
                <a:gd name="connsiteY5" fmla="*/ 20004 h 152154"/>
                <a:gd name="connsiteX6" fmla="*/ 189706 w 191947"/>
                <a:gd name="connsiteY6" fmla="*/ 4367 h 15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4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1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41C8ECF-146F-CE4B-931F-BD099E076D5B}"/>
                </a:ext>
              </a:extLst>
            </p:cNvPr>
            <p:cNvSpPr/>
            <p:nvPr/>
          </p:nvSpPr>
          <p:spPr>
            <a:xfrm>
              <a:off x="211377" y="201976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6 h 159444"/>
                <a:gd name="connsiteX2" fmla="*/ 17914 w 282698"/>
                <a:gd name="connsiteY2" fmla="*/ 139756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3 h 159444"/>
                <a:gd name="connsiteX6" fmla="*/ 186814 w 282698"/>
                <a:gd name="connsiteY6" fmla="*/ 154416 h 159444"/>
                <a:gd name="connsiteX7" fmla="*/ 202258 w 282698"/>
                <a:gd name="connsiteY7" fmla="*/ 157592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4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8"/>
                    <a:pt x="13011" y="143665"/>
                    <a:pt x="17914" y="139756"/>
                  </a:cubicBezTo>
                  <a:cubicBezTo>
                    <a:pt x="17914" y="139756"/>
                    <a:pt x="17914" y="139756"/>
                    <a:pt x="17914" y="139756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3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2"/>
                  </a:cubicBezTo>
                  <a:cubicBezTo>
                    <a:pt x="202748" y="157348"/>
                    <a:pt x="203238" y="156859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6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4"/>
                  </a:lnTo>
                  <a:cubicBezTo>
                    <a:pt x="-472" y="125829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D06F2E5-4367-D24C-A586-9F7E35AFF41E}"/>
                </a:ext>
              </a:extLst>
            </p:cNvPr>
            <p:cNvSpPr/>
            <p:nvPr/>
          </p:nvSpPr>
          <p:spPr>
            <a:xfrm>
              <a:off x="369541" y="344873"/>
              <a:ext cx="179378" cy="142203"/>
            </a:xfrm>
            <a:custGeom>
              <a:avLst/>
              <a:gdLst>
                <a:gd name="connsiteX0" fmla="*/ 161270 w 179378"/>
                <a:gd name="connsiteY0" fmla="*/ 2234 h 142203"/>
                <a:gd name="connsiteX1" fmla="*/ 4381 w 179378"/>
                <a:gd name="connsiteY1" fmla="*/ 122200 h 142203"/>
                <a:gd name="connsiteX2" fmla="*/ 2420 w 179378"/>
                <a:gd name="connsiteY2" fmla="*/ 137837 h 142203"/>
                <a:gd name="connsiteX3" fmla="*/ 2420 w 179378"/>
                <a:gd name="connsiteY3" fmla="*/ 137837 h 142203"/>
                <a:gd name="connsiteX4" fmla="*/ 18109 w 179378"/>
                <a:gd name="connsiteY4" fmla="*/ 139791 h 142203"/>
                <a:gd name="connsiteX5" fmla="*/ 174998 w 179378"/>
                <a:gd name="connsiteY5" fmla="*/ 19826 h 142203"/>
                <a:gd name="connsiteX6" fmla="*/ 176959 w 179378"/>
                <a:gd name="connsiteY6" fmla="*/ 4189 h 142203"/>
                <a:gd name="connsiteX7" fmla="*/ 161270 w 179378"/>
                <a:gd name="connsiteY7" fmla="*/ 2234 h 142203"/>
                <a:gd name="connsiteX8" fmla="*/ 161270 w 179378"/>
                <a:gd name="connsiteY8" fmla="*/ 2234 h 14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3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0"/>
                    <a:pt x="2420" y="137837"/>
                  </a:cubicBezTo>
                  <a:lnTo>
                    <a:pt x="2420" y="137837"/>
                  </a:lnTo>
                  <a:cubicBezTo>
                    <a:pt x="6097" y="142723"/>
                    <a:pt x="13206" y="143701"/>
                    <a:pt x="18109" y="139791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3EC98BE-6352-1D4C-B90F-1A7117431676}"/>
                </a:ext>
              </a:extLst>
            </p:cNvPr>
            <p:cNvSpPr/>
            <p:nvPr/>
          </p:nvSpPr>
          <p:spPr>
            <a:xfrm>
              <a:off x="356744" y="291431"/>
              <a:ext cx="192175" cy="152154"/>
            </a:xfrm>
            <a:custGeom>
              <a:avLst/>
              <a:gdLst>
                <a:gd name="connsiteX0" fmla="*/ 2225 w 192175"/>
                <a:gd name="connsiteY0" fmla="*/ 147788 h 152154"/>
                <a:gd name="connsiteX1" fmla="*/ 17914 w 192175"/>
                <a:gd name="connsiteY1" fmla="*/ 149743 h 152154"/>
                <a:gd name="connsiteX2" fmla="*/ 187795 w 192175"/>
                <a:gd name="connsiteY2" fmla="*/ 20004 h 152154"/>
                <a:gd name="connsiteX3" fmla="*/ 189756 w 192175"/>
                <a:gd name="connsiteY3" fmla="*/ 4367 h 152154"/>
                <a:gd name="connsiteX4" fmla="*/ 174067 w 192175"/>
                <a:gd name="connsiteY4" fmla="*/ 2412 h 152154"/>
                <a:gd name="connsiteX5" fmla="*/ 4431 w 192175"/>
                <a:gd name="connsiteY5" fmla="*/ 132151 h 152154"/>
                <a:gd name="connsiteX6" fmla="*/ 2225 w 192175"/>
                <a:gd name="connsiteY6" fmla="*/ 147788 h 15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4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1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97971A7-C026-C54C-9931-93D4714D3315}"/>
                </a:ext>
              </a:extLst>
            </p:cNvPr>
            <p:cNvSpPr/>
            <p:nvPr/>
          </p:nvSpPr>
          <p:spPr>
            <a:xfrm>
              <a:off x="266516" y="380855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5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2 h 159027"/>
                <a:gd name="connsiteX11" fmla="*/ 3467 w 282960"/>
                <a:gd name="connsiteY11" fmla="*/ 60562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8 h 159027"/>
                <a:gd name="connsiteX15" fmla="*/ 113535 w 282960"/>
                <a:gd name="connsiteY15" fmla="*/ 159027 h 159027"/>
                <a:gd name="connsiteX16" fmla="*/ 113535 w 282960"/>
                <a:gd name="connsiteY16" fmla="*/ 159027 h 159027"/>
                <a:gd name="connsiteX17" fmla="*/ 114515 w 282960"/>
                <a:gd name="connsiteY17" fmla="*/ 159027 h 159027"/>
                <a:gd name="connsiteX18" fmla="*/ 115496 w 282960"/>
                <a:gd name="connsiteY18" fmla="*/ 159027 h 159027"/>
                <a:gd name="connsiteX19" fmla="*/ 116476 w 282960"/>
                <a:gd name="connsiteY19" fmla="*/ 159027 h 159027"/>
                <a:gd name="connsiteX20" fmla="*/ 116476 w 282960"/>
                <a:gd name="connsiteY20" fmla="*/ 159027 h 159027"/>
                <a:gd name="connsiteX21" fmla="*/ 121869 w 282960"/>
                <a:gd name="connsiteY21" fmla="*/ 156828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5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2"/>
                  </a:cubicBezTo>
                  <a:lnTo>
                    <a:pt x="3467" y="60562"/>
                  </a:lnTo>
                  <a:cubicBezTo>
                    <a:pt x="2977" y="61051"/>
                    <a:pt x="2732" y="61295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8"/>
                  </a:lnTo>
                  <a:cubicBezTo>
                    <a:pt x="109612" y="158050"/>
                    <a:pt x="111573" y="158783"/>
                    <a:pt x="113535" y="159027"/>
                  </a:cubicBezTo>
                  <a:lnTo>
                    <a:pt x="113535" y="159027"/>
                  </a:lnTo>
                  <a:lnTo>
                    <a:pt x="114515" y="159027"/>
                  </a:lnTo>
                  <a:lnTo>
                    <a:pt x="115496" y="159027"/>
                  </a:lnTo>
                  <a:lnTo>
                    <a:pt x="116476" y="159027"/>
                  </a:lnTo>
                  <a:lnTo>
                    <a:pt x="116476" y="159027"/>
                  </a:lnTo>
                  <a:cubicBezTo>
                    <a:pt x="118437" y="158783"/>
                    <a:pt x="120153" y="158050"/>
                    <a:pt x="121869" y="156828"/>
                  </a:cubicBezTo>
                  <a:lnTo>
                    <a:pt x="278758" y="36863"/>
                  </a:lnTo>
                  <a:cubicBezTo>
                    <a:pt x="283416" y="33198"/>
                    <a:pt x="284396" y="26356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18910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content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016" y="1411482"/>
            <a:ext cx="4714941" cy="43088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800" b="1" i="0" kern="1200" dirty="0">
                <a:solidFill>
                  <a:schemeClr val="bg1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016" y="2532899"/>
            <a:ext cx="4714941" cy="3045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  <a:defRPr lang="en-US" sz="18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106CFB-324E-4EC1-9CFF-59C4650BB8F8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89000">
                <a:srgbClr val="E7EAF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"/>
              </a:spcAft>
            </a:pPr>
            <a:endParaRPr lang="en-US" b="0" i="0" dirty="0">
              <a:latin typeface="Raleway" panose="020B0003030101060003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6CF76D-3A59-4378-9EFD-74F4D1AD337A}"/>
              </a:ext>
            </a:extLst>
          </p:cNvPr>
          <p:cNvCxnSpPr>
            <a:cxnSpLocks/>
          </p:cNvCxnSpPr>
          <p:nvPr userDrawn="1"/>
        </p:nvCxnSpPr>
        <p:spPr>
          <a:xfrm>
            <a:off x="603015" y="2243206"/>
            <a:ext cx="1153972" cy="1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20066F3-630B-46C8-943D-83AE1BD6FD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09084" y="610539"/>
            <a:ext cx="5079554" cy="3045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  <a:defRPr lang="en-US" sz="1800" b="0" i="0" kern="1200" dirty="0" smtClean="0">
                <a:solidFill>
                  <a:srgbClr val="353746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</p:spTree>
    <p:extLst>
      <p:ext uri="{BB962C8B-B14F-4D97-AF65-F5344CB8AC3E}">
        <p14:creationId xmlns:p14="http://schemas.microsoft.com/office/powerpoint/2010/main" val="63056676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bullet visual chart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3106CFB-324E-4EC1-9CFF-59C4650BB8F8}"/>
              </a:ext>
            </a:extLst>
          </p:cNvPr>
          <p:cNvSpPr/>
          <p:nvPr userDrawn="1"/>
        </p:nvSpPr>
        <p:spPr>
          <a:xfrm>
            <a:off x="4681728" y="0"/>
            <a:ext cx="7510272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89000">
                <a:srgbClr val="E7EAF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Raleway" panose="020B0003030101060003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08EF51-00A7-4C4C-9606-749CDB646B60}"/>
              </a:ext>
            </a:extLst>
          </p:cNvPr>
          <p:cNvGrpSpPr/>
          <p:nvPr userDrawn="1"/>
        </p:nvGrpSpPr>
        <p:grpSpPr>
          <a:xfrm>
            <a:off x="5308740" y="347103"/>
            <a:ext cx="6154938" cy="5990913"/>
            <a:chOff x="5414778" y="347103"/>
            <a:chExt cx="6154938" cy="599091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70A772-E51F-C64C-AF66-06914A005772}"/>
                </a:ext>
              </a:extLst>
            </p:cNvPr>
            <p:cNvSpPr/>
            <p:nvPr/>
          </p:nvSpPr>
          <p:spPr>
            <a:xfrm>
              <a:off x="6426564" y="1293312"/>
              <a:ext cx="4271375" cy="4271375"/>
            </a:xfrm>
            <a:prstGeom prst="ellipse">
              <a:avLst/>
            </a:prstGeom>
            <a:noFill/>
            <a:ln w="2540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2AE3CF2-B418-3045-B36E-2258631CDA92}"/>
                </a:ext>
              </a:extLst>
            </p:cNvPr>
            <p:cNvGrpSpPr/>
            <p:nvPr/>
          </p:nvGrpSpPr>
          <p:grpSpPr>
            <a:xfrm>
              <a:off x="7587752" y="347103"/>
              <a:ext cx="1949000" cy="1949000"/>
              <a:chOff x="4610769" y="928438"/>
              <a:chExt cx="1949000" cy="19490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4B163B3-B777-864D-8424-5BD7D55D1020}"/>
                  </a:ext>
                </a:extLst>
              </p:cNvPr>
              <p:cNvSpPr/>
              <p:nvPr/>
            </p:nvSpPr>
            <p:spPr>
              <a:xfrm>
                <a:off x="4610769" y="928438"/>
                <a:ext cx="1949000" cy="1949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97657" dist="190500" dir="2700000" algn="tl" rotWithShape="0">
                  <a:prstClr val="black">
                    <a:alpha val="1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0250C46-F0EC-5246-995B-3C35FF51E1EA}"/>
                  </a:ext>
                </a:extLst>
              </p:cNvPr>
              <p:cNvSpPr/>
              <p:nvPr/>
            </p:nvSpPr>
            <p:spPr>
              <a:xfrm>
                <a:off x="4795455" y="1113124"/>
                <a:ext cx="1579628" cy="1579628"/>
              </a:xfrm>
              <a:prstGeom prst="ellipse">
                <a:avLst/>
              </a:prstGeom>
              <a:solidFill>
                <a:srgbClr val="F5F6F9"/>
              </a:solidFill>
              <a:ln>
                <a:noFill/>
              </a:ln>
              <a:effectLst>
                <a:innerShdw blurRad="244751" dist="50800" dir="13500000">
                  <a:prstClr val="black">
                    <a:alpha val="3193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68E430A-E03D-3B4C-B066-4F646ACE4642}"/>
                </a:ext>
              </a:extLst>
            </p:cNvPr>
            <p:cNvGrpSpPr/>
            <p:nvPr/>
          </p:nvGrpSpPr>
          <p:grpSpPr>
            <a:xfrm>
              <a:off x="6307672" y="4389016"/>
              <a:ext cx="1949000" cy="1949000"/>
              <a:chOff x="4610769" y="928438"/>
              <a:chExt cx="1949000" cy="1949000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3F24A26-6DE7-1746-B471-442BFF328412}"/>
                  </a:ext>
                </a:extLst>
              </p:cNvPr>
              <p:cNvSpPr/>
              <p:nvPr/>
            </p:nvSpPr>
            <p:spPr>
              <a:xfrm>
                <a:off x="4610769" y="928438"/>
                <a:ext cx="1949000" cy="1949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97657" dist="190500" dir="2700000" algn="tl" rotWithShape="0">
                  <a:prstClr val="black">
                    <a:alpha val="1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B732FCD-7BA8-114E-AB22-A7E7F9509CC6}"/>
                  </a:ext>
                </a:extLst>
              </p:cNvPr>
              <p:cNvSpPr/>
              <p:nvPr/>
            </p:nvSpPr>
            <p:spPr>
              <a:xfrm>
                <a:off x="4795455" y="1113124"/>
                <a:ext cx="1579628" cy="1579628"/>
              </a:xfrm>
              <a:prstGeom prst="ellipse">
                <a:avLst/>
              </a:prstGeom>
              <a:solidFill>
                <a:srgbClr val="F5F6F9"/>
              </a:solidFill>
              <a:ln>
                <a:noFill/>
              </a:ln>
              <a:effectLst>
                <a:innerShdw blurRad="244751" dist="50800" dir="13500000">
                  <a:prstClr val="black">
                    <a:alpha val="3193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24D0ABE-4658-194D-8D95-28D5BC9C369E}"/>
                </a:ext>
              </a:extLst>
            </p:cNvPr>
            <p:cNvGrpSpPr/>
            <p:nvPr/>
          </p:nvGrpSpPr>
          <p:grpSpPr>
            <a:xfrm>
              <a:off x="8905098" y="4389016"/>
              <a:ext cx="1949000" cy="1949000"/>
              <a:chOff x="4610769" y="928438"/>
              <a:chExt cx="1949000" cy="194900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A197EF4-C2F2-F74B-9B84-AF9163CAB611}"/>
                  </a:ext>
                </a:extLst>
              </p:cNvPr>
              <p:cNvSpPr/>
              <p:nvPr/>
            </p:nvSpPr>
            <p:spPr>
              <a:xfrm>
                <a:off x="4610769" y="928438"/>
                <a:ext cx="1949000" cy="1949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97657" dist="190500" dir="2700000" algn="tl" rotWithShape="0">
                  <a:prstClr val="black">
                    <a:alpha val="1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DC7D45E-9D6C-9A4B-AFB0-C0D3FF0B20BA}"/>
                  </a:ext>
                </a:extLst>
              </p:cNvPr>
              <p:cNvSpPr/>
              <p:nvPr/>
            </p:nvSpPr>
            <p:spPr>
              <a:xfrm>
                <a:off x="4795455" y="1113124"/>
                <a:ext cx="1579628" cy="1579628"/>
              </a:xfrm>
              <a:prstGeom prst="ellipse">
                <a:avLst/>
              </a:prstGeom>
              <a:solidFill>
                <a:srgbClr val="F5F6F9"/>
              </a:solidFill>
              <a:ln>
                <a:noFill/>
              </a:ln>
              <a:effectLst>
                <a:innerShdw blurRad="244751" dist="50800" dir="13500000">
                  <a:prstClr val="black">
                    <a:alpha val="3193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4B27A95-7ED5-2248-8068-6DD4BB983A0D}"/>
                </a:ext>
              </a:extLst>
            </p:cNvPr>
            <p:cNvGrpSpPr/>
            <p:nvPr/>
          </p:nvGrpSpPr>
          <p:grpSpPr>
            <a:xfrm>
              <a:off x="9620716" y="1963710"/>
              <a:ext cx="1949000" cy="1949000"/>
              <a:chOff x="4610769" y="928438"/>
              <a:chExt cx="1949000" cy="1949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F4938A1-9A54-AB48-A51B-336E9E784452}"/>
                  </a:ext>
                </a:extLst>
              </p:cNvPr>
              <p:cNvSpPr/>
              <p:nvPr/>
            </p:nvSpPr>
            <p:spPr>
              <a:xfrm>
                <a:off x="4610769" y="928438"/>
                <a:ext cx="1949000" cy="1949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97657" dist="190500" dir="2700000" algn="tl" rotWithShape="0">
                  <a:prstClr val="black">
                    <a:alpha val="1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73B93774-D41F-1344-BA0C-100A5D1278A2}"/>
                  </a:ext>
                </a:extLst>
              </p:cNvPr>
              <p:cNvSpPr/>
              <p:nvPr/>
            </p:nvSpPr>
            <p:spPr>
              <a:xfrm>
                <a:off x="4795455" y="1113124"/>
                <a:ext cx="1579628" cy="1579628"/>
              </a:xfrm>
              <a:prstGeom prst="ellipse">
                <a:avLst/>
              </a:prstGeom>
              <a:solidFill>
                <a:srgbClr val="F5F6F9"/>
              </a:solidFill>
              <a:ln>
                <a:noFill/>
              </a:ln>
              <a:effectLst>
                <a:innerShdw blurRad="244751" dist="50800" dir="13500000">
                  <a:prstClr val="black">
                    <a:alpha val="3193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CC3B2BF-47DE-5640-9284-729363058691}"/>
                </a:ext>
              </a:extLst>
            </p:cNvPr>
            <p:cNvGrpSpPr/>
            <p:nvPr/>
          </p:nvGrpSpPr>
          <p:grpSpPr>
            <a:xfrm>
              <a:off x="5414778" y="1963710"/>
              <a:ext cx="1949000" cy="1949000"/>
              <a:chOff x="4610769" y="928438"/>
              <a:chExt cx="1949000" cy="1949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8341DBB-8F87-164F-A43D-BC7C8583F7EA}"/>
                  </a:ext>
                </a:extLst>
              </p:cNvPr>
              <p:cNvSpPr/>
              <p:nvPr/>
            </p:nvSpPr>
            <p:spPr>
              <a:xfrm>
                <a:off x="4610769" y="928438"/>
                <a:ext cx="1949000" cy="1949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97657" dist="190500" dir="2700000" algn="tl" rotWithShape="0">
                  <a:prstClr val="black">
                    <a:alpha val="1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A34A7F7-69DF-0147-99B3-BC6E9E4D089A}"/>
                  </a:ext>
                </a:extLst>
              </p:cNvPr>
              <p:cNvSpPr/>
              <p:nvPr/>
            </p:nvSpPr>
            <p:spPr>
              <a:xfrm>
                <a:off x="4795455" y="1113124"/>
                <a:ext cx="1579628" cy="1579628"/>
              </a:xfrm>
              <a:prstGeom prst="ellipse">
                <a:avLst/>
              </a:prstGeom>
              <a:solidFill>
                <a:srgbClr val="F5F6F9"/>
              </a:solidFill>
              <a:ln>
                <a:noFill/>
              </a:ln>
              <a:effectLst>
                <a:innerShdw blurRad="244751" dist="50800" dir="13500000">
                  <a:prstClr val="black">
                    <a:alpha val="3193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" name="Picture 19">
              <a:extLst>
                <a:ext uri="{FF2B5EF4-FFF2-40B4-BE49-F238E27FC236}">
                  <a16:creationId xmlns:a16="http://schemas.microsoft.com/office/drawing/2014/main" id="{40F10867-4616-0341-A6AC-5ECF50BC64F5}"/>
                </a:ext>
              </a:extLst>
            </p:cNvPr>
            <p:cNvGrpSpPr/>
            <p:nvPr/>
          </p:nvGrpSpPr>
          <p:grpSpPr>
            <a:xfrm>
              <a:off x="7528172" y="3173887"/>
              <a:ext cx="1916554" cy="620035"/>
              <a:chOff x="7528172" y="3173887"/>
              <a:chExt cx="1916554" cy="620035"/>
            </a:xfrm>
          </p:grpSpPr>
          <p:sp>
            <p:nvSpPr>
              <p:cNvPr id="3" name="Freeform 2">
                <a:extLst>
                  <a:ext uri="{FF2B5EF4-FFF2-40B4-BE49-F238E27FC236}">
                    <a16:creationId xmlns:a16="http://schemas.microsoft.com/office/drawing/2014/main" id="{ABD3FEF1-E319-B44E-8846-DB56A1F93A8D}"/>
                  </a:ext>
                </a:extLst>
              </p:cNvPr>
              <p:cNvSpPr/>
              <p:nvPr/>
            </p:nvSpPr>
            <p:spPr>
              <a:xfrm>
                <a:off x="8276978" y="3173887"/>
                <a:ext cx="324058" cy="500323"/>
              </a:xfrm>
              <a:custGeom>
                <a:avLst/>
                <a:gdLst>
                  <a:gd name="connsiteX0" fmla="*/ 169975 w 324058"/>
                  <a:gd name="connsiteY0" fmla="*/ 163694 h 500323"/>
                  <a:gd name="connsiteX1" fmla="*/ 61809 w 324058"/>
                  <a:gd name="connsiteY1" fmla="*/ 163694 h 500323"/>
                  <a:gd name="connsiteX2" fmla="*/ 61809 w 324058"/>
                  <a:gd name="connsiteY2" fmla="*/ 30803 h 500323"/>
                  <a:gd name="connsiteX3" fmla="*/ 61809 w 324058"/>
                  <a:gd name="connsiteY3" fmla="*/ 30803 h 500323"/>
                  <a:gd name="connsiteX4" fmla="*/ 30905 w 324058"/>
                  <a:gd name="connsiteY4" fmla="*/ 0 h 500323"/>
                  <a:gd name="connsiteX5" fmla="*/ 0 w 324058"/>
                  <a:gd name="connsiteY5" fmla="*/ 30803 h 500323"/>
                  <a:gd name="connsiteX6" fmla="*/ 0 w 324058"/>
                  <a:gd name="connsiteY6" fmla="*/ 30803 h 500323"/>
                  <a:gd name="connsiteX7" fmla="*/ 0 w 324058"/>
                  <a:gd name="connsiteY7" fmla="*/ 469081 h 500323"/>
                  <a:gd name="connsiteX8" fmla="*/ 30905 w 324058"/>
                  <a:gd name="connsiteY8" fmla="*/ 499883 h 500323"/>
                  <a:gd name="connsiteX9" fmla="*/ 61809 w 324058"/>
                  <a:gd name="connsiteY9" fmla="*/ 469081 h 500323"/>
                  <a:gd name="connsiteX10" fmla="*/ 61809 w 324058"/>
                  <a:gd name="connsiteY10" fmla="*/ 222659 h 500323"/>
                  <a:gd name="connsiteX11" fmla="*/ 169975 w 324058"/>
                  <a:gd name="connsiteY11" fmla="*/ 222659 h 500323"/>
                  <a:gd name="connsiteX12" fmla="*/ 262247 w 324058"/>
                  <a:gd name="connsiteY12" fmla="*/ 297466 h 500323"/>
                  <a:gd name="connsiteX13" fmla="*/ 262247 w 324058"/>
                  <a:gd name="connsiteY13" fmla="*/ 469521 h 500323"/>
                  <a:gd name="connsiteX14" fmla="*/ 262247 w 324058"/>
                  <a:gd name="connsiteY14" fmla="*/ 469521 h 500323"/>
                  <a:gd name="connsiteX15" fmla="*/ 293151 w 324058"/>
                  <a:gd name="connsiteY15" fmla="*/ 500323 h 500323"/>
                  <a:gd name="connsiteX16" fmla="*/ 324056 w 324058"/>
                  <a:gd name="connsiteY16" fmla="*/ 469521 h 500323"/>
                  <a:gd name="connsiteX17" fmla="*/ 324056 w 324058"/>
                  <a:gd name="connsiteY17" fmla="*/ 297466 h 500323"/>
                  <a:gd name="connsiteX18" fmla="*/ 169975 w 324058"/>
                  <a:gd name="connsiteY18" fmla="*/ 163694 h 500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24058" h="500323">
                    <a:moveTo>
                      <a:pt x="169975" y="163694"/>
                    </a:moveTo>
                    <a:lnTo>
                      <a:pt x="61809" y="163694"/>
                    </a:lnTo>
                    <a:lnTo>
                      <a:pt x="61809" y="30803"/>
                    </a:lnTo>
                    <a:lnTo>
                      <a:pt x="61809" y="30803"/>
                    </a:lnTo>
                    <a:cubicBezTo>
                      <a:pt x="61809" y="13641"/>
                      <a:pt x="48123" y="0"/>
                      <a:pt x="30905" y="0"/>
                    </a:cubicBezTo>
                    <a:cubicBezTo>
                      <a:pt x="13686" y="0"/>
                      <a:pt x="0" y="13641"/>
                      <a:pt x="0" y="30803"/>
                    </a:cubicBezTo>
                    <a:lnTo>
                      <a:pt x="0" y="30803"/>
                    </a:lnTo>
                    <a:lnTo>
                      <a:pt x="0" y="469081"/>
                    </a:lnTo>
                    <a:cubicBezTo>
                      <a:pt x="0" y="486242"/>
                      <a:pt x="13686" y="499883"/>
                      <a:pt x="30905" y="499883"/>
                    </a:cubicBezTo>
                    <a:cubicBezTo>
                      <a:pt x="48123" y="499883"/>
                      <a:pt x="61809" y="486242"/>
                      <a:pt x="61809" y="469081"/>
                    </a:cubicBezTo>
                    <a:lnTo>
                      <a:pt x="61809" y="222659"/>
                    </a:lnTo>
                    <a:lnTo>
                      <a:pt x="169975" y="222659"/>
                    </a:lnTo>
                    <a:cubicBezTo>
                      <a:pt x="233991" y="222659"/>
                      <a:pt x="262247" y="250382"/>
                      <a:pt x="262247" y="297466"/>
                    </a:cubicBezTo>
                    <a:lnTo>
                      <a:pt x="262247" y="469521"/>
                    </a:lnTo>
                    <a:lnTo>
                      <a:pt x="262247" y="469521"/>
                    </a:lnTo>
                    <a:cubicBezTo>
                      <a:pt x="262247" y="486682"/>
                      <a:pt x="275933" y="500323"/>
                      <a:pt x="293151" y="500323"/>
                    </a:cubicBezTo>
                    <a:cubicBezTo>
                      <a:pt x="310370" y="500323"/>
                      <a:pt x="324056" y="486682"/>
                      <a:pt x="324056" y="469521"/>
                    </a:cubicBezTo>
                    <a:lnTo>
                      <a:pt x="324056" y="297466"/>
                    </a:lnTo>
                    <a:cubicBezTo>
                      <a:pt x="324497" y="213419"/>
                      <a:pt x="273726" y="163694"/>
                      <a:pt x="169975" y="163694"/>
                    </a:cubicBezTo>
                    <a:close/>
                  </a:path>
                </a:pathLst>
              </a:custGeom>
              <a:solidFill>
                <a:srgbClr val="353746"/>
              </a:solidFill>
              <a:ln w="44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3630393D-F440-0349-AF99-87E38BDF6EC8}"/>
                  </a:ext>
                </a:extLst>
              </p:cNvPr>
              <p:cNvSpPr/>
              <p:nvPr/>
            </p:nvSpPr>
            <p:spPr>
              <a:xfrm>
                <a:off x="8672114" y="3341102"/>
                <a:ext cx="341715" cy="442678"/>
              </a:xfrm>
              <a:custGeom>
                <a:avLst/>
                <a:gdLst>
                  <a:gd name="connsiteX0" fmla="*/ 225161 w 341715"/>
                  <a:gd name="connsiteY0" fmla="*/ 0 h 442678"/>
                  <a:gd name="connsiteX1" fmla="*/ 137304 w 341715"/>
                  <a:gd name="connsiteY1" fmla="*/ 0 h 442678"/>
                  <a:gd name="connsiteX2" fmla="*/ 0 w 341715"/>
                  <a:gd name="connsiteY2" fmla="*/ 150933 h 442678"/>
                  <a:gd name="connsiteX3" fmla="*/ 137304 w 341715"/>
                  <a:gd name="connsiteY3" fmla="*/ 302746 h 442678"/>
                  <a:gd name="connsiteX4" fmla="*/ 277258 w 341715"/>
                  <a:gd name="connsiteY4" fmla="*/ 302746 h 442678"/>
                  <a:gd name="connsiteX5" fmla="*/ 277258 w 341715"/>
                  <a:gd name="connsiteY5" fmla="*/ 317268 h 442678"/>
                  <a:gd name="connsiteX6" fmla="*/ 214124 w 341715"/>
                  <a:gd name="connsiteY6" fmla="*/ 381513 h 442678"/>
                  <a:gd name="connsiteX7" fmla="*/ 32670 w 341715"/>
                  <a:gd name="connsiteY7" fmla="*/ 381513 h 442678"/>
                  <a:gd name="connsiteX8" fmla="*/ 883 w 341715"/>
                  <a:gd name="connsiteY8" fmla="*/ 410996 h 442678"/>
                  <a:gd name="connsiteX9" fmla="*/ 30463 w 341715"/>
                  <a:gd name="connsiteY9" fmla="*/ 442678 h 442678"/>
                  <a:gd name="connsiteX10" fmla="*/ 32670 w 341715"/>
                  <a:gd name="connsiteY10" fmla="*/ 442678 h 442678"/>
                  <a:gd name="connsiteX11" fmla="*/ 221629 w 341715"/>
                  <a:gd name="connsiteY11" fmla="*/ 442678 h 442678"/>
                  <a:gd name="connsiteX12" fmla="*/ 341716 w 341715"/>
                  <a:gd name="connsiteY12" fmla="*/ 317708 h 442678"/>
                  <a:gd name="connsiteX13" fmla="*/ 341716 w 341715"/>
                  <a:gd name="connsiteY13" fmla="*/ 135092 h 442678"/>
                  <a:gd name="connsiteX14" fmla="*/ 225161 w 341715"/>
                  <a:gd name="connsiteY14" fmla="*/ 0 h 442678"/>
                  <a:gd name="connsiteX15" fmla="*/ 277258 w 341715"/>
                  <a:gd name="connsiteY15" fmla="*/ 245101 h 442678"/>
                  <a:gd name="connsiteX16" fmla="*/ 143485 w 341715"/>
                  <a:gd name="connsiteY16" fmla="*/ 245101 h 442678"/>
                  <a:gd name="connsiteX17" fmla="*/ 64016 w 341715"/>
                  <a:gd name="connsiteY17" fmla="*/ 153133 h 442678"/>
                  <a:gd name="connsiteX18" fmla="*/ 143485 w 341715"/>
                  <a:gd name="connsiteY18" fmla="*/ 61165 h 442678"/>
                  <a:gd name="connsiteX19" fmla="*/ 206619 w 341715"/>
                  <a:gd name="connsiteY19" fmla="*/ 61165 h 442678"/>
                  <a:gd name="connsiteX20" fmla="*/ 277258 w 341715"/>
                  <a:gd name="connsiteY20" fmla="*/ 134652 h 442678"/>
                  <a:gd name="connsiteX21" fmla="*/ 277258 w 341715"/>
                  <a:gd name="connsiteY21" fmla="*/ 245101 h 442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41715" h="442678">
                    <a:moveTo>
                      <a:pt x="225161" y="0"/>
                    </a:moveTo>
                    <a:lnTo>
                      <a:pt x="137304" y="0"/>
                    </a:lnTo>
                    <a:cubicBezTo>
                      <a:pt x="52538" y="0"/>
                      <a:pt x="0" y="48844"/>
                      <a:pt x="0" y="150933"/>
                    </a:cubicBezTo>
                    <a:cubicBezTo>
                      <a:pt x="0" y="253022"/>
                      <a:pt x="52979" y="302746"/>
                      <a:pt x="137304" y="302746"/>
                    </a:cubicBezTo>
                    <a:lnTo>
                      <a:pt x="277258" y="302746"/>
                    </a:lnTo>
                    <a:lnTo>
                      <a:pt x="277258" y="317268"/>
                    </a:lnTo>
                    <a:cubicBezTo>
                      <a:pt x="277258" y="362591"/>
                      <a:pt x="261805" y="381513"/>
                      <a:pt x="214124" y="381513"/>
                    </a:cubicBezTo>
                    <a:lnTo>
                      <a:pt x="32670" y="381513"/>
                    </a:lnTo>
                    <a:cubicBezTo>
                      <a:pt x="15894" y="381073"/>
                      <a:pt x="1324" y="393834"/>
                      <a:pt x="883" y="410996"/>
                    </a:cubicBezTo>
                    <a:cubicBezTo>
                      <a:pt x="442" y="427717"/>
                      <a:pt x="13245" y="442238"/>
                      <a:pt x="30463" y="442678"/>
                    </a:cubicBezTo>
                    <a:cubicBezTo>
                      <a:pt x="31346" y="442678"/>
                      <a:pt x="32229" y="442678"/>
                      <a:pt x="32670" y="442678"/>
                    </a:cubicBezTo>
                    <a:lnTo>
                      <a:pt x="221629" y="442678"/>
                    </a:lnTo>
                    <a:cubicBezTo>
                      <a:pt x="310370" y="442678"/>
                      <a:pt x="341716" y="407475"/>
                      <a:pt x="341716" y="317708"/>
                    </a:cubicBezTo>
                    <a:lnTo>
                      <a:pt x="341716" y="135092"/>
                    </a:lnTo>
                    <a:cubicBezTo>
                      <a:pt x="341274" y="44004"/>
                      <a:pt x="300657" y="0"/>
                      <a:pt x="225161" y="0"/>
                    </a:cubicBezTo>
                    <a:close/>
                    <a:moveTo>
                      <a:pt x="277258" y="245101"/>
                    </a:moveTo>
                    <a:lnTo>
                      <a:pt x="143485" y="245101"/>
                    </a:lnTo>
                    <a:cubicBezTo>
                      <a:pt x="88740" y="245101"/>
                      <a:pt x="64016" y="217379"/>
                      <a:pt x="64016" y="153133"/>
                    </a:cubicBezTo>
                    <a:cubicBezTo>
                      <a:pt x="64016" y="88888"/>
                      <a:pt x="88740" y="61165"/>
                      <a:pt x="143485" y="61165"/>
                    </a:cubicBezTo>
                    <a:lnTo>
                      <a:pt x="206619" y="61165"/>
                    </a:lnTo>
                    <a:cubicBezTo>
                      <a:pt x="257390" y="61165"/>
                      <a:pt x="277258" y="83167"/>
                      <a:pt x="277258" y="134652"/>
                    </a:cubicBezTo>
                    <a:lnTo>
                      <a:pt x="277258" y="245101"/>
                    </a:lnTo>
                    <a:close/>
                  </a:path>
                </a:pathLst>
              </a:custGeom>
              <a:solidFill>
                <a:srgbClr val="353746"/>
              </a:solidFill>
              <a:ln w="44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A27B5F87-D2BA-744B-93F1-7A277CBDC4F1}"/>
                  </a:ext>
                </a:extLst>
              </p:cNvPr>
              <p:cNvSpPr/>
              <p:nvPr/>
            </p:nvSpPr>
            <p:spPr>
              <a:xfrm>
                <a:off x="9087078" y="3341102"/>
                <a:ext cx="357648" cy="333548"/>
              </a:xfrm>
              <a:custGeom>
                <a:avLst/>
                <a:gdLst>
                  <a:gd name="connsiteX0" fmla="*/ 140434 w 357648"/>
                  <a:gd name="connsiteY0" fmla="*/ 64246 h 333548"/>
                  <a:gd name="connsiteX1" fmla="*/ 325420 w 357648"/>
                  <a:gd name="connsiteY1" fmla="*/ 64246 h 333548"/>
                  <a:gd name="connsiteX2" fmla="*/ 357649 w 357648"/>
                  <a:gd name="connsiteY2" fmla="*/ 32123 h 333548"/>
                  <a:gd name="connsiteX3" fmla="*/ 325420 w 357648"/>
                  <a:gd name="connsiteY3" fmla="*/ 0 h 333548"/>
                  <a:gd name="connsiteX4" fmla="*/ 325420 w 357648"/>
                  <a:gd name="connsiteY4" fmla="*/ 0 h 333548"/>
                  <a:gd name="connsiteX5" fmla="*/ 139992 w 357648"/>
                  <a:gd name="connsiteY5" fmla="*/ 0 h 333548"/>
                  <a:gd name="connsiteX6" fmla="*/ 30944 w 357648"/>
                  <a:gd name="connsiteY6" fmla="*/ 97248 h 333548"/>
                  <a:gd name="connsiteX7" fmla="*/ 146173 w 357648"/>
                  <a:gd name="connsiteY7" fmla="*/ 194497 h 333548"/>
                  <a:gd name="connsiteX8" fmla="*/ 225201 w 357648"/>
                  <a:gd name="connsiteY8" fmla="*/ 194497 h 333548"/>
                  <a:gd name="connsiteX9" fmla="*/ 272882 w 357648"/>
                  <a:gd name="connsiteY9" fmla="*/ 231900 h 333548"/>
                  <a:gd name="connsiteX10" fmla="*/ 229174 w 357648"/>
                  <a:gd name="connsiteY10" fmla="*/ 268423 h 333548"/>
                  <a:gd name="connsiteX11" fmla="*/ 34034 w 357648"/>
                  <a:gd name="connsiteY11" fmla="*/ 268423 h 333548"/>
                  <a:gd name="connsiteX12" fmla="*/ 39 w 357648"/>
                  <a:gd name="connsiteY12" fmla="*/ 299666 h 333548"/>
                  <a:gd name="connsiteX13" fmla="*/ 31385 w 357648"/>
                  <a:gd name="connsiteY13" fmla="*/ 333549 h 333548"/>
                  <a:gd name="connsiteX14" fmla="*/ 33593 w 357648"/>
                  <a:gd name="connsiteY14" fmla="*/ 333549 h 333548"/>
                  <a:gd name="connsiteX15" fmla="*/ 229174 w 357648"/>
                  <a:gd name="connsiteY15" fmla="*/ 333549 h 333548"/>
                  <a:gd name="connsiteX16" fmla="*/ 338664 w 357648"/>
                  <a:gd name="connsiteY16" fmla="*/ 232340 h 333548"/>
                  <a:gd name="connsiteX17" fmla="*/ 222993 w 357648"/>
                  <a:gd name="connsiteY17" fmla="*/ 138172 h 333548"/>
                  <a:gd name="connsiteX18" fmla="*/ 144407 w 357648"/>
                  <a:gd name="connsiteY18" fmla="*/ 138172 h 333548"/>
                  <a:gd name="connsiteX19" fmla="*/ 96726 w 357648"/>
                  <a:gd name="connsiteY19" fmla="*/ 102089 h 333548"/>
                  <a:gd name="connsiteX20" fmla="*/ 140434 w 357648"/>
                  <a:gd name="connsiteY20" fmla="*/ 64246 h 333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57648" h="333548">
                    <a:moveTo>
                      <a:pt x="140434" y="64246"/>
                    </a:moveTo>
                    <a:lnTo>
                      <a:pt x="325420" y="64246"/>
                    </a:lnTo>
                    <a:cubicBezTo>
                      <a:pt x="343079" y="64246"/>
                      <a:pt x="357649" y="49724"/>
                      <a:pt x="357649" y="32123"/>
                    </a:cubicBezTo>
                    <a:cubicBezTo>
                      <a:pt x="357649" y="14521"/>
                      <a:pt x="343079" y="0"/>
                      <a:pt x="325420" y="0"/>
                    </a:cubicBezTo>
                    <a:cubicBezTo>
                      <a:pt x="325420" y="0"/>
                      <a:pt x="325420" y="0"/>
                      <a:pt x="325420" y="0"/>
                    </a:cubicBezTo>
                    <a:lnTo>
                      <a:pt x="139992" y="0"/>
                    </a:lnTo>
                    <a:cubicBezTo>
                      <a:pt x="62290" y="0"/>
                      <a:pt x="30944" y="37403"/>
                      <a:pt x="30944" y="97248"/>
                    </a:cubicBezTo>
                    <a:cubicBezTo>
                      <a:pt x="30944" y="148293"/>
                      <a:pt x="53901" y="194497"/>
                      <a:pt x="146173" y="194497"/>
                    </a:cubicBezTo>
                    <a:lnTo>
                      <a:pt x="225201" y="194497"/>
                    </a:lnTo>
                    <a:cubicBezTo>
                      <a:pt x="258754" y="194497"/>
                      <a:pt x="272882" y="205058"/>
                      <a:pt x="272882" y="231900"/>
                    </a:cubicBezTo>
                    <a:cubicBezTo>
                      <a:pt x="272882" y="258742"/>
                      <a:pt x="260079" y="268423"/>
                      <a:pt x="229174" y="268423"/>
                    </a:cubicBezTo>
                    <a:lnTo>
                      <a:pt x="34034" y="268423"/>
                    </a:lnTo>
                    <a:cubicBezTo>
                      <a:pt x="15933" y="267543"/>
                      <a:pt x="922" y="281624"/>
                      <a:pt x="39" y="299666"/>
                    </a:cubicBezTo>
                    <a:cubicBezTo>
                      <a:pt x="-844" y="317708"/>
                      <a:pt x="13284" y="332669"/>
                      <a:pt x="31385" y="333549"/>
                    </a:cubicBezTo>
                    <a:cubicBezTo>
                      <a:pt x="32268" y="333549"/>
                      <a:pt x="33151" y="333549"/>
                      <a:pt x="33593" y="333549"/>
                    </a:cubicBezTo>
                    <a:lnTo>
                      <a:pt x="229174" y="333549"/>
                    </a:lnTo>
                    <a:cubicBezTo>
                      <a:pt x="307760" y="333549"/>
                      <a:pt x="338664" y="291745"/>
                      <a:pt x="338664" y="232340"/>
                    </a:cubicBezTo>
                    <a:cubicBezTo>
                      <a:pt x="338664" y="180416"/>
                      <a:pt x="315265" y="138172"/>
                      <a:pt x="222993" y="138172"/>
                    </a:cubicBezTo>
                    <a:lnTo>
                      <a:pt x="144407" y="138172"/>
                    </a:lnTo>
                    <a:cubicBezTo>
                      <a:pt x="106880" y="138172"/>
                      <a:pt x="96726" y="125411"/>
                      <a:pt x="96726" y="102089"/>
                    </a:cubicBezTo>
                    <a:cubicBezTo>
                      <a:pt x="96726" y="76567"/>
                      <a:pt x="109529" y="64246"/>
                      <a:pt x="140434" y="64246"/>
                    </a:cubicBezTo>
                    <a:close/>
                  </a:path>
                </a:pathLst>
              </a:custGeom>
              <a:solidFill>
                <a:srgbClr val="353746"/>
              </a:solidFill>
              <a:ln w="44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C0733916-1760-454A-B0AE-9BA3DD548199}"/>
                  </a:ext>
                </a:extLst>
              </p:cNvPr>
              <p:cNvSpPr/>
              <p:nvPr/>
            </p:nvSpPr>
            <p:spPr>
              <a:xfrm>
                <a:off x="7529586" y="3269752"/>
                <a:ext cx="323060" cy="256109"/>
              </a:xfrm>
              <a:custGeom>
                <a:avLst/>
                <a:gdLst>
                  <a:gd name="connsiteX0" fmla="*/ 290005 w 323060"/>
                  <a:gd name="connsiteY0" fmla="*/ 4024 h 256109"/>
                  <a:gd name="connsiteX1" fmla="*/ 7891 w 323060"/>
                  <a:gd name="connsiteY1" fmla="*/ 220083 h 256109"/>
                  <a:gd name="connsiteX2" fmla="*/ 4359 w 323060"/>
                  <a:gd name="connsiteY2" fmla="*/ 248245 h 256109"/>
                  <a:gd name="connsiteX3" fmla="*/ 32614 w 323060"/>
                  <a:gd name="connsiteY3" fmla="*/ 251765 h 256109"/>
                  <a:gd name="connsiteX4" fmla="*/ 315170 w 323060"/>
                  <a:gd name="connsiteY4" fmla="*/ 35707 h 256109"/>
                  <a:gd name="connsiteX5" fmla="*/ 318702 w 323060"/>
                  <a:gd name="connsiteY5" fmla="*/ 7544 h 256109"/>
                  <a:gd name="connsiteX6" fmla="*/ 318702 w 323060"/>
                  <a:gd name="connsiteY6" fmla="*/ 7544 h 256109"/>
                  <a:gd name="connsiteX7" fmla="*/ 290005 w 323060"/>
                  <a:gd name="connsiteY7" fmla="*/ 4024 h 256109"/>
                  <a:gd name="connsiteX8" fmla="*/ 290005 w 323060"/>
                  <a:gd name="connsiteY8" fmla="*/ 4024 h 256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3060" h="256109">
                    <a:moveTo>
                      <a:pt x="290005" y="4024"/>
                    </a:moveTo>
                    <a:lnTo>
                      <a:pt x="7891" y="220083"/>
                    </a:lnTo>
                    <a:cubicBezTo>
                      <a:pt x="-939" y="226683"/>
                      <a:pt x="-2705" y="239444"/>
                      <a:pt x="4359" y="248245"/>
                    </a:cubicBezTo>
                    <a:cubicBezTo>
                      <a:pt x="11423" y="257046"/>
                      <a:pt x="23784" y="258806"/>
                      <a:pt x="32614" y="251765"/>
                    </a:cubicBezTo>
                    <a:lnTo>
                      <a:pt x="315170" y="35707"/>
                    </a:lnTo>
                    <a:cubicBezTo>
                      <a:pt x="324000" y="29106"/>
                      <a:pt x="325766" y="16345"/>
                      <a:pt x="318702" y="7544"/>
                    </a:cubicBezTo>
                    <a:lnTo>
                      <a:pt x="318702" y="7544"/>
                    </a:lnTo>
                    <a:cubicBezTo>
                      <a:pt x="311638" y="-817"/>
                      <a:pt x="299276" y="-2577"/>
                      <a:pt x="290005" y="4024"/>
                    </a:cubicBezTo>
                    <a:cubicBezTo>
                      <a:pt x="290005" y="4024"/>
                      <a:pt x="290005" y="4024"/>
                      <a:pt x="290005" y="4024"/>
                    </a:cubicBezTo>
                    <a:close/>
                  </a:path>
                </a:pathLst>
              </a:custGeom>
              <a:solidFill>
                <a:srgbClr val="00B0F0"/>
              </a:solidFill>
              <a:ln w="44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6A27606E-99EF-8C44-8937-5767F68CD47F}"/>
                  </a:ext>
                </a:extLst>
              </p:cNvPr>
              <p:cNvSpPr/>
              <p:nvPr/>
            </p:nvSpPr>
            <p:spPr>
              <a:xfrm>
                <a:off x="7529586" y="3347759"/>
                <a:ext cx="345696" cy="274031"/>
              </a:xfrm>
              <a:custGeom>
                <a:avLst/>
                <a:gdLst>
                  <a:gd name="connsiteX0" fmla="*/ 341659 w 345696"/>
                  <a:gd name="connsiteY0" fmla="*/ 7865 h 274031"/>
                  <a:gd name="connsiteX1" fmla="*/ 313404 w 345696"/>
                  <a:gd name="connsiteY1" fmla="*/ 4344 h 274031"/>
                  <a:gd name="connsiteX2" fmla="*/ 7891 w 345696"/>
                  <a:gd name="connsiteY2" fmla="*/ 238005 h 274031"/>
                  <a:gd name="connsiteX3" fmla="*/ 4359 w 345696"/>
                  <a:gd name="connsiteY3" fmla="*/ 266167 h 274031"/>
                  <a:gd name="connsiteX4" fmla="*/ 32614 w 345696"/>
                  <a:gd name="connsiteY4" fmla="*/ 269687 h 274031"/>
                  <a:gd name="connsiteX5" fmla="*/ 338128 w 345696"/>
                  <a:gd name="connsiteY5" fmla="*/ 36027 h 274031"/>
                  <a:gd name="connsiteX6" fmla="*/ 341659 w 345696"/>
                  <a:gd name="connsiteY6" fmla="*/ 7865 h 274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45696" h="274031">
                    <a:moveTo>
                      <a:pt x="341659" y="7865"/>
                    </a:moveTo>
                    <a:cubicBezTo>
                      <a:pt x="335037" y="-936"/>
                      <a:pt x="322234" y="-2696"/>
                      <a:pt x="313404" y="4344"/>
                    </a:cubicBezTo>
                    <a:lnTo>
                      <a:pt x="7891" y="238005"/>
                    </a:lnTo>
                    <a:cubicBezTo>
                      <a:pt x="-939" y="244605"/>
                      <a:pt x="-2705" y="257366"/>
                      <a:pt x="4359" y="266167"/>
                    </a:cubicBezTo>
                    <a:cubicBezTo>
                      <a:pt x="10981" y="274968"/>
                      <a:pt x="23784" y="276728"/>
                      <a:pt x="32614" y="269687"/>
                    </a:cubicBezTo>
                    <a:lnTo>
                      <a:pt x="338128" y="36027"/>
                    </a:lnTo>
                    <a:cubicBezTo>
                      <a:pt x="346516" y="29427"/>
                      <a:pt x="348282" y="16665"/>
                      <a:pt x="341659" y="7865"/>
                    </a:cubicBezTo>
                    <a:close/>
                  </a:path>
                </a:pathLst>
              </a:custGeom>
              <a:solidFill>
                <a:srgbClr val="00B0F0"/>
              </a:solidFill>
              <a:ln w="44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1AED94AE-751D-B648-BDFC-BD755756024A}"/>
                  </a:ext>
                </a:extLst>
              </p:cNvPr>
              <p:cNvSpPr/>
              <p:nvPr/>
            </p:nvSpPr>
            <p:spPr>
              <a:xfrm>
                <a:off x="7528172" y="3174328"/>
                <a:ext cx="509138" cy="287160"/>
              </a:xfrm>
              <a:custGeom>
                <a:avLst/>
                <a:gdLst>
                  <a:gd name="connsiteX0" fmla="*/ 4007 w 509138"/>
                  <a:gd name="connsiteY0" fmla="*/ 248182 h 287160"/>
                  <a:gd name="connsiteX1" fmla="*/ 32262 w 509138"/>
                  <a:gd name="connsiteY1" fmla="*/ 251702 h 287160"/>
                  <a:gd name="connsiteX2" fmla="*/ 32262 w 509138"/>
                  <a:gd name="connsiteY2" fmla="*/ 251702 h 287160"/>
                  <a:gd name="connsiteX3" fmla="*/ 302456 w 509138"/>
                  <a:gd name="connsiteY3" fmla="*/ 45324 h 287160"/>
                  <a:gd name="connsiteX4" fmla="*/ 456537 w 509138"/>
                  <a:gd name="connsiteY4" fmla="*/ 162814 h 287160"/>
                  <a:gd name="connsiteX5" fmla="*/ 342190 w 509138"/>
                  <a:gd name="connsiteY5" fmla="*/ 250382 h 287160"/>
                  <a:gd name="connsiteX6" fmla="*/ 336451 w 509138"/>
                  <a:gd name="connsiteY6" fmla="*/ 278104 h 287160"/>
                  <a:gd name="connsiteX7" fmla="*/ 364265 w 509138"/>
                  <a:gd name="connsiteY7" fmla="*/ 283825 h 287160"/>
                  <a:gd name="connsiteX8" fmla="*/ 366473 w 509138"/>
                  <a:gd name="connsiteY8" fmla="*/ 282064 h 287160"/>
                  <a:gd name="connsiteX9" fmla="*/ 501569 w 509138"/>
                  <a:gd name="connsiteY9" fmla="*/ 178655 h 287160"/>
                  <a:gd name="connsiteX10" fmla="*/ 501569 w 509138"/>
                  <a:gd name="connsiteY10" fmla="*/ 178655 h 287160"/>
                  <a:gd name="connsiteX11" fmla="*/ 502894 w 509138"/>
                  <a:gd name="connsiteY11" fmla="*/ 177335 h 287160"/>
                  <a:gd name="connsiteX12" fmla="*/ 502894 w 509138"/>
                  <a:gd name="connsiteY12" fmla="*/ 177335 h 287160"/>
                  <a:gd name="connsiteX13" fmla="*/ 505101 w 509138"/>
                  <a:gd name="connsiteY13" fmla="*/ 175135 h 287160"/>
                  <a:gd name="connsiteX14" fmla="*/ 501569 w 509138"/>
                  <a:gd name="connsiteY14" fmla="*/ 146973 h 287160"/>
                  <a:gd name="connsiteX15" fmla="*/ 314818 w 509138"/>
                  <a:gd name="connsiteY15" fmla="*/ 3960 h 287160"/>
                  <a:gd name="connsiteX16" fmla="*/ 305105 w 509138"/>
                  <a:gd name="connsiteY16" fmla="*/ 0 h 287160"/>
                  <a:gd name="connsiteX17" fmla="*/ 305105 w 509138"/>
                  <a:gd name="connsiteY17" fmla="*/ 0 h 287160"/>
                  <a:gd name="connsiteX18" fmla="*/ 303339 w 509138"/>
                  <a:gd name="connsiteY18" fmla="*/ 0 h 287160"/>
                  <a:gd name="connsiteX19" fmla="*/ 301573 w 509138"/>
                  <a:gd name="connsiteY19" fmla="*/ 0 h 287160"/>
                  <a:gd name="connsiteX20" fmla="*/ 300249 w 509138"/>
                  <a:gd name="connsiteY20" fmla="*/ 0 h 287160"/>
                  <a:gd name="connsiteX21" fmla="*/ 300249 w 509138"/>
                  <a:gd name="connsiteY21" fmla="*/ 0 h 287160"/>
                  <a:gd name="connsiteX22" fmla="*/ 290536 w 509138"/>
                  <a:gd name="connsiteY22" fmla="*/ 3960 h 287160"/>
                  <a:gd name="connsiteX23" fmla="*/ 7980 w 509138"/>
                  <a:gd name="connsiteY23" fmla="*/ 220019 h 287160"/>
                  <a:gd name="connsiteX24" fmla="*/ 4007 w 509138"/>
                  <a:gd name="connsiteY24" fmla="*/ 248182 h 287160"/>
                  <a:gd name="connsiteX25" fmla="*/ 4007 w 509138"/>
                  <a:gd name="connsiteY25" fmla="*/ 248182 h 287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09138" h="287160">
                    <a:moveTo>
                      <a:pt x="4007" y="248182"/>
                    </a:moveTo>
                    <a:cubicBezTo>
                      <a:pt x="10629" y="256982"/>
                      <a:pt x="23432" y="258742"/>
                      <a:pt x="32262" y="251702"/>
                    </a:cubicBezTo>
                    <a:cubicBezTo>
                      <a:pt x="32262" y="251702"/>
                      <a:pt x="32262" y="251702"/>
                      <a:pt x="32262" y="251702"/>
                    </a:cubicBezTo>
                    <a:lnTo>
                      <a:pt x="302456" y="45324"/>
                    </a:lnTo>
                    <a:lnTo>
                      <a:pt x="456537" y="162814"/>
                    </a:lnTo>
                    <a:lnTo>
                      <a:pt x="342190" y="250382"/>
                    </a:lnTo>
                    <a:cubicBezTo>
                      <a:pt x="332919" y="256542"/>
                      <a:pt x="330270" y="268863"/>
                      <a:pt x="336451" y="278104"/>
                    </a:cubicBezTo>
                    <a:cubicBezTo>
                      <a:pt x="342632" y="287345"/>
                      <a:pt x="354994" y="289985"/>
                      <a:pt x="364265" y="283825"/>
                    </a:cubicBezTo>
                    <a:cubicBezTo>
                      <a:pt x="365148" y="283385"/>
                      <a:pt x="366031" y="282504"/>
                      <a:pt x="366473" y="282064"/>
                    </a:cubicBezTo>
                    <a:lnTo>
                      <a:pt x="501569" y="178655"/>
                    </a:lnTo>
                    <a:lnTo>
                      <a:pt x="501569" y="178655"/>
                    </a:lnTo>
                    <a:lnTo>
                      <a:pt x="502894" y="177335"/>
                    </a:lnTo>
                    <a:lnTo>
                      <a:pt x="502894" y="177335"/>
                    </a:lnTo>
                    <a:cubicBezTo>
                      <a:pt x="503777" y="176455"/>
                      <a:pt x="504218" y="176015"/>
                      <a:pt x="505101" y="175135"/>
                    </a:cubicBezTo>
                    <a:cubicBezTo>
                      <a:pt x="511724" y="166334"/>
                      <a:pt x="509958" y="153573"/>
                      <a:pt x="501569" y="146973"/>
                    </a:cubicBezTo>
                    <a:lnTo>
                      <a:pt x="314818" y="3960"/>
                    </a:lnTo>
                    <a:cubicBezTo>
                      <a:pt x="312169" y="1760"/>
                      <a:pt x="308637" y="440"/>
                      <a:pt x="305105" y="0"/>
                    </a:cubicBezTo>
                    <a:lnTo>
                      <a:pt x="305105" y="0"/>
                    </a:lnTo>
                    <a:lnTo>
                      <a:pt x="303339" y="0"/>
                    </a:lnTo>
                    <a:lnTo>
                      <a:pt x="301573" y="0"/>
                    </a:lnTo>
                    <a:lnTo>
                      <a:pt x="300249" y="0"/>
                    </a:lnTo>
                    <a:lnTo>
                      <a:pt x="300249" y="0"/>
                    </a:lnTo>
                    <a:cubicBezTo>
                      <a:pt x="296717" y="440"/>
                      <a:pt x="293626" y="1760"/>
                      <a:pt x="290536" y="3960"/>
                    </a:cubicBezTo>
                    <a:lnTo>
                      <a:pt x="7980" y="220019"/>
                    </a:lnTo>
                    <a:cubicBezTo>
                      <a:pt x="-850" y="226620"/>
                      <a:pt x="-2616" y="239381"/>
                      <a:pt x="4007" y="248182"/>
                    </a:cubicBezTo>
                    <a:cubicBezTo>
                      <a:pt x="4007" y="248182"/>
                      <a:pt x="4007" y="248182"/>
                      <a:pt x="4007" y="248182"/>
                    </a:cubicBezTo>
                    <a:close/>
                  </a:path>
                </a:pathLst>
              </a:custGeom>
              <a:solidFill>
                <a:srgbClr val="00B0F0"/>
              </a:solidFill>
              <a:ln w="44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5D9E7CBE-8DC9-FD47-9BA8-55F26F32260A}"/>
                  </a:ext>
                </a:extLst>
              </p:cNvPr>
              <p:cNvSpPr/>
              <p:nvPr/>
            </p:nvSpPr>
            <p:spPr>
              <a:xfrm>
                <a:off x="7813025" y="3431686"/>
                <a:ext cx="323060" cy="256109"/>
              </a:xfrm>
              <a:custGeom>
                <a:avLst/>
                <a:gdLst>
                  <a:gd name="connsiteX0" fmla="*/ 290446 w 323060"/>
                  <a:gd name="connsiteY0" fmla="*/ 4024 h 256109"/>
                  <a:gd name="connsiteX1" fmla="*/ 7891 w 323060"/>
                  <a:gd name="connsiteY1" fmla="*/ 220083 h 256109"/>
                  <a:gd name="connsiteX2" fmla="*/ 4359 w 323060"/>
                  <a:gd name="connsiteY2" fmla="*/ 248245 h 256109"/>
                  <a:gd name="connsiteX3" fmla="*/ 4359 w 323060"/>
                  <a:gd name="connsiteY3" fmla="*/ 248245 h 256109"/>
                  <a:gd name="connsiteX4" fmla="*/ 32614 w 323060"/>
                  <a:gd name="connsiteY4" fmla="*/ 251765 h 256109"/>
                  <a:gd name="connsiteX5" fmla="*/ 315170 w 323060"/>
                  <a:gd name="connsiteY5" fmla="*/ 35707 h 256109"/>
                  <a:gd name="connsiteX6" fmla="*/ 318702 w 323060"/>
                  <a:gd name="connsiteY6" fmla="*/ 7544 h 256109"/>
                  <a:gd name="connsiteX7" fmla="*/ 290446 w 323060"/>
                  <a:gd name="connsiteY7" fmla="*/ 4024 h 256109"/>
                  <a:gd name="connsiteX8" fmla="*/ 290446 w 323060"/>
                  <a:gd name="connsiteY8" fmla="*/ 4024 h 256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3060" h="256109">
                    <a:moveTo>
                      <a:pt x="290446" y="4024"/>
                    </a:moveTo>
                    <a:lnTo>
                      <a:pt x="7891" y="220083"/>
                    </a:lnTo>
                    <a:cubicBezTo>
                      <a:pt x="-939" y="226683"/>
                      <a:pt x="-2705" y="239444"/>
                      <a:pt x="4359" y="248245"/>
                    </a:cubicBezTo>
                    <a:lnTo>
                      <a:pt x="4359" y="248245"/>
                    </a:lnTo>
                    <a:cubicBezTo>
                      <a:pt x="10981" y="257046"/>
                      <a:pt x="23784" y="258806"/>
                      <a:pt x="32614" y="251765"/>
                    </a:cubicBezTo>
                    <a:lnTo>
                      <a:pt x="315170" y="35707"/>
                    </a:lnTo>
                    <a:cubicBezTo>
                      <a:pt x="324000" y="29106"/>
                      <a:pt x="325766" y="16345"/>
                      <a:pt x="318702" y="7544"/>
                    </a:cubicBezTo>
                    <a:cubicBezTo>
                      <a:pt x="311638" y="-817"/>
                      <a:pt x="299276" y="-2577"/>
                      <a:pt x="290446" y="4024"/>
                    </a:cubicBezTo>
                    <a:lnTo>
                      <a:pt x="290446" y="4024"/>
                    </a:lnTo>
                    <a:close/>
                  </a:path>
                </a:pathLst>
              </a:custGeom>
              <a:solidFill>
                <a:srgbClr val="00B0F0"/>
              </a:solidFill>
              <a:ln w="44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A73EFD9D-F3ED-C14A-A150-0648E79167D8}"/>
                  </a:ext>
                </a:extLst>
              </p:cNvPr>
              <p:cNvSpPr/>
              <p:nvPr/>
            </p:nvSpPr>
            <p:spPr>
              <a:xfrm>
                <a:off x="7789978" y="3335437"/>
                <a:ext cx="346107" cy="274031"/>
              </a:xfrm>
              <a:custGeom>
                <a:avLst/>
                <a:gdLst>
                  <a:gd name="connsiteX0" fmla="*/ 4007 w 346107"/>
                  <a:gd name="connsiteY0" fmla="*/ 266167 h 274031"/>
                  <a:gd name="connsiteX1" fmla="*/ 32262 w 346107"/>
                  <a:gd name="connsiteY1" fmla="*/ 269687 h 274031"/>
                  <a:gd name="connsiteX2" fmla="*/ 338217 w 346107"/>
                  <a:gd name="connsiteY2" fmla="*/ 36027 h 274031"/>
                  <a:gd name="connsiteX3" fmla="*/ 341749 w 346107"/>
                  <a:gd name="connsiteY3" fmla="*/ 7865 h 274031"/>
                  <a:gd name="connsiteX4" fmla="*/ 313493 w 346107"/>
                  <a:gd name="connsiteY4" fmla="*/ 4344 h 274031"/>
                  <a:gd name="connsiteX5" fmla="*/ 7980 w 346107"/>
                  <a:gd name="connsiteY5" fmla="*/ 238005 h 274031"/>
                  <a:gd name="connsiteX6" fmla="*/ 4007 w 346107"/>
                  <a:gd name="connsiteY6" fmla="*/ 266167 h 274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46107" h="274031">
                    <a:moveTo>
                      <a:pt x="4007" y="266167"/>
                    </a:moveTo>
                    <a:cubicBezTo>
                      <a:pt x="10629" y="274968"/>
                      <a:pt x="23432" y="276728"/>
                      <a:pt x="32262" y="269687"/>
                    </a:cubicBezTo>
                    <a:lnTo>
                      <a:pt x="338217" y="36027"/>
                    </a:lnTo>
                    <a:cubicBezTo>
                      <a:pt x="347047" y="29427"/>
                      <a:pt x="348813" y="16665"/>
                      <a:pt x="341749" y="7865"/>
                    </a:cubicBezTo>
                    <a:cubicBezTo>
                      <a:pt x="335127" y="-936"/>
                      <a:pt x="322323" y="-2696"/>
                      <a:pt x="313493" y="4344"/>
                    </a:cubicBezTo>
                    <a:lnTo>
                      <a:pt x="7980" y="238005"/>
                    </a:lnTo>
                    <a:cubicBezTo>
                      <a:pt x="-850" y="244605"/>
                      <a:pt x="-2616" y="257366"/>
                      <a:pt x="4007" y="266167"/>
                    </a:cubicBezTo>
                    <a:close/>
                  </a:path>
                </a:pathLst>
              </a:custGeom>
              <a:solidFill>
                <a:srgbClr val="00B0F0"/>
              </a:solidFill>
              <a:ln w="44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9D800CD0-F0C8-C744-A46C-B993985A80AB}"/>
                  </a:ext>
                </a:extLst>
              </p:cNvPr>
              <p:cNvSpPr/>
              <p:nvPr/>
            </p:nvSpPr>
            <p:spPr>
              <a:xfrm>
                <a:off x="7627478" y="3496491"/>
                <a:ext cx="509610" cy="286408"/>
              </a:xfrm>
              <a:custGeom>
                <a:avLst/>
                <a:gdLst>
                  <a:gd name="connsiteX0" fmla="*/ 505573 w 509610"/>
                  <a:gd name="connsiteY0" fmla="*/ 38667 h 286408"/>
                  <a:gd name="connsiteX1" fmla="*/ 505573 w 509610"/>
                  <a:gd name="connsiteY1" fmla="*/ 38667 h 286408"/>
                  <a:gd name="connsiteX2" fmla="*/ 477318 w 509610"/>
                  <a:gd name="connsiteY2" fmla="*/ 35147 h 286408"/>
                  <a:gd name="connsiteX3" fmla="*/ 207124 w 509610"/>
                  <a:gd name="connsiteY3" fmla="*/ 241525 h 286408"/>
                  <a:gd name="connsiteX4" fmla="*/ 53043 w 509610"/>
                  <a:gd name="connsiteY4" fmla="*/ 123595 h 286408"/>
                  <a:gd name="connsiteX5" fmla="*/ 167390 w 509610"/>
                  <a:gd name="connsiteY5" fmla="*/ 36027 h 286408"/>
                  <a:gd name="connsiteX6" fmla="*/ 170922 w 509610"/>
                  <a:gd name="connsiteY6" fmla="*/ 7865 h 286408"/>
                  <a:gd name="connsiteX7" fmla="*/ 142666 w 509610"/>
                  <a:gd name="connsiteY7" fmla="*/ 4344 h 286408"/>
                  <a:gd name="connsiteX8" fmla="*/ 7569 w 509610"/>
                  <a:gd name="connsiteY8" fmla="*/ 107753 h 286408"/>
                  <a:gd name="connsiteX9" fmla="*/ 7569 w 509610"/>
                  <a:gd name="connsiteY9" fmla="*/ 107753 h 286408"/>
                  <a:gd name="connsiteX10" fmla="*/ 6245 w 509610"/>
                  <a:gd name="connsiteY10" fmla="*/ 109073 h 286408"/>
                  <a:gd name="connsiteX11" fmla="*/ 6245 w 509610"/>
                  <a:gd name="connsiteY11" fmla="*/ 109073 h 286408"/>
                  <a:gd name="connsiteX12" fmla="*/ 4037 w 509610"/>
                  <a:gd name="connsiteY12" fmla="*/ 111274 h 286408"/>
                  <a:gd name="connsiteX13" fmla="*/ 7569 w 509610"/>
                  <a:gd name="connsiteY13" fmla="*/ 139436 h 286408"/>
                  <a:gd name="connsiteX14" fmla="*/ 194762 w 509610"/>
                  <a:gd name="connsiteY14" fmla="*/ 282448 h 286408"/>
                  <a:gd name="connsiteX15" fmla="*/ 204475 w 509610"/>
                  <a:gd name="connsiteY15" fmla="*/ 286409 h 286408"/>
                  <a:gd name="connsiteX16" fmla="*/ 204475 w 509610"/>
                  <a:gd name="connsiteY16" fmla="*/ 286409 h 286408"/>
                  <a:gd name="connsiteX17" fmla="*/ 206241 w 509610"/>
                  <a:gd name="connsiteY17" fmla="*/ 286409 h 286408"/>
                  <a:gd name="connsiteX18" fmla="*/ 208007 w 509610"/>
                  <a:gd name="connsiteY18" fmla="*/ 286409 h 286408"/>
                  <a:gd name="connsiteX19" fmla="*/ 209773 w 509610"/>
                  <a:gd name="connsiteY19" fmla="*/ 286409 h 286408"/>
                  <a:gd name="connsiteX20" fmla="*/ 209773 w 509610"/>
                  <a:gd name="connsiteY20" fmla="*/ 286409 h 286408"/>
                  <a:gd name="connsiteX21" fmla="*/ 219486 w 509610"/>
                  <a:gd name="connsiteY21" fmla="*/ 282448 h 286408"/>
                  <a:gd name="connsiteX22" fmla="*/ 502041 w 509610"/>
                  <a:gd name="connsiteY22" fmla="*/ 66390 h 286408"/>
                  <a:gd name="connsiteX23" fmla="*/ 505573 w 509610"/>
                  <a:gd name="connsiteY23" fmla="*/ 38667 h 286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509610" h="286408">
                    <a:moveTo>
                      <a:pt x="505573" y="38667"/>
                    </a:moveTo>
                    <a:lnTo>
                      <a:pt x="505573" y="38667"/>
                    </a:lnTo>
                    <a:cubicBezTo>
                      <a:pt x="498951" y="29867"/>
                      <a:pt x="486148" y="28106"/>
                      <a:pt x="477318" y="35147"/>
                    </a:cubicBezTo>
                    <a:lnTo>
                      <a:pt x="207124" y="241525"/>
                    </a:lnTo>
                    <a:lnTo>
                      <a:pt x="53043" y="123595"/>
                    </a:lnTo>
                    <a:lnTo>
                      <a:pt x="167390" y="36027"/>
                    </a:lnTo>
                    <a:cubicBezTo>
                      <a:pt x="176219" y="29427"/>
                      <a:pt x="177985" y="16665"/>
                      <a:pt x="170922" y="7865"/>
                    </a:cubicBezTo>
                    <a:cubicBezTo>
                      <a:pt x="164299" y="-936"/>
                      <a:pt x="151496" y="-2696"/>
                      <a:pt x="142666" y="4344"/>
                    </a:cubicBezTo>
                    <a:lnTo>
                      <a:pt x="7569" y="107753"/>
                    </a:lnTo>
                    <a:lnTo>
                      <a:pt x="7569" y="107753"/>
                    </a:lnTo>
                    <a:cubicBezTo>
                      <a:pt x="7128" y="108193"/>
                      <a:pt x="6686" y="108633"/>
                      <a:pt x="6245" y="109073"/>
                    </a:cubicBezTo>
                    <a:lnTo>
                      <a:pt x="6245" y="109073"/>
                    </a:lnTo>
                    <a:cubicBezTo>
                      <a:pt x="5362" y="109954"/>
                      <a:pt x="4920" y="110394"/>
                      <a:pt x="4037" y="111274"/>
                    </a:cubicBezTo>
                    <a:cubicBezTo>
                      <a:pt x="-2585" y="120074"/>
                      <a:pt x="-819" y="132396"/>
                      <a:pt x="7569" y="139436"/>
                    </a:cubicBezTo>
                    <a:lnTo>
                      <a:pt x="194762" y="282448"/>
                    </a:lnTo>
                    <a:cubicBezTo>
                      <a:pt x="197411" y="284649"/>
                      <a:pt x="200943" y="285969"/>
                      <a:pt x="204475" y="286409"/>
                    </a:cubicBezTo>
                    <a:lnTo>
                      <a:pt x="204475" y="286409"/>
                    </a:lnTo>
                    <a:lnTo>
                      <a:pt x="206241" y="286409"/>
                    </a:lnTo>
                    <a:lnTo>
                      <a:pt x="208007" y="286409"/>
                    </a:lnTo>
                    <a:lnTo>
                      <a:pt x="209773" y="286409"/>
                    </a:lnTo>
                    <a:lnTo>
                      <a:pt x="209773" y="286409"/>
                    </a:lnTo>
                    <a:cubicBezTo>
                      <a:pt x="213305" y="285969"/>
                      <a:pt x="216395" y="284649"/>
                      <a:pt x="219486" y="282448"/>
                    </a:cubicBezTo>
                    <a:lnTo>
                      <a:pt x="502041" y="66390"/>
                    </a:lnTo>
                    <a:cubicBezTo>
                      <a:pt x="510430" y="59789"/>
                      <a:pt x="512196" y="47468"/>
                      <a:pt x="505573" y="38667"/>
                    </a:cubicBezTo>
                    <a:close/>
                  </a:path>
                </a:pathLst>
              </a:custGeom>
              <a:solidFill>
                <a:srgbClr val="00B0F0"/>
              </a:solidFill>
              <a:ln w="44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28E8DE-EBAD-A746-9ABD-AA66CB7853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05907" y="2659604"/>
            <a:ext cx="1303782" cy="5572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100" b="1">
                <a:latin typeface="+mn-lt"/>
              </a:defRPr>
            </a:lvl1pPr>
            <a:lvl2pPr marL="225425" indent="0">
              <a:buNone/>
              <a:defRPr>
                <a:latin typeface="Oswald" pitchFamily="2" charset="77"/>
              </a:defRPr>
            </a:lvl2pPr>
            <a:lvl3pPr marL="465137" indent="0">
              <a:buNone/>
              <a:defRPr>
                <a:latin typeface="Oswald" pitchFamily="2" charset="77"/>
              </a:defRPr>
            </a:lvl3pPr>
            <a:lvl4pPr marL="688975" indent="0">
              <a:buNone/>
              <a:defRPr>
                <a:latin typeface="Oswald" pitchFamily="2" charset="77"/>
              </a:defRPr>
            </a:lvl4pPr>
            <a:lvl5pPr marL="914400" indent="0">
              <a:buNone/>
              <a:defRPr>
                <a:latin typeface="Oswald" pitchFamily="2" charset="77"/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2AD96F95-F715-104D-A6B9-1A72CFA0F5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836531" y="2659604"/>
            <a:ext cx="1303782" cy="5572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100" b="1">
                <a:latin typeface="+mn-lt"/>
              </a:defRPr>
            </a:lvl1pPr>
            <a:lvl2pPr marL="225425" indent="0">
              <a:buNone/>
              <a:defRPr>
                <a:latin typeface="Oswald" pitchFamily="2" charset="77"/>
              </a:defRPr>
            </a:lvl2pPr>
            <a:lvl3pPr marL="465137" indent="0">
              <a:buNone/>
              <a:defRPr>
                <a:latin typeface="Oswald" pitchFamily="2" charset="77"/>
              </a:defRPr>
            </a:lvl3pPr>
            <a:lvl4pPr marL="688975" indent="0">
              <a:buNone/>
              <a:defRPr>
                <a:latin typeface="Oswald" pitchFamily="2" charset="77"/>
              </a:defRPr>
            </a:lvl4pPr>
            <a:lvl5pPr marL="914400" indent="0">
              <a:buNone/>
              <a:defRPr>
                <a:latin typeface="Oswald" pitchFamily="2" charset="77"/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CAFC362A-C605-AC4C-B8DB-73DD00049C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88275" y="1025876"/>
            <a:ext cx="1303782" cy="5572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100" b="1">
                <a:latin typeface="+mn-lt"/>
              </a:defRPr>
            </a:lvl1pPr>
            <a:lvl2pPr marL="225425" indent="0">
              <a:buNone/>
              <a:defRPr>
                <a:latin typeface="Oswald" pitchFamily="2" charset="77"/>
              </a:defRPr>
            </a:lvl2pPr>
            <a:lvl3pPr marL="465137" indent="0">
              <a:buNone/>
              <a:defRPr>
                <a:latin typeface="Oswald" pitchFamily="2" charset="77"/>
              </a:defRPr>
            </a:lvl3pPr>
            <a:lvl4pPr marL="688975" indent="0">
              <a:buNone/>
              <a:defRPr>
                <a:latin typeface="Oswald" pitchFamily="2" charset="77"/>
              </a:defRPr>
            </a:lvl4pPr>
            <a:lvl5pPr marL="914400" indent="0">
              <a:buNone/>
              <a:defRPr>
                <a:latin typeface="Oswald" pitchFamily="2" charset="77"/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33920E48-03A1-DD4F-930D-87C43DA5877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08115" y="5146772"/>
            <a:ext cx="1303782" cy="5572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100" b="1">
                <a:latin typeface="+mn-lt"/>
              </a:defRPr>
            </a:lvl1pPr>
            <a:lvl2pPr marL="225425" indent="0">
              <a:buNone/>
              <a:defRPr>
                <a:latin typeface="Oswald" pitchFamily="2" charset="77"/>
              </a:defRPr>
            </a:lvl2pPr>
            <a:lvl3pPr marL="465137" indent="0">
              <a:buNone/>
              <a:defRPr>
                <a:latin typeface="Oswald" pitchFamily="2" charset="77"/>
              </a:defRPr>
            </a:lvl3pPr>
            <a:lvl4pPr marL="688975" indent="0">
              <a:buNone/>
              <a:defRPr>
                <a:latin typeface="Oswald" pitchFamily="2" charset="77"/>
              </a:defRPr>
            </a:lvl4pPr>
            <a:lvl5pPr marL="914400" indent="0">
              <a:buNone/>
              <a:defRPr>
                <a:latin typeface="Oswald" pitchFamily="2" charset="77"/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A71E1F00-34C8-A040-B5EF-08CE7C42CC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53779" y="5146772"/>
            <a:ext cx="1303782" cy="5572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100" b="1">
                <a:latin typeface="+mn-lt"/>
              </a:defRPr>
            </a:lvl1pPr>
            <a:lvl2pPr marL="225425" indent="0">
              <a:buNone/>
              <a:defRPr>
                <a:latin typeface="Oswald" pitchFamily="2" charset="77"/>
              </a:defRPr>
            </a:lvl2pPr>
            <a:lvl3pPr marL="465137" indent="0">
              <a:buNone/>
              <a:defRPr>
                <a:latin typeface="Oswald" pitchFamily="2" charset="77"/>
              </a:defRPr>
            </a:lvl3pPr>
            <a:lvl4pPr marL="688975" indent="0">
              <a:buNone/>
              <a:defRPr>
                <a:latin typeface="Oswald" pitchFamily="2" charset="77"/>
              </a:defRPr>
            </a:lvl4pPr>
            <a:lvl5pPr marL="914400" indent="0">
              <a:buNone/>
              <a:defRPr>
                <a:latin typeface="Oswald" pitchFamily="2" charset="77"/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79E10076-C8C0-B341-89E7-CB254C6B29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017" y="2065277"/>
            <a:ext cx="3530299" cy="3693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None/>
              <a:defRPr lang="en-US" sz="2400" b="1" i="0" kern="1200" dirty="0">
                <a:solidFill>
                  <a:schemeClr val="bg1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headline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3319147-3CFF-6747-8CCD-5194297A96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017" y="3125139"/>
            <a:ext cx="3530299" cy="270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  <a:defRPr lang="en-US" sz="16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B4D16F-881C-E243-B55D-580AA30453FA}"/>
              </a:ext>
            </a:extLst>
          </p:cNvPr>
          <p:cNvCxnSpPr>
            <a:cxnSpLocks/>
          </p:cNvCxnSpPr>
          <p:nvPr userDrawn="1"/>
        </p:nvCxnSpPr>
        <p:spPr>
          <a:xfrm>
            <a:off x="603015" y="2835446"/>
            <a:ext cx="1355328" cy="2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61227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/ content block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54">
            <a:extLst>
              <a:ext uri="{FF2B5EF4-FFF2-40B4-BE49-F238E27FC236}">
                <a16:creationId xmlns:a16="http://schemas.microsoft.com/office/drawing/2014/main" id="{2D1A91E5-059C-4DB7-ABC7-3C7EBBC156F0}"/>
              </a:ext>
            </a:extLst>
          </p:cNvPr>
          <p:cNvSpPr/>
          <p:nvPr userDrawn="1"/>
        </p:nvSpPr>
        <p:spPr>
          <a:xfrm>
            <a:off x="8996286" y="1299453"/>
            <a:ext cx="2619519" cy="4864354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>
            <a:noFill/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2B1E9FC-4FE3-426E-8A2B-7E5DFD1A38F5}"/>
              </a:ext>
            </a:extLst>
          </p:cNvPr>
          <p:cNvCxnSpPr>
            <a:cxnSpLocks/>
          </p:cNvCxnSpPr>
          <p:nvPr userDrawn="1"/>
        </p:nvCxnSpPr>
        <p:spPr>
          <a:xfrm>
            <a:off x="9146053" y="3323276"/>
            <a:ext cx="1153972" cy="1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84112C-E8C9-4589-BEA1-885A908F5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6053" y="3640913"/>
            <a:ext cx="2248937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400" b="0" i="0" kern="1200" dirty="0">
                <a:solidFill>
                  <a:srgbClr val="0E0F1A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74F39038-9FA3-4D07-A570-926D11F629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6053" y="2765611"/>
            <a:ext cx="2248937" cy="30777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>
                <a:schemeClr val="accent1"/>
              </a:buClr>
              <a:buNone/>
              <a:defRPr lang="en-US" sz="2000" b="1" i="0" kern="1200" dirty="0">
                <a:solidFill>
                  <a:srgbClr val="0E0F1A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868F1860-5000-4FCD-B983-1C97B67DE3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6053" y="1901307"/>
            <a:ext cx="2248937" cy="235898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schemeClr val="accent1"/>
              </a:buClr>
              <a:buNone/>
              <a:defRPr lang="en-US" sz="1400" b="0" i="0" kern="1200" cap="all" baseline="0" dirty="0">
                <a:solidFill>
                  <a:srgbClr val="0E0F1A"/>
                </a:solidFill>
                <a:latin typeface="Oswald Medium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Tag</a:t>
            </a:r>
          </a:p>
        </p:txBody>
      </p:sp>
      <p:sp>
        <p:nvSpPr>
          <p:cNvPr id="21" name="Chart Placeholder 3">
            <a:extLst>
              <a:ext uri="{FF2B5EF4-FFF2-40B4-BE49-F238E27FC236}">
                <a16:creationId xmlns:a16="http://schemas.microsoft.com/office/drawing/2014/main" id="{8A62633A-9B9B-47BD-B362-B5052FCD905F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13681" y="1424366"/>
            <a:ext cx="8059723" cy="4614525"/>
          </a:xfrm>
          <a:prstGeom prst="rect">
            <a:avLst/>
          </a:prstGeom>
        </p:spPr>
        <p:txBody>
          <a:bodyPr anchor="ctr" anchorCtr="1">
            <a:noAutofit/>
          </a:bodyPr>
          <a:lstStyle>
            <a:lvl1pPr marL="0" indent="0">
              <a:buNone/>
              <a:defRPr b="0" i="0"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grpSp>
        <p:nvGrpSpPr>
          <p:cNvPr id="13" name="Graphic 7">
            <a:extLst>
              <a:ext uri="{FF2B5EF4-FFF2-40B4-BE49-F238E27FC236}">
                <a16:creationId xmlns:a16="http://schemas.microsoft.com/office/drawing/2014/main" id="{6622129E-3DBE-9544-A7C0-9F187E2C17FD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182B8B6-4C35-504D-B58A-76FF4855D0D4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C87348A-5230-DB41-9087-57919A3F878C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271F179-26AB-CA4F-8C5F-A2D7E4536B42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696A380-2115-4048-B971-1B07FC054951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EB688E6-F9DF-AB45-94BE-ABCC05978D31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06307DF-175F-2142-B3F3-24EF41344606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58E3BD72-5706-5846-9119-AE9E6BDF3D18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D7FAE1C-1408-654E-B140-DE84369A648A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F712B1B-7E8F-FA4E-A419-CC71E766558A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5618497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/ content block - dark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54">
            <a:extLst>
              <a:ext uri="{FF2B5EF4-FFF2-40B4-BE49-F238E27FC236}">
                <a16:creationId xmlns:a16="http://schemas.microsoft.com/office/drawing/2014/main" id="{2D1A91E5-059C-4DB7-ABC7-3C7EBBC156F0}"/>
              </a:ext>
            </a:extLst>
          </p:cNvPr>
          <p:cNvSpPr/>
          <p:nvPr userDrawn="1"/>
        </p:nvSpPr>
        <p:spPr>
          <a:xfrm>
            <a:off x="8996286" y="1299453"/>
            <a:ext cx="2619519" cy="4864354"/>
          </a:xfrm>
          <a:prstGeom prst="roundRect">
            <a:avLst>
              <a:gd name="adj" fmla="val 2581"/>
            </a:avLst>
          </a:prstGeom>
          <a:gradFill>
            <a:gsLst>
              <a:gs pos="0">
                <a:srgbClr val="003D8D"/>
              </a:gs>
              <a:gs pos="89000">
                <a:srgbClr val="001C42"/>
              </a:gs>
            </a:gsLst>
            <a:lin ang="4800000" scaled="0"/>
          </a:gradFill>
          <a:ln w="25400">
            <a:solidFill>
              <a:srgbClr val="00B1F0"/>
            </a:solidFill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lvl="0"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sp>
        <p:nvSpPr>
          <p:cNvPr id="21" name="Chart Placeholder 3">
            <a:extLst>
              <a:ext uri="{FF2B5EF4-FFF2-40B4-BE49-F238E27FC236}">
                <a16:creationId xmlns:a16="http://schemas.microsoft.com/office/drawing/2014/main" id="{8A62633A-9B9B-47BD-B362-B5052FCD905F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13681" y="1424366"/>
            <a:ext cx="8059723" cy="4614525"/>
          </a:xfrm>
          <a:prstGeom prst="rect">
            <a:avLst/>
          </a:prstGeom>
        </p:spPr>
        <p:txBody>
          <a:bodyPr anchor="ctr" anchorCtr="1">
            <a:no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AE98D3-C89B-5247-B429-E122D1E59B43}"/>
              </a:ext>
            </a:extLst>
          </p:cNvPr>
          <p:cNvCxnSpPr>
            <a:cxnSpLocks/>
          </p:cNvCxnSpPr>
          <p:nvPr userDrawn="1"/>
        </p:nvCxnSpPr>
        <p:spPr>
          <a:xfrm>
            <a:off x="9146053" y="3323276"/>
            <a:ext cx="1153972" cy="1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7A2F4321-44D8-3949-8A41-79B3486BFD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6053" y="3640913"/>
            <a:ext cx="2248937" cy="2368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None/>
              <a:defRPr lang="en-US" sz="1400" b="0" i="0" kern="1200" dirty="0">
                <a:solidFill>
                  <a:schemeClr val="bg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ECE0CAA2-E9AF-8742-B79C-2E2536F2EE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6053" y="2765611"/>
            <a:ext cx="2248937" cy="307777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>
                <a:schemeClr val="accent1"/>
              </a:buClr>
              <a:buNone/>
              <a:defRPr lang="en-US" sz="2000" b="1" i="0" kern="1200" dirty="0">
                <a:solidFill>
                  <a:schemeClr val="bg1"/>
                </a:solidFill>
                <a:latin typeface="Raleway ExtraBold" panose="020B0003030101060003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A670616B-6AB4-DE42-936A-21AE9E5343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6053" y="1901307"/>
            <a:ext cx="2248937" cy="235898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>
                <a:schemeClr val="accent1"/>
              </a:buClr>
              <a:buNone/>
              <a:defRPr lang="en-US" sz="1400" b="0" i="0" kern="1200" cap="all" baseline="0" dirty="0">
                <a:solidFill>
                  <a:schemeClr val="bg1"/>
                </a:solidFill>
                <a:latin typeface="Oswald Medium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Tag</a:t>
            </a:r>
          </a:p>
        </p:txBody>
      </p:sp>
      <p:grpSp>
        <p:nvGrpSpPr>
          <p:cNvPr id="11" name="Graphic 20">
            <a:extLst>
              <a:ext uri="{FF2B5EF4-FFF2-40B4-BE49-F238E27FC236}">
                <a16:creationId xmlns:a16="http://schemas.microsoft.com/office/drawing/2014/main" id="{EE5FA3F0-313C-8B45-800B-F9B113D0FFAE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19E00D8-DB68-654C-B939-A84F2E6E2CF2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40E0A37-D73D-3C47-943F-F774E380A6B0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10AE0D5-ED01-7242-AF39-3F81C8BC19F1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20116AA-1BA3-7C47-A8C0-647D78946A9B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18F8D1B-0C86-6C47-97F1-584512394155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FC42A8F-EB08-644C-93FE-83B43CDC9D19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C49F18D-0316-3244-98A9-14ED612A4023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DE84BE7-0C69-0649-95DE-DD09080BE4E6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318CD91-831D-1346-9CBF-9CA34E09ED76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6260640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w/ circle images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54">
            <a:extLst>
              <a:ext uri="{FF2B5EF4-FFF2-40B4-BE49-F238E27FC236}">
                <a16:creationId xmlns:a16="http://schemas.microsoft.com/office/drawing/2014/main" id="{7F155119-4B16-44A2-A124-3D5E6B4C825C}"/>
              </a:ext>
            </a:extLst>
          </p:cNvPr>
          <p:cNvSpPr/>
          <p:nvPr userDrawn="1"/>
        </p:nvSpPr>
        <p:spPr>
          <a:xfrm>
            <a:off x="901338" y="1615913"/>
            <a:ext cx="2396382" cy="4420129"/>
          </a:xfrm>
          <a:prstGeom prst="roundRect">
            <a:avLst>
              <a:gd name="adj" fmla="val 2581"/>
            </a:avLst>
          </a:prstGeom>
          <a:gradFill>
            <a:gsLst>
              <a:gs pos="20000">
                <a:srgbClr val="013780"/>
              </a:gs>
              <a:gs pos="100000">
                <a:srgbClr val="00143C"/>
              </a:gs>
            </a:gsLst>
            <a:lin ang="5400000" scaled="0"/>
          </a:gradFill>
          <a:ln w="25400">
            <a:solidFill>
              <a:srgbClr val="00B0F0"/>
            </a:solidFill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AF7435AD-498B-45D3-B3B6-38F1278A02F8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498329" y="1848789"/>
            <a:ext cx="1202400" cy="1202400"/>
          </a:xfrm>
          <a:prstGeom prst="ellipse">
            <a:avLst/>
          </a:prstGeom>
          <a:noFill/>
          <a:ln w="0">
            <a:solidFill>
              <a:schemeClr val="bg1"/>
            </a:solidFill>
          </a:ln>
          <a:effectLst>
            <a:outerShdw blurRad="228600" dist="152400" dir="72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E9E677-323F-41A4-90E8-4FF6DE30B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1429" y="3270165"/>
            <a:ext cx="2056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00000"/>
              </a:lnSpc>
              <a:spcAft>
                <a:spcPts val="100"/>
              </a:spcAft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anose="020B0003030101060003" pitchFamily="34" charset="0"/>
                <a:ea typeface="Roboto Slab" pitchFamily="2" charset="0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DD05B8F-3C32-4BCE-B579-75A9C1A55B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1429" y="4028161"/>
            <a:ext cx="2056200" cy="18915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600"/>
              </a:spcAft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anose="020B0003030101060003" pitchFamily="34" charset="0"/>
                <a:ea typeface="Roboto Slab Light" pitchFamily="2" charset="0"/>
                <a:cs typeface="Georgi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lang="en-US" dirty="0"/>
              <a:t>Text</a:t>
            </a:r>
          </a:p>
        </p:txBody>
      </p:sp>
      <p:sp>
        <p:nvSpPr>
          <p:cNvPr id="38" name="Rectangle: Rounded Corners 54">
            <a:extLst>
              <a:ext uri="{FF2B5EF4-FFF2-40B4-BE49-F238E27FC236}">
                <a16:creationId xmlns:a16="http://schemas.microsoft.com/office/drawing/2014/main" id="{4CAFC04B-1778-4828-AC66-974CDCE39893}"/>
              </a:ext>
            </a:extLst>
          </p:cNvPr>
          <p:cNvSpPr/>
          <p:nvPr userDrawn="1"/>
        </p:nvSpPr>
        <p:spPr>
          <a:xfrm>
            <a:off x="3565652" y="1615913"/>
            <a:ext cx="2396382" cy="4420129"/>
          </a:xfrm>
          <a:prstGeom prst="roundRect">
            <a:avLst>
              <a:gd name="adj" fmla="val 2581"/>
            </a:avLst>
          </a:prstGeom>
          <a:gradFill>
            <a:gsLst>
              <a:gs pos="20000">
                <a:srgbClr val="013780"/>
              </a:gs>
              <a:gs pos="100000">
                <a:srgbClr val="00143C"/>
              </a:gs>
            </a:gsLst>
            <a:lin ang="5400000" scaled="0"/>
          </a:gradFill>
          <a:ln w="25400">
            <a:solidFill>
              <a:srgbClr val="FF00D0"/>
            </a:solidFill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lvl="0"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57DBAC41-36B7-42B1-BCD3-0B6D342166DD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162643" y="1848789"/>
            <a:ext cx="1202400" cy="1202400"/>
          </a:xfrm>
          <a:prstGeom prst="ellipse">
            <a:avLst/>
          </a:prstGeom>
          <a:noFill/>
          <a:ln w="0">
            <a:solidFill>
              <a:schemeClr val="bg1"/>
            </a:solidFill>
          </a:ln>
          <a:effectLst>
            <a:outerShdw blurRad="228600" dist="152400" dir="72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4949964B-C873-4B7E-AC73-0BA65EDF1E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35743" y="3270165"/>
            <a:ext cx="2056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00000"/>
              </a:lnSpc>
              <a:spcAft>
                <a:spcPts val="100"/>
              </a:spcAft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anose="020B0003030101060003" pitchFamily="34" charset="0"/>
                <a:ea typeface="Roboto Slab" pitchFamily="2" charset="0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BCB6C076-4F2C-4DA4-BADB-067229972E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5743" y="4028161"/>
            <a:ext cx="2056200" cy="18915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600"/>
              </a:spcAft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anose="020B0003030101060003" pitchFamily="34" charset="0"/>
                <a:ea typeface="Roboto Slab Light" pitchFamily="2" charset="0"/>
                <a:cs typeface="Georgi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lang="en-US" dirty="0"/>
              <a:t>Text</a:t>
            </a:r>
          </a:p>
        </p:txBody>
      </p:sp>
      <p:sp>
        <p:nvSpPr>
          <p:cNvPr id="42" name="Rectangle: Rounded Corners 54">
            <a:extLst>
              <a:ext uri="{FF2B5EF4-FFF2-40B4-BE49-F238E27FC236}">
                <a16:creationId xmlns:a16="http://schemas.microsoft.com/office/drawing/2014/main" id="{827C44FD-214C-4DB6-A0F3-9BF99FA4C9E2}"/>
              </a:ext>
            </a:extLst>
          </p:cNvPr>
          <p:cNvSpPr/>
          <p:nvPr userDrawn="1"/>
        </p:nvSpPr>
        <p:spPr>
          <a:xfrm>
            <a:off x="6229966" y="1615913"/>
            <a:ext cx="2396382" cy="4420129"/>
          </a:xfrm>
          <a:prstGeom prst="roundRect">
            <a:avLst>
              <a:gd name="adj" fmla="val 2581"/>
            </a:avLst>
          </a:prstGeom>
          <a:gradFill>
            <a:gsLst>
              <a:gs pos="20000">
                <a:srgbClr val="013780"/>
              </a:gs>
              <a:gs pos="100000">
                <a:srgbClr val="00143C"/>
              </a:gs>
            </a:gsLst>
            <a:lin ang="5400000" scaled="0"/>
          </a:gradFill>
          <a:ln w="25400">
            <a:solidFill>
              <a:srgbClr val="429D69"/>
            </a:solidFill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lvl="0"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A21AA230-F4F8-4E34-8919-82FF1243F0DC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826957" y="1848789"/>
            <a:ext cx="1202400" cy="1202400"/>
          </a:xfrm>
          <a:prstGeom prst="ellipse">
            <a:avLst/>
          </a:prstGeom>
          <a:noFill/>
          <a:ln w="0">
            <a:solidFill>
              <a:schemeClr val="bg1"/>
            </a:solidFill>
          </a:ln>
          <a:effectLst>
            <a:outerShdw blurRad="228600" dist="152400" dir="72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2D2F472-B47F-4241-A537-2D90AFD031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0057" y="3270165"/>
            <a:ext cx="2056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00000"/>
              </a:lnSpc>
              <a:spcAft>
                <a:spcPts val="100"/>
              </a:spcAft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anose="020B0003030101060003" pitchFamily="34" charset="0"/>
                <a:ea typeface="Roboto Slab" pitchFamily="2" charset="0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501379A8-0471-4405-863A-1F5E8B0A04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00057" y="4028161"/>
            <a:ext cx="2056200" cy="18915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600"/>
              </a:spcAft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anose="020B0003030101060003" pitchFamily="34" charset="0"/>
                <a:ea typeface="Roboto Slab Light" pitchFamily="2" charset="0"/>
                <a:cs typeface="Georgi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lang="en-US" dirty="0"/>
              <a:t>Text</a:t>
            </a:r>
          </a:p>
        </p:txBody>
      </p:sp>
      <p:sp>
        <p:nvSpPr>
          <p:cNvPr id="46" name="Rectangle: Rounded Corners 54">
            <a:extLst>
              <a:ext uri="{FF2B5EF4-FFF2-40B4-BE49-F238E27FC236}">
                <a16:creationId xmlns:a16="http://schemas.microsoft.com/office/drawing/2014/main" id="{7E7EE8D3-7216-486A-B8F9-6EA347C8F178}"/>
              </a:ext>
            </a:extLst>
          </p:cNvPr>
          <p:cNvSpPr/>
          <p:nvPr userDrawn="1"/>
        </p:nvSpPr>
        <p:spPr>
          <a:xfrm>
            <a:off x="8894280" y="1615913"/>
            <a:ext cx="2396382" cy="4420129"/>
          </a:xfrm>
          <a:prstGeom prst="roundRect">
            <a:avLst>
              <a:gd name="adj" fmla="val 2581"/>
            </a:avLst>
          </a:prstGeom>
          <a:gradFill>
            <a:gsLst>
              <a:gs pos="20000">
                <a:srgbClr val="013780"/>
              </a:gs>
              <a:gs pos="100000">
                <a:srgbClr val="00143C"/>
              </a:gs>
            </a:gsLst>
            <a:lin ang="5400000" scaled="0"/>
          </a:gradFill>
          <a:ln w="25400">
            <a:solidFill>
              <a:srgbClr val="00EAFF"/>
            </a:solidFill>
          </a:ln>
          <a:effectLst>
            <a:outerShdw blurRad="254000" dist="127000" dir="5400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0" rIns="365760" bIns="548640" rtlCol="0" anchor="b" anchorCtr="0"/>
          <a:lstStyle/>
          <a:p>
            <a:pPr lvl="0" algn="ctr">
              <a:lnSpc>
                <a:spcPct val="130000"/>
              </a:lnSpc>
              <a:spcBef>
                <a:spcPts val="600"/>
              </a:spcBef>
            </a:pPr>
            <a:endParaRPr lang="en-US" sz="1100" b="0" i="0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  <p:sp>
        <p:nvSpPr>
          <p:cNvPr id="47" name="Picture Placeholder 3">
            <a:extLst>
              <a:ext uri="{FF2B5EF4-FFF2-40B4-BE49-F238E27FC236}">
                <a16:creationId xmlns:a16="http://schemas.microsoft.com/office/drawing/2014/main" id="{CED960D3-5446-4093-B0A9-6CDAA07DF3BC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9491271" y="1848789"/>
            <a:ext cx="1202400" cy="1202400"/>
          </a:xfrm>
          <a:prstGeom prst="ellipse">
            <a:avLst/>
          </a:prstGeom>
          <a:noFill/>
          <a:ln w="0">
            <a:solidFill>
              <a:schemeClr val="bg1"/>
            </a:solidFill>
          </a:ln>
          <a:effectLst>
            <a:outerShdw blurRad="228600" dist="152400" dir="7200000" algn="tl" rotWithShape="0">
              <a:prstClr val="black">
                <a:alpha val="40000"/>
              </a:prst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Raleway" panose="020B00030301010600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1BF4FB6B-CF70-46D6-84F8-967C9CC77C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64371" y="3270165"/>
            <a:ext cx="20562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00000"/>
              </a:lnSpc>
              <a:spcAft>
                <a:spcPts val="100"/>
              </a:spcAft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anose="020B0003030101060003" pitchFamily="34" charset="0"/>
                <a:ea typeface="Roboto Slab" pitchFamily="2" charset="0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11AA7216-FAF0-4A14-9209-09FF76B375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4371" y="4028161"/>
            <a:ext cx="2056200" cy="18915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20000"/>
              </a:lnSpc>
              <a:spcAft>
                <a:spcPts val="600"/>
              </a:spcAft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anose="020B0003030101060003" pitchFamily="34" charset="0"/>
                <a:ea typeface="Roboto Slab Light" pitchFamily="2" charset="0"/>
                <a:cs typeface="Georgi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lang="en-US" dirty="0"/>
              <a:t>Text</a:t>
            </a:r>
          </a:p>
        </p:txBody>
      </p:sp>
      <p:grpSp>
        <p:nvGrpSpPr>
          <p:cNvPr id="3" name="Graphic 20">
            <a:extLst>
              <a:ext uri="{FF2B5EF4-FFF2-40B4-BE49-F238E27FC236}">
                <a16:creationId xmlns:a16="http://schemas.microsoft.com/office/drawing/2014/main" id="{60514A71-A993-8A42-B2AC-109C67E1B1AE}"/>
              </a:ext>
            </a:extLst>
          </p:cNvPr>
          <p:cNvGrpSpPr/>
          <p:nvPr/>
        </p:nvGrpSpPr>
        <p:grpSpPr>
          <a:xfrm>
            <a:off x="10734518" y="296596"/>
            <a:ext cx="1064164" cy="338640"/>
            <a:chOff x="10734518" y="296596"/>
            <a:chExt cx="1064164" cy="33864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E1A64C14-59D8-9F4B-AF28-CCF4549FBCBF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12D7324C-CB65-7340-B357-875231C2617F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2263074-00B4-3840-A6FA-18D4D5C57285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FFFFFF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D77EE6D-3AEF-5146-9D5D-89FE8F8CD940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753734B-9FE9-9F45-985F-86E675172C74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A78A3AD-DD93-6441-81FD-928CBF02C60C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7426271-CA84-FF44-A114-67A729B1F5B0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767595C-A231-794F-BE7C-14C135105F54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AEB7FDD-0C49-3249-B136-51D164C4235D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00B0F0"/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319546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journey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27EDE9-6F9D-4B49-A230-F1873A19A29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3711" y="1650244"/>
            <a:ext cx="3087054" cy="522311"/>
          </a:xfrm>
          <a:prstGeom prst="chevron">
            <a:avLst/>
          </a:prstGeom>
          <a:gradFill>
            <a:gsLst>
              <a:gs pos="0">
                <a:srgbClr val="006FFF"/>
              </a:gs>
              <a:gs pos="100000">
                <a:srgbClr val="003D8D"/>
              </a:gs>
            </a:gsLst>
            <a:lin ang="13500000" scaled="1"/>
          </a:gradFill>
        </p:spPr>
        <p:txBody>
          <a:bodyPr anchor="ctr" anchorCtr="1">
            <a:normAutofit/>
          </a:bodyPr>
          <a:lstStyle>
            <a:lvl1pPr marL="0" indent="0">
              <a:buNone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anose="020B0003030101060003" pitchFamily="34" charset="0"/>
                <a:ea typeface="+mn-ea"/>
                <a:cs typeface="Calibri" panose="020F0502020204030204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Title</a:t>
            </a:r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6869CF64-1B64-4FFF-BF7E-3D7009F879F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6993" y="1650244"/>
            <a:ext cx="3087054" cy="522311"/>
          </a:xfrm>
          <a:prstGeom prst="chevron">
            <a:avLst/>
          </a:prstGeom>
          <a:gradFill>
            <a:gsLst>
              <a:gs pos="0">
                <a:srgbClr val="006FFF"/>
              </a:gs>
              <a:gs pos="100000">
                <a:srgbClr val="003D8D"/>
              </a:gs>
            </a:gsLst>
            <a:lin ang="13500000" scaled="1"/>
          </a:gradFill>
        </p:spPr>
        <p:txBody>
          <a:bodyPr anchor="ctr" anchorCtr="1">
            <a:normAutofit/>
          </a:bodyPr>
          <a:lstStyle>
            <a:lvl1pPr marL="0" indent="0">
              <a:buNone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anose="020B0003030101060003" pitchFamily="34" charset="0"/>
                <a:ea typeface="+mn-ea"/>
                <a:cs typeface="Calibri" panose="020F0502020204030204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Title</a:t>
            </a: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D8D1E9F4-9574-4E7C-9339-199B24ACF83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70275" y="1650244"/>
            <a:ext cx="3087054" cy="522311"/>
          </a:xfrm>
          <a:prstGeom prst="chevron">
            <a:avLst/>
          </a:prstGeom>
          <a:gradFill>
            <a:gsLst>
              <a:gs pos="0">
                <a:srgbClr val="006FFF"/>
              </a:gs>
              <a:gs pos="100000">
                <a:srgbClr val="003D8D"/>
              </a:gs>
            </a:gsLst>
            <a:lin ang="13500000" scaled="1"/>
          </a:gradFill>
        </p:spPr>
        <p:txBody>
          <a:bodyPr anchor="ctr" anchorCtr="1">
            <a:normAutofit/>
          </a:bodyPr>
          <a:lstStyle>
            <a:lvl1pPr marL="0" indent="0">
              <a:buNone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anose="020B0003030101060003" pitchFamily="34" charset="0"/>
                <a:ea typeface="+mn-ea"/>
                <a:cs typeface="Calibri" panose="020F0502020204030204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Title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B1FB57DB-8CBC-4E8F-A930-B6EFE943638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13557" y="1650244"/>
            <a:ext cx="3087054" cy="522311"/>
          </a:xfrm>
          <a:prstGeom prst="chevron">
            <a:avLst/>
          </a:prstGeom>
          <a:gradFill>
            <a:gsLst>
              <a:gs pos="0">
                <a:srgbClr val="006FFF"/>
              </a:gs>
              <a:gs pos="100000">
                <a:srgbClr val="003D8D"/>
              </a:gs>
            </a:gsLst>
            <a:lin ang="13500000" scaled="1"/>
          </a:gradFill>
        </p:spPr>
        <p:txBody>
          <a:bodyPr anchor="ctr" anchorCtr="1">
            <a:normAutofit/>
          </a:bodyPr>
          <a:lstStyle>
            <a:lvl1pPr marL="0" indent="0">
              <a:buNone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anose="020B0003030101060003" pitchFamily="34" charset="0"/>
                <a:ea typeface="+mn-ea"/>
                <a:cs typeface="Calibri" panose="020F0502020204030204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A898BA-E9C9-0044-A5D9-C0B6909439D0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10737" y="2352675"/>
            <a:ext cx="2574354" cy="3378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/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26E63EB5-38E0-4249-A231-D07E23A27129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3459601" y="2352675"/>
            <a:ext cx="2574354" cy="3378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/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DB638128-E1C5-2E42-A308-E041FB4CDCD9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308465" y="2352675"/>
            <a:ext cx="2574354" cy="3378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/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7329C30A-720E-EC43-82A2-BD841AB353EA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9157329" y="2352675"/>
            <a:ext cx="2574354" cy="3378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/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14" name="Graphic 7">
            <a:extLst>
              <a:ext uri="{FF2B5EF4-FFF2-40B4-BE49-F238E27FC236}">
                <a16:creationId xmlns:a16="http://schemas.microsoft.com/office/drawing/2014/main" id="{C49FCDFE-49A7-144A-B291-1860B019BD34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BF4D846-E8C5-9A45-B868-2B0E9919C9C3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86F169A-A96E-F944-838B-314097DB68E2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FE57097-768C-7C41-B082-BB76579CAEC8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BC8B70E-CD4F-E544-B430-175EFCC15A9A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F4AF3BF-1298-E14E-84D7-03A7D0FCC51F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96D6234-4C32-4B42-B8B9-070442F23514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A56DB98-8A75-354F-A26C-1DB74B083ACB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EB649D9-6045-2340-A9C1-3FA5A0F3C648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50A3AE90-891A-5648-A7CE-18B0A886D7BE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6650595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column journey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80F9-0DB6-4C37-BC98-FB067ECD55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760" y="228600"/>
            <a:ext cx="10149840" cy="4736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 dirty="0"/>
              <a:t>Click to edit headline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9AFE54-A1DF-44DA-BED9-EAFCF33BA2FA}"/>
              </a:ext>
            </a:extLst>
          </p:cNvPr>
          <p:cNvCxnSpPr>
            <a:cxnSpLocks/>
          </p:cNvCxnSpPr>
          <p:nvPr userDrawn="1"/>
        </p:nvCxnSpPr>
        <p:spPr>
          <a:xfrm>
            <a:off x="365759" y="851874"/>
            <a:ext cx="1828800" cy="0"/>
          </a:xfrm>
          <a:prstGeom prst="line">
            <a:avLst/>
          </a:prstGeom>
          <a:ln w="63500">
            <a:solidFill>
              <a:srgbClr val="00B1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27EDE9-6F9D-4B49-A230-F1873A19A29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07263" y="1650244"/>
            <a:ext cx="2551285" cy="522311"/>
          </a:xfrm>
          <a:prstGeom prst="chevron">
            <a:avLst/>
          </a:prstGeom>
          <a:gradFill>
            <a:gsLst>
              <a:gs pos="0">
                <a:srgbClr val="006FFF"/>
              </a:gs>
              <a:gs pos="100000">
                <a:srgbClr val="003D8D"/>
              </a:gs>
            </a:gsLst>
            <a:lin ang="13500000" scaled="1"/>
          </a:gradFill>
        </p:spPr>
        <p:txBody>
          <a:bodyPr anchor="ctr" anchorCtr="1">
            <a:normAutofit/>
          </a:bodyPr>
          <a:lstStyle>
            <a:lvl1pPr marL="0" indent="0">
              <a:buNone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anose="020B0003030101060003" pitchFamily="34" charset="0"/>
                <a:ea typeface="+mn-ea"/>
                <a:cs typeface="Calibri" panose="020F0502020204030204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Title</a:t>
            </a:r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6869CF64-1B64-4FFF-BF7E-3D7009F879F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26289" y="1650244"/>
            <a:ext cx="2551285" cy="522311"/>
          </a:xfrm>
          <a:prstGeom prst="chevron">
            <a:avLst/>
          </a:prstGeom>
          <a:gradFill>
            <a:gsLst>
              <a:gs pos="0">
                <a:srgbClr val="006FFF"/>
              </a:gs>
              <a:gs pos="100000">
                <a:srgbClr val="003D8D"/>
              </a:gs>
            </a:gsLst>
            <a:lin ang="13500000" scaled="1"/>
          </a:gradFill>
        </p:spPr>
        <p:txBody>
          <a:bodyPr anchor="ctr" anchorCtr="1">
            <a:normAutofit/>
          </a:bodyPr>
          <a:lstStyle>
            <a:lvl1pPr marL="0" indent="0">
              <a:buNone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anose="020B0003030101060003" pitchFamily="34" charset="0"/>
                <a:ea typeface="+mn-ea"/>
                <a:cs typeface="Calibri" panose="020F0502020204030204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Title</a:t>
            </a: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D8D1E9F4-9574-4E7C-9339-199B24ACF83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45315" y="1650244"/>
            <a:ext cx="2551285" cy="522311"/>
          </a:xfrm>
          <a:prstGeom prst="chevron">
            <a:avLst/>
          </a:prstGeom>
          <a:gradFill>
            <a:gsLst>
              <a:gs pos="0">
                <a:srgbClr val="006FFF"/>
              </a:gs>
              <a:gs pos="100000">
                <a:srgbClr val="003D8D"/>
              </a:gs>
            </a:gsLst>
            <a:lin ang="13500000" scaled="1"/>
          </a:gradFill>
        </p:spPr>
        <p:txBody>
          <a:bodyPr anchor="ctr" anchorCtr="1">
            <a:normAutofit/>
          </a:bodyPr>
          <a:lstStyle>
            <a:lvl1pPr marL="0" indent="0">
              <a:buNone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anose="020B0003030101060003" pitchFamily="34" charset="0"/>
                <a:ea typeface="+mn-ea"/>
                <a:cs typeface="Calibri" panose="020F0502020204030204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Title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B1FB57DB-8CBC-4E8F-A930-B6EFE943638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64341" y="1650244"/>
            <a:ext cx="2551285" cy="522311"/>
          </a:xfrm>
          <a:prstGeom prst="chevron">
            <a:avLst/>
          </a:prstGeom>
          <a:gradFill>
            <a:gsLst>
              <a:gs pos="0">
                <a:srgbClr val="006FFF"/>
              </a:gs>
              <a:gs pos="100000">
                <a:srgbClr val="003D8D"/>
              </a:gs>
            </a:gsLst>
            <a:lin ang="13500000" scaled="1"/>
          </a:gradFill>
        </p:spPr>
        <p:txBody>
          <a:bodyPr anchor="ctr" anchorCtr="1">
            <a:normAutofit/>
          </a:bodyPr>
          <a:lstStyle>
            <a:lvl1pPr marL="0" indent="0">
              <a:buNone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anose="020B0003030101060003" pitchFamily="34" charset="0"/>
                <a:ea typeface="+mn-ea"/>
                <a:cs typeface="Calibri" panose="020F0502020204030204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A898BA-E9C9-0044-A5D9-C0B6909439D0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365759" y="2352675"/>
            <a:ext cx="2160530" cy="3378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/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F540452E-B40E-4F4E-9B8F-D8BBBBBA3F8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80821" y="1650244"/>
            <a:ext cx="2551285" cy="522311"/>
          </a:xfrm>
          <a:prstGeom prst="chevron">
            <a:avLst/>
          </a:prstGeom>
          <a:gradFill>
            <a:gsLst>
              <a:gs pos="0">
                <a:srgbClr val="006FFF"/>
              </a:gs>
              <a:gs pos="100000">
                <a:srgbClr val="003D8D"/>
              </a:gs>
            </a:gsLst>
            <a:lin ang="13500000" scaled="1"/>
          </a:gradFill>
        </p:spPr>
        <p:txBody>
          <a:bodyPr anchor="ctr" anchorCtr="1">
            <a:normAutofit/>
          </a:bodyPr>
          <a:lstStyle>
            <a:lvl1pPr marL="0" indent="0">
              <a:buNone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 panose="020B0003030101060003" pitchFamily="34" charset="0"/>
                <a:ea typeface="+mn-ea"/>
                <a:cs typeface="Calibri" panose="020F0502020204030204" pitchFamily="34" charset="0"/>
              </a:defRPr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Title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1C947A50-20C9-AC4F-9C79-98EF0FA75855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2676143" y="2352675"/>
            <a:ext cx="2160530" cy="3378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/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18DA63AE-D99C-B043-AA11-6A8F3A964C90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986527" y="2352675"/>
            <a:ext cx="2160530" cy="3378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/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B1257A55-B6EE-E04F-A052-08735944B55B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7296911" y="2352675"/>
            <a:ext cx="2160530" cy="3378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/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B5E0C83F-32C4-A649-9CC0-91404518D48D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9607295" y="2352675"/>
            <a:ext cx="2160530" cy="3378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None/>
              <a:defRPr/>
            </a:lvl1pPr>
            <a:lvl2pPr marL="225425" indent="0">
              <a:buNone/>
              <a:defRPr/>
            </a:lvl2pPr>
            <a:lvl3pPr marL="465137" indent="0">
              <a:buNone/>
              <a:defRPr/>
            </a:lvl3pPr>
            <a:lvl4pPr marL="688975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content</a:t>
            </a:r>
          </a:p>
        </p:txBody>
      </p:sp>
      <p:grpSp>
        <p:nvGrpSpPr>
          <p:cNvPr id="16" name="Graphic 7">
            <a:extLst>
              <a:ext uri="{FF2B5EF4-FFF2-40B4-BE49-F238E27FC236}">
                <a16:creationId xmlns:a16="http://schemas.microsoft.com/office/drawing/2014/main" id="{C1F9103D-370E-2C4A-9371-41D7D0E2C152}"/>
              </a:ext>
            </a:extLst>
          </p:cNvPr>
          <p:cNvGrpSpPr/>
          <p:nvPr userDrawn="1"/>
        </p:nvGrpSpPr>
        <p:grpSpPr>
          <a:xfrm>
            <a:off x="10734518" y="296596"/>
            <a:ext cx="1064164" cy="338640"/>
            <a:chOff x="10734518" y="296596"/>
            <a:chExt cx="1064164" cy="338640"/>
          </a:xfrm>
          <a:solidFill>
            <a:srgbClr val="9798A5">
              <a:alpha val="60000"/>
            </a:srgbClr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8D2EE7B5-6105-D64D-9785-AD74F3869957}"/>
                </a:ext>
              </a:extLst>
            </p:cNvPr>
            <p:cNvSpPr/>
            <p:nvPr/>
          </p:nvSpPr>
          <p:spPr>
            <a:xfrm>
              <a:off x="11150291" y="296596"/>
              <a:ext cx="179933" cy="277802"/>
            </a:xfrm>
            <a:custGeom>
              <a:avLst/>
              <a:gdLst>
                <a:gd name="connsiteX0" fmla="*/ 94378 w 179933"/>
                <a:gd name="connsiteY0" fmla="*/ 90891 h 277802"/>
                <a:gd name="connsiteX1" fmla="*/ 34319 w 179933"/>
                <a:gd name="connsiteY1" fmla="*/ 90891 h 277802"/>
                <a:gd name="connsiteX2" fmla="*/ 34319 w 179933"/>
                <a:gd name="connsiteY2" fmla="*/ 17103 h 277802"/>
                <a:gd name="connsiteX3" fmla="*/ 34319 w 179933"/>
                <a:gd name="connsiteY3" fmla="*/ 17103 h 277802"/>
                <a:gd name="connsiteX4" fmla="*/ 17160 w 179933"/>
                <a:gd name="connsiteY4" fmla="*/ 0 h 277802"/>
                <a:gd name="connsiteX5" fmla="*/ 0 w 179933"/>
                <a:gd name="connsiteY5" fmla="*/ 17103 h 277802"/>
                <a:gd name="connsiteX6" fmla="*/ 0 w 179933"/>
                <a:gd name="connsiteY6" fmla="*/ 17103 h 277802"/>
                <a:gd name="connsiteX7" fmla="*/ 0 w 179933"/>
                <a:gd name="connsiteY7" fmla="*/ 260455 h 277802"/>
                <a:gd name="connsiteX8" fmla="*/ 17160 w 179933"/>
                <a:gd name="connsiteY8" fmla="*/ 277559 h 277802"/>
                <a:gd name="connsiteX9" fmla="*/ 34319 w 179933"/>
                <a:gd name="connsiteY9" fmla="*/ 260455 h 277802"/>
                <a:gd name="connsiteX10" fmla="*/ 34319 w 179933"/>
                <a:gd name="connsiteY10" fmla="*/ 123631 h 277802"/>
                <a:gd name="connsiteX11" fmla="*/ 94378 w 179933"/>
                <a:gd name="connsiteY11" fmla="*/ 123631 h 277802"/>
                <a:gd name="connsiteX12" fmla="*/ 145612 w 179933"/>
                <a:gd name="connsiteY12" fmla="*/ 165167 h 277802"/>
                <a:gd name="connsiteX13" fmla="*/ 145612 w 179933"/>
                <a:gd name="connsiteY13" fmla="*/ 260700 h 277802"/>
                <a:gd name="connsiteX14" fmla="*/ 145612 w 179933"/>
                <a:gd name="connsiteY14" fmla="*/ 260700 h 277802"/>
                <a:gd name="connsiteX15" fmla="*/ 162772 w 179933"/>
                <a:gd name="connsiteY15" fmla="*/ 277803 h 277802"/>
                <a:gd name="connsiteX16" fmla="*/ 179932 w 179933"/>
                <a:gd name="connsiteY16" fmla="*/ 260700 h 277802"/>
                <a:gd name="connsiteX17" fmla="*/ 179932 w 179933"/>
                <a:gd name="connsiteY17" fmla="*/ 165167 h 277802"/>
                <a:gd name="connsiteX18" fmla="*/ 94378 w 179933"/>
                <a:gd name="connsiteY18" fmla="*/ 90891 h 277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9933" h="277802">
                  <a:moveTo>
                    <a:pt x="94378" y="90891"/>
                  </a:moveTo>
                  <a:lnTo>
                    <a:pt x="34319" y="90891"/>
                  </a:lnTo>
                  <a:lnTo>
                    <a:pt x="34319" y="17103"/>
                  </a:lnTo>
                  <a:lnTo>
                    <a:pt x="34319" y="17103"/>
                  </a:lnTo>
                  <a:cubicBezTo>
                    <a:pt x="34319" y="7574"/>
                    <a:pt x="26720" y="0"/>
                    <a:pt x="17160" y="0"/>
                  </a:cubicBezTo>
                  <a:cubicBezTo>
                    <a:pt x="7599" y="0"/>
                    <a:pt x="0" y="7574"/>
                    <a:pt x="0" y="17103"/>
                  </a:cubicBezTo>
                  <a:lnTo>
                    <a:pt x="0" y="17103"/>
                  </a:lnTo>
                  <a:lnTo>
                    <a:pt x="0" y="260455"/>
                  </a:lnTo>
                  <a:cubicBezTo>
                    <a:pt x="0" y="269984"/>
                    <a:pt x="7599" y="277559"/>
                    <a:pt x="17160" y="277559"/>
                  </a:cubicBezTo>
                  <a:cubicBezTo>
                    <a:pt x="26720" y="277559"/>
                    <a:pt x="34319" y="269984"/>
                    <a:pt x="34319" y="260455"/>
                  </a:cubicBezTo>
                  <a:lnTo>
                    <a:pt x="34319" y="123631"/>
                  </a:lnTo>
                  <a:lnTo>
                    <a:pt x="94378" y="123631"/>
                  </a:lnTo>
                  <a:cubicBezTo>
                    <a:pt x="129923" y="123631"/>
                    <a:pt x="145612" y="139024"/>
                    <a:pt x="145612" y="165167"/>
                  </a:cubicBezTo>
                  <a:lnTo>
                    <a:pt x="145612" y="260700"/>
                  </a:lnTo>
                  <a:lnTo>
                    <a:pt x="145612" y="260700"/>
                  </a:lnTo>
                  <a:cubicBezTo>
                    <a:pt x="145612" y="270229"/>
                    <a:pt x="153212" y="277803"/>
                    <a:pt x="162772" y="277803"/>
                  </a:cubicBezTo>
                  <a:cubicBezTo>
                    <a:pt x="172332" y="277803"/>
                    <a:pt x="179932" y="270229"/>
                    <a:pt x="179932" y="260700"/>
                  </a:cubicBezTo>
                  <a:lnTo>
                    <a:pt x="179932" y="165167"/>
                  </a:lnTo>
                  <a:cubicBezTo>
                    <a:pt x="180177" y="118500"/>
                    <a:pt x="151986" y="90891"/>
                    <a:pt x="94378" y="90891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318186C-4DCB-4A49-9C5B-D5B2D9830C20}"/>
                </a:ext>
              </a:extLst>
            </p:cNvPr>
            <p:cNvSpPr/>
            <p:nvPr/>
          </p:nvSpPr>
          <p:spPr>
            <a:xfrm>
              <a:off x="11369690" y="389441"/>
              <a:ext cx="189737" cy="245795"/>
            </a:xfrm>
            <a:custGeom>
              <a:avLst/>
              <a:gdLst>
                <a:gd name="connsiteX0" fmla="*/ 125021 w 189737"/>
                <a:gd name="connsiteY0" fmla="*/ 0 h 245795"/>
                <a:gd name="connsiteX1" fmla="*/ 76238 w 189737"/>
                <a:gd name="connsiteY1" fmla="*/ 0 h 245795"/>
                <a:gd name="connsiteX2" fmla="*/ 0 w 189737"/>
                <a:gd name="connsiteY2" fmla="*/ 83805 h 245795"/>
                <a:gd name="connsiteX3" fmla="*/ 76238 w 189737"/>
                <a:gd name="connsiteY3" fmla="*/ 168099 h 245795"/>
                <a:gd name="connsiteX4" fmla="*/ 153947 w 189737"/>
                <a:gd name="connsiteY4" fmla="*/ 168099 h 245795"/>
                <a:gd name="connsiteX5" fmla="*/ 153947 w 189737"/>
                <a:gd name="connsiteY5" fmla="*/ 176162 h 245795"/>
                <a:gd name="connsiteX6" fmla="*/ 118892 w 189737"/>
                <a:gd name="connsiteY6" fmla="*/ 211834 h 245795"/>
                <a:gd name="connsiteX7" fmla="*/ 18140 w 189737"/>
                <a:gd name="connsiteY7" fmla="*/ 211834 h 245795"/>
                <a:gd name="connsiteX8" fmla="*/ 490 w 189737"/>
                <a:gd name="connsiteY8" fmla="*/ 228204 h 245795"/>
                <a:gd name="connsiteX9" fmla="*/ 16915 w 189737"/>
                <a:gd name="connsiteY9" fmla="*/ 245796 h 245795"/>
                <a:gd name="connsiteX10" fmla="*/ 18140 w 189737"/>
                <a:gd name="connsiteY10" fmla="*/ 245796 h 245795"/>
                <a:gd name="connsiteX11" fmla="*/ 123059 w 189737"/>
                <a:gd name="connsiteY11" fmla="*/ 245796 h 245795"/>
                <a:gd name="connsiteX12" fmla="*/ 189737 w 189737"/>
                <a:gd name="connsiteY12" fmla="*/ 176406 h 245795"/>
                <a:gd name="connsiteX13" fmla="*/ 189737 w 189737"/>
                <a:gd name="connsiteY13" fmla="*/ 75009 h 245795"/>
                <a:gd name="connsiteX14" fmla="*/ 125021 w 189737"/>
                <a:gd name="connsiteY14" fmla="*/ 0 h 245795"/>
                <a:gd name="connsiteX15" fmla="*/ 153947 w 189737"/>
                <a:gd name="connsiteY15" fmla="*/ 136092 h 245795"/>
                <a:gd name="connsiteX16" fmla="*/ 79670 w 189737"/>
                <a:gd name="connsiteY16" fmla="*/ 136092 h 245795"/>
                <a:gd name="connsiteX17" fmla="*/ 35545 w 189737"/>
                <a:gd name="connsiteY17" fmla="*/ 85027 h 245795"/>
                <a:gd name="connsiteX18" fmla="*/ 79670 w 189737"/>
                <a:gd name="connsiteY18" fmla="*/ 33962 h 245795"/>
                <a:gd name="connsiteX19" fmla="*/ 114725 w 189737"/>
                <a:gd name="connsiteY19" fmla="*/ 33962 h 245795"/>
                <a:gd name="connsiteX20" fmla="*/ 153947 w 189737"/>
                <a:gd name="connsiteY20" fmla="*/ 74765 h 245795"/>
                <a:gd name="connsiteX21" fmla="*/ 153947 w 189737"/>
                <a:gd name="connsiteY21" fmla="*/ 136092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9737" h="245795">
                  <a:moveTo>
                    <a:pt x="125021" y="0"/>
                  </a:moveTo>
                  <a:lnTo>
                    <a:pt x="76238" y="0"/>
                  </a:lnTo>
                  <a:cubicBezTo>
                    <a:pt x="29171" y="0"/>
                    <a:pt x="0" y="27121"/>
                    <a:pt x="0" y="83805"/>
                  </a:cubicBezTo>
                  <a:cubicBezTo>
                    <a:pt x="0" y="140490"/>
                    <a:pt x="29417" y="168099"/>
                    <a:pt x="76238" y="168099"/>
                  </a:cubicBezTo>
                  <a:lnTo>
                    <a:pt x="153947" y="168099"/>
                  </a:lnTo>
                  <a:lnTo>
                    <a:pt x="153947" y="176162"/>
                  </a:lnTo>
                  <a:cubicBezTo>
                    <a:pt x="153947" y="201328"/>
                    <a:pt x="145367" y="211834"/>
                    <a:pt x="118892" y="211834"/>
                  </a:cubicBezTo>
                  <a:lnTo>
                    <a:pt x="18140" y="211834"/>
                  </a:lnTo>
                  <a:cubicBezTo>
                    <a:pt x="8825" y="211590"/>
                    <a:pt x="735" y="218675"/>
                    <a:pt x="490" y="228204"/>
                  </a:cubicBezTo>
                  <a:cubicBezTo>
                    <a:pt x="245" y="237488"/>
                    <a:pt x="7354" y="245551"/>
                    <a:pt x="16915" y="245796"/>
                  </a:cubicBezTo>
                  <a:cubicBezTo>
                    <a:pt x="17405" y="245796"/>
                    <a:pt x="17895" y="245796"/>
                    <a:pt x="18140" y="245796"/>
                  </a:cubicBezTo>
                  <a:lnTo>
                    <a:pt x="123059" y="245796"/>
                  </a:lnTo>
                  <a:cubicBezTo>
                    <a:pt x="172332" y="245796"/>
                    <a:pt x="189737" y="226249"/>
                    <a:pt x="189737" y="176406"/>
                  </a:cubicBezTo>
                  <a:lnTo>
                    <a:pt x="189737" y="75009"/>
                  </a:lnTo>
                  <a:cubicBezTo>
                    <a:pt x="189492" y="24433"/>
                    <a:pt x="166939" y="0"/>
                    <a:pt x="125021" y="0"/>
                  </a:cubicBezTo>
                  <a:close/>
                  <a:moveTo>
                    <a:pt x="153947" y="136092"/>
                  </a:moveTo>
                  <a:lnTo>
                    <a:pt x="79670" y="136092"/>
                  </a:lnTo>
                  <a:cubicBezTo>
                    <a:pt x="49273" y="136092"/>
                    <a:pt x="35545" y="120699"/>
                    <a:pt x="35545" y="85027"/>
                  </a:cubicBezTo>
                  <a:cubicBezTo>
                    <a:pt x="35545" y="49355"/>
                    <a:pt x="49273" y="33962"/>
                    <a:pt x="79670" y="33962"/>
                  </a:cubicBezTo>
                  <a:lnTo>
                    <a:pt x="114725" y="33962"/>
                  </a:lnTo>
                  <a:cubicBezTo>
                    <a:pt x="142916" y="33962"/>
                    <a:pt x="153947" y="46178"/>
                    <a:pt x="153947" y="74765"/>
                  </a:cubicBezTo>
                  <a:lnTo>
                    <a:pt x="153947" y="136092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E73900E-29CB-A34F-A4E0-6C9F1CDFCB47}"/>
                </a:ext>
              </a:extLst>
            </p:cNvPr>
            <p:cNvSpPr/>
            <p:nvPr/>
          </p:nvSpPr>
          <p:spPr>
            <a:xfrm>
              <a:off x="11600099" y="389441"/>
              <a:ext cx="198583" cy="185201"/>
            </a:xfrm>
            <a:custGeom>
              <a:avLst/>
              <a:gdLst>
                <a:gd name="connsiteX0" fmla="*/ 77976 w 198583"/>
                <a:gd name="connsiteY0" fmla="*/ 35672 h 185201"/>
                <a:gd name="connsiteX1" fmla="*/ 180689 w 198583"/>
                <a:gd name="connsiteY1" fmla="*/ 35672 h 185201"/>
                <a:gd name="connsiteX2" fmla="*/ 198584 w 198583"/>
                <a:gd name="connsiteY2" fmla="*/ 17836 h 185201"/>
                <a:gd name="connsiteX3" fmla="*/ 180689 w 198583"/>
                <a:gd name="connsiteY3" fmla="*/ 0 h 185201"/>
                <a:gd name="connsiteX4" fmla="*/ 180689 w 198583"/>
                <a:gd name="connsiteY4" fmla="*/ 0 h 185201"/>
                <a:gd name="connsiteX5" fmla="*/ 77731 w 198583"/>
                <a:gd name="connsiteY5" fmla="*/ 0 h 185201"/>
                <a:gd name="connsiteX6" fmla="*/ 17181 w 198583"/>
                <a:gd name="connsiteY6" fmla="*/ 53997 h 185201"/>
                <a:gd name="connsiteX7" fmla="*/ 81163 w 198583"/>
                <a:gd name="connsiteY7" fmla="*/ 107994 h 185201"/>
                <a:gd name="connsiteX8" fmla="*/ 125042 w 198583"/>
                <a:gd name="connsiteY8" fmla="*/ 107994 h 185201"/>
                <a:gd name="connsiteX9" fmla="*/ 151517 w 198583"/>
                <a:gd name="connsiteY9" fmla="*/ 128762 h 185201"/>
                <a:gd name="connsiteX10" fmla="*/ 127249 w 198583"/>
                <a:gd name="connsiteY10" fmla="*/ 149041 h 185201"/>
                <a:gd name="connsiteX11" fmla="*/ 18897 w 198583"/>
                <a:gd name="connsiteY11" fmla="*/ 149041 h 185201"/>
                <a:gd name="connsiteX12" fmla="*/ 22 w 198583"/>
                <a:gd name="connsiteY12" fmla="*/ 166389 h 185201"/>
                <a:gd name="connsiteX13" fmla="*/ 17427 w 198583"/>
                <a:gd name="connsiteY13" fmla="*/ 185202 h 185201"/>
                <a:gd name="connsiteX14" fmla="*/ 18652 w 198583"/>
                <a:gd name="connsiteY14" fmla="*/ 185202 h 185201"/>
                <a:gd name="connsiteX15" fmla="*/ 127249 w 198583"/>
                <a:gd name="connsiteY15" fmla="*/ 185202 h 185201"/>
                <a:gd name="connsiteX16" fmla="*/ 188043 w 198583"/>
                <a:gd name="connsiteY16" fmla="*/ 129006 h 185201"/>
                <a:gd name="connsiteX17" fmla="*/ 123817 w 198583"/>
                <a:gd name="connsiteY17" fmla="*/ 76720 h 185201"/>
                <a:gd name="connsiteX18" fmla="*/ 80182 w 198583"/>
                <a:gd name="connsiteY18" fmla="*/ 76720 h 185201"/>
                <a:gd name="connsiteX19" fmla="*/ 53707 w 198583"/>
                <a:gd name="connsiteY19" fmla="*/ 56684 h 185201"/>
                <a:gd name="connsiteX20" fmla="*/ 77976 w 198583"/>
                <a:gd name="connsiteY20" fmla="*/ 35672 h 185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83" h="185201">
                  <a:moveTo>
                    <a:pt x="77976" y="35672"/>
                  </a:moveTo>
                  <a:lnTo>
                    <a:pt x="180689" y="35672"/>
                  </a:lnTo>
                  <a:cubicBezTo>
                    <a:pt x="190494" y="35672"/>
                    <a:pt x="198584" y="27609"/>
                    <a:pt x="198584" y="17836"/>
                  </a:cubicBezTo>
                  <a:cubicBezTo>
                    <a:pt x="198584" y="8063"/>
                    <a:pt x="190494" y="0"/>
                    <a:pt x="180689" y="0"/>
                  </a:cubicBezTo>
                  <a:cubicBezTo>
                    <a:pt x="180689" y="0"/>
                    <a:pt x="180689" y="0"/>
                    <a:pt x="180689" y="0"/>
                  </a:cubicBezTo>
                  <a:lnTo>
                    <a:pt x="77731" y="0"/>
                  </a:lnTo>
                  <a:cubicBezTo>
                    <a:pt x="34586" y="0"/>
                    <a:pt x="17181" y="20768"/>
                    <a:pt x="17181" y="53997"/>
                  </a:cubicBezTo>
                  <a:cubicBezTo>
                    <a:pt x="17181" y="82339"/>
                    <a:pt x="29929" y="107994"/>
                    <a:pt x="81163" y="107994"/>
                  </a:cubicBezTo>
                  <a:lnTo>
                    <a:pt x="125042" y="107994"/>
                  </a:lnTo>
                  <a:cubicBezTo>
                    <a:pt x="143673" y="107994"/>
                    <a:pt x="151517" y="113858"/>
                    <a:pt x="151517" y="128762"/>
                  </a:cubicBezTo>
                  <a:cubicBezTo>
                    <a:pt x="151517" y="143666"/>
                    <a:pt x="144408" y="149041"/>
                    <a:pt x="127249" y="149041"/>
                  </a:cubicBezTo>
                  <a:lnTo>
                    <a:pt x="18897" y="149041"/>
                  </a:lnTo>
                  <a:cubicBezTo>
                    <a:pt x="8847" y="148552"/>
                    <a:pt x="512" y="156371"/>
                    <a:pt x="22" y="166389"/>
                  </a:cubicBezTo>
                  <a:cubicBezTo>
                    <a:pt x="-469" y="176406"/>
                    <a:pt x="7376" y="184713"/>
                    <a:pt x="17427" y="185202"/>
                  </a:cubicBezTo>
                  <a:cubicBezTo>
                    <a:pt x="17917" y="185202"/>
                    <a:pt x="18407" y="185202"/>
                    <a:pt x="18652" y="185202"/>
                  </a:cubicBezTo>
                  <a:lnTo>
                    <a:pt x="127249" y="185202"/>
                  </a:lnTo>
                  <a:cubicBezTo>
                    <a:pt x="170883" y="185202"/>
                    <a:pt x="188043" y="161991"/>
                    <a:pt x="188043" y="129006"/>
                  </a:cubicBezTo>
                  <a:cubicBezTo>
                    <a:pt x="188043" y="100175"/>
                    <a:pt x="175051" y="76720"/>
                    <a:pt x="123817" y="76720"/>
                  </a:cubicBezTo>
                  <a:lnTo>
                    <a:pt x="80182" y="76720"/>
                  </a:lnTo>
                  <a:cubicBezTo>
                    <a:pt x="59345" y="76720"/>
                    <a:pt x="53707" y="69634"/>
                    <a:pt x="53707" y="56684"/>
                  </a:cubicBezTo>
                  <a:cubicBezTo>
                    <a:pt x="53707" y="42513"/>
                    <a:pt x="60816" y="35672"/>
                    <a:pt x="77976" y="3567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885B414-7935-1F47-AA93-357A08F15D2E}"/>
                </a:ext>
              </a:extLst>
            </p:cNvPr>
            <p:cNvSpPr/>
            <p:nvPr/>
          </p:nvSpPr>
          <p:spPr>
            <a:xfrm>
              <a:off x="10735303" y="349825"/>
              <a:ext cx="179378" cy="142204"/>
            </a:xfrm>
            <a:custGeom>
              <a:avLst/>
              <a:gdLst>
                <a:gd name="connsiteX0" fmla="*/ 161025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18109 w 179378"/>
                <a:gd name="connsiteY3" fmla="*/ 139792 h 142204"/>
                <a:gd name="connsiteX4" fmla="*/ 174998 w 179378"/>
                <a:gd name="connsiteY4" fmla="*/ 19826 h 142204"/>
                <a:gd name="connsiteX5" fmla="*/ 176959 w 179378"/>
                <a:gd name="connsiteY5" fmla="*/ 4189 h 142204"/>
                <a:gd name="connsiteX6" fmla="*/ 176959 w 179378"/>
                <a:gd name="connsiteY6" fmla="*/ 4189 h 142204"/>
                <a:gd name="connsiteX7" fmla="*/ 161025 w 179378"/>
                <a:gd name="connsiteY7" fmla="*/ 2234 h 142204"/>
                <a:gd name="connsiteX8" fmla="*/ 161025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025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cubicBezTo>
                    <a:pt x="6342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lnTo>
                    <a:pt x="176959" y="4189"/>
                  </a:lnTo>
                  <a:cubicBezTo>
                    <a:pt x="173037" y="-453"/>
                    <a:pt x="166173" y="-1431"/>
                    <a:pt x="161025" y="2234"/>
                  </a:cubicBezTo>
                  <a:cubicBezTo>
                    <a:pt x="161025" y="2234"/>
                    <a:pt x="161025" y="2234"/>
                    <a:pt x="161025" y="2234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A876C3F1-CC3A-B248-920C-A82115FB5F48}"/>
                </a:ext>
              </a:extLst>
            </p:cNvPr>
            <p:cNvSpPr/>
            <p:nvPr/>
          </p:nvSpPr>
          <p:spPr>
            <a:xfrm>
              <a:off x="10735303" y="393138"/>
              <a:ext cx="191947" cy="152155"/>
            </a:xfrm>
            <a:custGeom>
              <a:avLst/>
              <a:gdLst>
                <a:gd name="connsiteX0" fmla="*/ 189706 w 191947"/>
                <a:gd name="connsiteY0" fmla="*/ 4367 h 152155"/>
                <a:gd name="connsiteX1" fmla="*/ 174017 w 191947"/>
                <a:gd name="connsiteY1" fmla="*/ 2412 h 152155"/>
                <a:gd name="connsiteX2" fmla="*/ 4381 w 191947"/>
                <a:gd name="connsiteY2" fmla="*/ 132151 h 152155"/>
                <a:gd name="connsiteX3" fmla="*/ 2420 w 191947"/>
                <a:gd name="connsiteY3" fmla="*/ 147788 h 152155"/>
                <a:gd name="connsiteX4" fmla="*/ 18109 w 191947"/>
                <a:gd name="connsiteY4" fmla="*/ 149743 h 152155"/>
                <a:gd name="connsiteX5" fmla="*/ 187745 w 191947"/>
                <a:gd name="connsiteY5" fmla="*/ 20004 h 152155"/>
                <a:gd name="connsiteX6" fmla="*/ 189706 w 191947"/>
                <a:gd name="connsiteY6" fmla="*/ 4367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947" h="152155">
                  <a:moveTo>
                    <a:pt x="189706" y="4367"/>
                  </a:moveTo>
                  <a:cubicBezTo>
                    <a:pt x="186029" y="-520"/>
                    <a:pt x="178920" y="-1497"/>
                    <a:pt x="174017" y="2412"/>
                  </a:cubicBezTo>
                  <a:lnTo>
                    <a:pt x="4381" y="132151"/>
                  </a:lnTo>
                  <a:cubicBezTo>
                    <a:pt x="-521" y="135816"/>
                    <a:pt x="-1502" y="142902"/>
                    <a:pt x="2420" y="147788"/>
                  </a:cubicBezTo>
                  <a:cubicBezTo>
                    <a:pt x="6097" y="152675"/>
                    <a:pt x="13206" y="153652"/>
                    <a:pt x="18109" y="149743"/>
                  </a:cubicBezTo>
                  <a:lnTo>
                    <a:pt x="187745" y="20004"/>
                  </a:lnTo>
                  <a:cubicBezTo>
                    <a:pt x="192403" y="16339"/>
                    <a:pt x="193383" y="9253"/>
                    <a:pt x="189706" y="4367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EF72781-B923-8D41-A069-77A75022BF8F}"/>
                </a:ext>
              </a:extLst>
            </p:cNvPr>
            <p:cNvSpPr/>
            <p:nvPr/>
          </p:nvSpPr>
          <p:spPr>
            <a:xfrm>
              <a:off x="10734518" y="296841"/>
              <a:ext cx="282698" cy="159444"/>
            </a:xfrm>
            <a:custGeom>
              <a:avLst/>
              <a:gdLst>
                <a:gd name="connsiteX0" fmla="*/ 2225 w 282698"/>
                <a:gd name="connsiteY0" fmla="*/ 137802 h 159444"/>
                <a:gd name="connsiteX1" fmla="*/ 17914 w 282698"/>
                <a:gd name="connsiteY1" fmla="*/ 139757 h 159444"/>
                <a:gd name="connsiteX2" fmla="*/ 17914 w 282698"/>
                <a:gd name="connsiteY2" fmla="*/ 139757 h 159444"/>
                <a:gd name="connsiteX3" fmla="*/ 167938 w 282698"/>
                <a:gd name="connsiteY3" fmla="*/ 25166 h 159444"/>
                <a:gd name="connsiteX4" fmla="*/ 253492 w 282698"/>
                <a:gd name="connsiteY4" fmla="*/ 90402 h 159444"/>
                <a:gd name="connsiteX5" fmla="*/ 190001 w 282698"/>
                <a:gd name="connsiteY5" fmla="*/ 139024 h 159444"/>
                <a:gd name="connsiteX6" fmla="*/ 186814 w 282698"/>
                <a:gd name="connsiteY6" fmla="*/ 154416 h 159444"/>
                <a:gd name="connsiteX7" fmla="*/ 202258 w 282698"/>
                <a:gd name="connsiteY7" fmla="*/ 157593 h 159444"/>
                <a:gd name="connsiteX8" fmla="*/ 203483 w 282698"/>
                <a:gd name="connsiteY8" fmla="*/ 156615 h 159444"/>
                <a:gd name="connsiteX9" fmla="*/ 278496 w 282698"/>
                <a:gd name="connsiteY9" fmla="*/ 99198 h 159444"/>
                <a:gd name="connsiteX10" fmla="*/ 278496 w 282698"/>
                <a:gd name="connsiteY10" fmla="*/ 99198 h 159444"/>
                <a:gd name="connsiteX11" fmla="*/ 279231 w 282698"/>
                <a:gd name="connsiteY11" fmla="*/ 98465 h 159444"/>
                <a:gd name="connsiteX12" fmla="*/ 279231 w 282698"/>
                <a:gd name="connsiteY12" fmla="*/ 98465 h 159444"/>
                <a:gd name="connsiteX13" fmla="*/ 280457 w 282698"/>
                <a:gd name="connsiteY13" fmla="*/ 97243 h 159444"/>
                <a:gd name="connsiteX14" fmla="*/ 278496 w 282698"/>
                <a:gd name="connsiteY14" fmla="*/ 81606 h 159444"/>
                <a:gd name="connsiteX15" fmla="*/ 174802 w 282698"/>
                <a:gd name="connsiteY15" fmla="*/ 2199 h 159444"/>
                <a:gd name="connsiteX16" fmla="*/ 169409 w 282698"/>
                <a:gd name="connsiteY16" fmla="*/ 0 h 159444"/>
                <a:gd name="connsiteX17" fmla="*/ 169409 w 282698"/>
                <a:gd name="connsiteY17" fmla="*/ 0 h 159444"/>
                <a:gd name="connsiteX18" fmla="*/ 168429 w 282698"/>
                <a:gd name="connsiteY18" fmla="*/ 0 h 159444"/>
                <a:gd name="connsiteX19" fmla="*/ 167448 w 282698"/>
                <a:gd name="connsiteY19" fmla="*/ 0 h 159444"/>
                <a:gd name="connsiteX20" fmla="*/ 166713 w 282698"/>
                <a:gd name="connsiteY20" fmla="*/ 0 h 159444"/>
                <a:gd name="connsiteX21" fmla="*/ 166713 w 282698"/>
                <a:gd name="connsiteY21" fmla="*/ 0 h 159444"/>
                <a:gd name="connsiteX22" fmla="*/ 161320 w 282698"/>
                <a:gd name="connsiteY22" fmla="*/ 2199 h 159444"/>
                <a:gd name="connsiteX23" fmla="*/ 4431 w 282698"/>
                <a:gd name="connsiteY23" fmla="*/ 122165 h 159444"/>
                <a:gd name="connsiteX24" fmla="*/ 2225 w 282698"/>
                <a:gd name="connsiteY24" fmla="*/ 137802 h 159444"/>
                <a:gd name="connsiteX25" fmla="*/ 2225 w 282698"/>
                <a:gd name="connsiteY25" fmla="*/ 137802 h 15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698" h="159444">
                  <a:moveTo>
                    <a:pt x="2225" y="137802"/>
                  </a:moveTo>
                  <a:cubicBezTo>
                    <a:pt x="5902" y="142689"/>
                    <a:pt x="13011" y="143666"/>
                    <a:pt x="17914" y="139757"/>
                  </a:cubicBezTo>
                  <a:cubicBezTo>
                    <a:pt x="17914" y="139757"/>
                    <a:pt x="17914" y="139757"/>
                    <a:pt x="17914" y="139757"/>
                  </a:cubicBezTo>
                  <a:lnTo>
                    <a:pt x="167938" y="25166"/>
                  </a:lnTo>
                  <a:lnTo>
                    <a:pt x="253492" y="90402"/>
                  </a:lnTo>
                  <a:lnTo>
                    <a:pt x="190001" y="139024"/>
                  </a:lnTo>
                  <a:cubicBezTo>
                    <a:pt x="184853" y="142444"/>
                    <a:pt x="183382" y="149285"/>
                    <a:pt x="186814" y="154416"/>
                  </a:cubicBezTo>
                  <a:cubicBezTo>
                    <a:pt x="190246" y="159547"/>
                    <a:pt x="197110" y="161013"/>
                    <a:pt x="202258" y="157593"/>
                  </a:cubicBezTo>
                  <a:cubicBezTo>
                    <a:pt x="202748" y="157348"/>
                    <a:pt x="203238" y="156860"/>
                    <a:pt x="203483" y="156615"/>
                  </a:cubicBezTo>
                  <a:lnTo>
                    <a:pt x="278496" y="99198"/>
                  </a:lnTo>
                  <a:lnTo>
                    <a:pt x="278496" y="99198"/>
                  </a:lnTo>
                  <a:lnTo>
                    <a:pt x="279231" y="98465"/>
                  </a:lnTo>
                  <a:lnTo>
                    <a:pt x="279231" y="98465"/>
                  </a:lnTo>
                  <a:cubicBezTo>
                    <a:pt x="279721" y="97976"/>
                    <a:pt x="279967" y="97732"/>
                    <a:pt x="280457" y="97243"/>
                  </a:cubicBezTo>
                  <a:cubicBezTo>
                    <a:pt x="284134" y="92357"/>
                    <a:pt x="283153" y="85271"/>
                    <a:pt x="278496" y="81606"/>
                  </a:cubicBezTo>
                  <a:lnTo>
                    <a:pt x="174802" y="2199"/>
                  </a:lnTo>
                  <a:cubicBezTo>
                    <a:pt x="173331" y="977"/>
                    <a:pt x="171370" y="244"/>
                    <a:pt x="169409" y="0"/>
                  </a:cubicBezTo>
                  <a:lnTo>
                    <a:pt x="169409" y="0"/>
                  </a:lnTo>
                  <a:lnTo>
                    <a:pt x="168429" y="0"/>
                  </a:lnTo>
                  <a:lnTo>
                    <a:pt x="167448" y="0"/>
                  </a:lnTo>
                  <a:lnTo>
                    <a:pt x="166713" y="0"/>
                  </a:lnTo>
                  <a:lnTo>
                    <a:pt x="166713" y="0"/>
                  </a:lnTo>
                  <a:cubicBezTo>
                    <a:pt x="164752" y="244"/>
                    <a:pt x="163036" y="977"/>
                    <a:pt x="161320" y="2199"/>
                  </a:cubicBezTo>
                  <a:lnTo>
                    <a:pt x="4431" y="122165"/>
                  </a:lnTo>
                  <a:cubicBezTo>
                    <a:pt x="-472" y="125830"/>
                    <a:pt x="-1452" y="132915"/>
                    <a:pt x="2225" y="137802"/>
                  </a:cubicBezTo>
                  <a:cubicBezTo>
                    <a:pt x="2225" y="137802"/>
                    <a:pt x="2225" y="137802"/>
                    <a:pt x="2225" y="137802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4853693-6E06-DA4A-A73D-56FE25814800}"/>
                </a:ext>
              </a:extLst>
            </p:cNvPr>
            <p:cNvSpPr/>
            <p:nvPr/>
          </p:nvSpPr>
          <p:spPr>
            <a:xfrm>
              <a:off x="10892682" y="439738"/>
              <a:ext cx="179378" cy="142204"/>
            </a:xfrm>
            <a:custGeom>
              <a:avLst/>
              <a:gdLst>
                <a:gd name="connsiteX0" fmla="*/ 161270 w 179378"/>
                <a:gd name="connsiteY0" fmla="*/ 2234 h 142204"/>
                <a:gd name="connsiteX1" fmla="*/ 4381 w 179378"/>
                <a:gd name="connsiteY1" fmla="*/ 122200 h 142204"/>
                <a:gd name="connsiteX2" fmla="*/ 2420 w 179378"/>
                <a:gd name="connsiteY2" fmla="*/ 137837 h 142204"/>
                <a:gd name="connsiteX3" fmla="*/ 2420 w 179378"/>
                <a:gd name="connsiteY3" fmla="*/ 137837 h 142204"/>
                <a:gd name="connsiteX4" fmla="*/ 18109 w 179378"/>
                <a:gd name="connsiteY4" fmla="*/ 139792 h 142204"/>
                <a:gd name="connsiteX5" fmla="*/ 174998 w 179378"/>
                <a:gd name="connsiteY5" fmla="*/ 19826 h 142204"/>
                <a:gd name="connsiteX6" fmla="*/ 176959 w 179378"/>
                <a:gd name="connsiteY6" fmla="*/ 4189 h 142204"/>
                <a:gd name="connsiteX7" fmla="*/ 161270 w 179378"/>
                <a:gd name="connsiteY7" fmla="*/ 2234 h 142204"/>
                <a:gd name="connsiteX8" fmla="*/ 161270 w 179378"/>
                <a:gd name="connsiteY8" fmla="*/ 2234 h 14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78" h="142204">
                  <a:moveTo>
                    <a:pt x="161270" y="2234"/>
                  </a:moveTo>
                  <a:lnTo>
                    <a:pt x="4381" y="122200"/>
                  </a:lnTo>
                  <a:cubicBezTo>
                    <a:pt x="-521" y="125865"/>
                    <a:pt x="-1502" y="132951"/>
                    <a:pt x="2420" y="137837"/>
                  </a:cubicBezTo>
                  <a:lnTo>
                    <a:pt x="2420" y="137837"/>
                  </a:lnTo>
                  <a:cubicBezTo>
                    <a:pt x="6097" y="142724"/>
                    <a:pt x="13206" y="143701"/>
                    <a:pt x="18109" y="139792"/>
                  </a:cubicBezTo>
                  <a:lnTo>
                    <a:pt x="174998" y="19826"/>
                  </a:lnTo>
                  <a:cubicBezTo>
                    <a:pt x="179900" y="16161"/>
                    <a:pt x="180881" y="9075"/>
                    <a:pt x="176959" y="4189"/>
                  </a:cubicBezTo>
                  <a:cubicBezTo>
                    <a:pt x="173037" y="-453"/>
                    <a:pt x="166173" y="-1431"/>
                    <a:pt x="161270" y="2234"/>
                  </a:cubicBezTo>
                  <a:lnTo>
                    <a:pt x="161270" y="2234"/>
                  </a:ln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574EA8B3-84DE-6149-A979-DD28BFF7CE90}"/>
                </a:ext>
              </a:extLst>
            </p:cNvPr>
            <p:cNvSpPr/>
            <p:nvPr/>
          </p:nvSpPr>
          <p:spPr>
            <a:xfrm>
              <a:off x="10879885" y="386296"/>
              <a:ext cx="192175" cy="152155"/>
            </a:xfrm>
            <a:custGeom>
              <a:avLst/>
              <a:gdLst>
                <a:gd name="connsiteX0" fmla="*/ 2225 w 192175"/>
                <a:gd name="connsiteY0" fmla="*/ 147788 h 152155"/>
                <a:gd name="connsiteX1" fmla="*/ 17914 w 192175"/>
                <a:gd name="connsiteY1" fmla="*/ 149743 h 152155"/>
                <a:gd name="connsiteX2" fmla="*/ 187795 w 192175"/>
                <a:gd name="connsiteY2" fmla="*/ 20004 h 152155"/>
                <a:gd name="connsiteX3" fmla="*/ 189756 w 192175"/>
                <a:gd name="connsiteY3" fmla="*/ 4367 h 152155"/>
                <a:gd name="connsiteX4" fmla="*/ 174067 w 192175"/>
                <a:gd name="connsiteY4" fmla="*/ 2412 h 152155"/>
                <a:gd name="connsiteX5" fmla="*/ 4431 w 192175"/>
                <a:gd name="connsiteY5" fmla="*/ 132151 h 152155"/>
                <a:gd name="connsiteX6" fmla="*/ 2225 w 192175"/>
                <a:gd name="connsiteY6" fmla="*/ 147788 h 1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175" h="152155">
                  <a:moveTo>
                    <a:pt x="2225" y="147788"/>
                  </a:moveTo>
                  <a:cubicBezTo>
                    <a:pt x="5902" y="152675"/>
                    <a:pt x="13011" y="153652"/>
                    <a:pt x="17914" y="149743"/>
                  </a:cubicBezTo>
                  <a:lnTo>
                    <a:pt x="187795" y="20004"/>
                  </a:lnTo>
                  <a:cubicBezTo>
                    <a:pt x="192697" y="16339"/>
                    <a:pt x="193678" y="9253"/>
                    <a:pt x="189756" y="4367"/>
                  </a:cubicBezTo>
                  <a:cubicBezTo>
                    <a:pt x="186079" y="-520"/>
                    <a:pt x="178970" y="-1497"/>
                    <a:pt x="174067" y="2412"/>
                  </a:cubicBezTo>
                  <a:lnTo>
                    <a:pt x="4431" y="132151"/>
                  </a:lnTo>
                  <a:cubicBezTo>
                    <a:pt x="-472" y="135816"/>
                    <a:pt x="-1452" y="142902"/>
                    <a:pt x="2225" y="147788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F5B1AA5-F60B-0F46-A96D-0A9C5932B01F}"/>
                </a:ext>
              </a:extLst>
            </p:cNvPr>
            <p:cNvSpPr/>
            <p:nvPr/>
          </p:nvSpPr>
          <p:spPr>
            <a:xfrm>
              <a:off x="10789657" y="475721"/>
              <a:ext cx="282960" cy="159027"/>
            </a:xfrm>
            <a:custGeom>
              <a:avLst/>
              <a:gdLst>
                <a:gd name="connsiteX0" fmla="*/ 280719 w 282960"/>
                <a:gd name="connsiteY0" fmla="*/ 21470 h 159027"/>
                <a:gd name="connsiteX1" fmla="*/ 280719 w 282960"/>
                <a:gd name="connsiteY1" fmla="*/ 21470 h 159027"/>
                <a:gd name="connsiteX2" fmla="*/ 265030 w 282960"/>
                <a:gd name="connsiteY2" fmla="*/ 19515 h 159027"/>
                <a:gd name="connsiteX3" fmla="*/ 115005 w 282960"/>
                <a:gd name="connsiteY3" fmla="*/ 134106 h 159027"/>
                <a:gd name="connsiteX4" fmla="*/ 29452 w 282960"/>
                <a:gd name="connsiteY4" fmla="*/ 68626 h 159027"/>
                <a:gd name="connsiteX5" fmla="*/ 92943 w 282960"/>
                <a:gd name="connsiteY5" fmla="*/ 20004 h 159027"/>
                <a:gd name="connsiteX6" fmla="*/ 94904 w 282960"/>
                <a:gd name="connsiteY6" fmla="*/ 4367 h 159027"/>
                <a:gd name="connsiteX7" fmla="*/ 79215 w 282960"/>
                <a:gd name="connsiteY7" fmla="*/ 2412 h 159027"/>
                <a:gd name="connsiteX8" fmla="*/ 4203 w 282960"/>
                <a:gd name="connsiteY8" fmla="*/ 59830 h 159027"/>
                <a:gd name="connsiteX9" fmla="*/ 4203 w 282960"/>
                <a:gd name="connsiteY9" fmla="*/ 59830 h 159027"/>
                <a:gd name="connsiteX10" fmla="*/ 3467 w 282960"/>
                <a:gd name="connsiteY10" fmla="*/ 60563 h 159027"/>
                <a:gd name="connsiteX11" fmla="*/ 3467 w 282960"/>
                <a:gd name="connsiteY11" fmla="*/ 60563 h 159027"/>
                <a:gd name="connsiteX12" fmla="*/ 2242 w 282960"/>
                <a:gd name="connsiteY12" fmla="*/ 61784 h 159027"/>
                <a:gd name="connsiteX13" fmla="*/ 4203 w 282960"/>
                <a:gd name="connsiteY13" fmla="*/ 77421 h 159027"/>
                <a:gd name="connsiteX14" fmla="*/ 108141 w 282960"/>
                <a:gd name="connsiteY14" fmla="*/ 156829 h 159027"/>
                <a:gd name="connsiteX15" fmla="*/ 113535 w 282960"/>
                <a:gd name="connsiteY15" fmla="*/ 159028 h 159027"/>
                <a:gd name="connsiteX16" fmla="*/ 113535 w 282960"/>
                <a:gd name="connsiteY16" fmla="*/ 159028 h 159027"/>
                <a:gd name="connsiteX17" fmla="*/ 114515 w 282960"/>
                <a:gd name="connsiteY17" fmla="*/ 159028 h 159027"/>
                <a:gd name="connsiteX18" fmla="*/ 115496 w 282960"/>
                <a:gd name="connsiteY18" fmla="*/ 159028 h 159027"/>
                <a:gd name="connsiteX19" fmla="*/ 116476 w 282960"/>
                <a:gd name="connsiteY19" fmla="*/ 159028 h 159027"/>
                <a:gd name="connsiteX20" fmla="*/ 116476 w 282960"/>
                <a:gd name="connsiteY20" fmla="*/ 159028 h 159027"/>
                <a:gd name="connsiteX21" fmla="*/ 121869 w 282960"/>
                <a:gd name="connsiteY21" fmla="*/ 156829 h 159027"/>
                <a:gd name="connsiteX22" fmla="*/ 278758 w 282960"/>
                <a:gd name="connsiteY22" fmla="*/ 36863 h 159027"/>
                <a:gd name="connsiteX23" fmla="*/ 280719 w 282960"/>
                <a:gd name="connsiteY23" fmla="*/ 21470 h 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960" h="159027">
                  <a:moveTo>
                    <a:pt x="280719" y="21470"/>
                  </a:moveTo>
                  <a:lnTo>
                    <a:pt x="280719" y="21470"/>
                  </a:lnTo>
                  <a:cubicBezTo>
                    <a:pt x="277042" y="16583"/>
                    <a:pt x="269933" y="15606"/>
                    <a:pt x="265030" y="19515"/>
                  </a:cubicBezTo>
                  <a:lnTo>
                    <a:pt x="115005" y="134106"/>
                  </a:lnTo>
                  <a:lnTo>
                    <a:pt x="29452" y="68626"/>
                  </a:lnTo>
                  <a:lnTo>
                    <a:pt x="92943" y="20004"/>
                  </a:lnTo>
                  <a:cubicBezTo>
                    <a:pt x="97846" y="16339"/>
                    <a:pt x="98826" y="9253"/>
                    <a:pt x="94904" y="4367"/>
                  </a:cubicBezTo>
                  <a:cubicBezTo>
                    <a:pt x="91227" y="-520"/>
                    <a:pt x="84118" y="-1497"/>
                    <a:pt x="79215" y="2412"/>
                  </a:cubicBezTo>
                  <a:lnTo>
                    <a:pt x="4203" y="59830"/>
                  </a:lnTo>
                  <a:lnTo>
                    <a:pt x="4203" y="59830"/>
                  </a:lnTo>
                  <a:cubicBezTo>
                    <a:pt x="3958" y="60074"/>
                    <a:pt x="3712" y="60318"/>
                    <a:pt x="3467" y="60563"/>
                  </a:cubicBezTo>
                  <a:lnTo>
                    <a:pt x="3467" y="60563"/>
                  </a:lnTo>
                  <a:cubicBezTo>
                    <a:pt x="2977" y="61051"/>
                    <a:pt x="2732" y="61296"/>
                    <a:pt x="2242" y="61784"/>
                  </a:cubicBezTo>
                  <a:cubicBezTo>
                    <a:pt x="-1435" y="66671"/>
                    <a:pt x="-455" y="73512"/>
                    <a:pt x="4203" y="77421"/>
                  </a:cubicBezTo>
                  <a:lnTo>
                    <a:pt x="108141" y="156829"/>
                  </a:lnTo>
                  <a:cubicBezTo>
                    <a:pt x="109612" y="158050"/>
                    <a:pt x="111573" y="158783"/>
                    <a:pt x="113535" y="159028"/>
                  </a:cubicBezTo>
                  <a:lnTo>
                    <a:pt x="113535" y="159028"/>
                  </a:lnTo>
                  <a:lnTo>
                    <a:pt x="114515" y="159028"/>
                  </a:lnTo>
                  <a:lnTo>
                    <a:pt x="115496" y="159028"/>
                  </a:lnTo>
                  <a:lnTo>
                    <a:pt x="116476" y="159028"/>
                  </a:lnTo>
                  <a:lnTo>
                    <a:pt x="116476" y="159028"/>
                  </a:lnTo>
                  <a:cubicBezTo>
                    <a:pt x="118437" y="158783"/>
                    <a:pt x="120153" y="158050"/>
                    <a:pt x="121869" y="156829"/>
                  </a:cubicBezTo>
                  <a:lnTo>
                    <a:pt x="278758" y="36863"/>
                  </a:lnTo>
                  <a:cubicBezTo>
                    <a:pt x="283416" y="33198"/>
                    <a:pt x="284396" y="26357"/>
                    <a:pt x="280719" y="21470"/>
                  </a:cubicBezTo>
                  <a:close/>
                </a:path>
              </a:pathLst>
            </a:custGeom>
            <a:solidFill>
              <a:srgbClr val="9798A5">
                <a:alpha val="60000"/>
              </a:srgbClr>
            </a:solidFill>
            <a:ln w="24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9336885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063189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59971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6CAF48-58EC-4325-B706-3D6F2E20A791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4560" y="3960197"/>
            <a:ext cx="77724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5F00683-50D6-4F75-9FDD-EBEFEF9F35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4263" y="4317810"/>
            <a:ext cx="7772400" cy="40600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None/>
              <a:defRPr lang="en-US" sz="24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Contact name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D74D8D91-322D-B04A-BED3-C6B01029C6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4263" y="5020176"/>
            <a:ext cx="7772400" cy="304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None/>
              <a:defRPr lang="en-US" sz="18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Contact email address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0C619-712B-9F4C-A235-90A435E8981F}"/>
              </a:ext>
            </a:extLst>
          </p:cNvPr>
          <p:cNvSpPr txBox="1"/>
          <p:nvPr userDrawn="1"/>
        </p:nvSpPr>
        <p:spPr>
          <a:xfrm>
            <a:off x="1084263" y="2955955"/>
            <a:ext cx="7772399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4000" b="0" i="0" dirty="0">
                <a:solidFill>
                  <a:schemeClr val="bg1"/>
                </a:solidFill>
                <a:latin typeface="Raleway" panose="020B0003030101060003" pitchFamily="34" charset="0"/>
              </a:rPr>
              <a:t>Thank you.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D62A3F32-761D-4644-B99C-3C6236B1B2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4263" y="5537012"/>
            <a:ext cx="7772400" cy="304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None/>
              <a:defRPr lang="en-US" sz="18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Contact </a:t>
            </a:r>
            <a:r>
              <a:rPr lang="en-US" dirty="0" err="1"/>
              <a:t>tel</a:t>
            </a:r>
            <a:r>
              <a:rPr lang="en-US" dirty="0"/>
              <a:t> #</a:t>
            </a:r>
          </a:p>
        </p:txBody>
      </p:sp>
      <p:grpSp>
        <p:nvGrpSpPr>
          <p:cNvPr id="10" name="Graphic 27">
            <a:extLst>
              <a:ext uri="{FF2B5EF4-FFF2-40B4-BE49-F238E27FC236}">
                <a16:creationId xmlns:a16="http://schemas.microsoft.com/office/drawing/2014/main" id="{00546136-856F-F748-BD21-089F0754794F}"/>
              </a:ext>
            </a:extLst>
          </p:cNvPr>
          <p:cNvGrpSpPr/>
          <p:nvPr userDrawn="1"/>
        </p:nvGrpSpPr>
        <p:grpSpPr>
          <a:xfrm>
            <a:off x="9878377" y="296390"/>
            <a:ext cx="1964189" cy="625048"/>
            <a:chOff x="9878377" y="296390"/>
            <a:chExt cx="1964189" cy="625048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1D2C481-A88E-FD4D-B596-69E704E394E6}"/>
                </a:ext>
              </a:extLst>
            </p:cNvPr>
            <p:cNvSpPr/>
            <p:nvPr/>
          </p:nvSpPr>
          <p:spPr>
            <a:xfrm>
              <a:off x="10645794" y="296390"/>
              <a:ext cx="332113" cy="512756"/>
            </a:xfrm>
            <a:custGeom>
              <a:avLst/>
              <a:gdLst>
                <a:gd name="connsiteX0" fmla="*/ 174199 w 332113"/>
                <a:gd name="connsiteY0" fmla="*/ 167762 h 512756"/>
                <a:gd name="connsiteX1" fmla="*/ 63345 w 332113"/>
                <a:gd name="connsiteY1" fmla="*/ 167762 h 512756"/>
                <a:gd name="connsiteX2" fmla="*/ 63345 w 332113"/>
                <a:gd name="connsiteY2" fmla="*/ 31568 h 512756"/>
                <a:gd name="connsiteX3" fmla="*/ 63345 w 332113"/>
                <a:gd name="connsiteY3" fmla="*/ 31568 h 512756"/>
                <a:gd name="connsiteX4" fmla="*/ 31673 w 332113"/>
                <a:gd name="connsiteY4" fmla="*/ 0 h 512756"/>
                <a:gd name="connsiteX5" fmla="*/ 0 w 332113"/>
                <a:gd name="connsiteY5" fmla="*/ 31568 h 512756"/>
                <a:gd name="connsiteX6" fmla="*/ 0 w 332113"/>
                <a:gd name="connsiteY6" fmla="*/ 31568 h 512756"/>
                <a:gd name="connsiteX7" fmla="*/ 0 w 332113"/>
                <a:gd name="connsiteY7" fmla="*/ 480737 h 512756"/>
                <a:gd name="connsiteX8" fmla="*/ 31673 w 332113"/>
                <a:gd name="connsiteY8" fmla="*/ 512306 h 512756"/>
                <a:gd name="connsiteX9" fmla="*/ 63345 w 332113"/>
                <a:gd name="connsiteY9" fmla="*/ 480737 h 512756"/>
                <a:gd name="connsiteX10" fmla="*/ 63345 w 332113"/>
                <a:gd name="connsiteY10" fmla="*/ 228192 h 512756"/>
                <a:gd name="connsiteX11" fmla="*/ 174199 w 332113"/>
                <a:gd name="connsiteY11" fmla="*/ 228192 h 512756"/>
                <a:gd name="connsiteX12" fmla="*/ 268765 w 332113"/>
                <a:gd name="connsiteY12" fmla="*/ 304858 h 512756"/>
                <a:gd name="connsiteX13" fmla="*/ 268765 w 332113"/>
                <a:gd name="connsiteY13" fmla="*/ 481188 h 512756"/>
                <a:gd name="connsiteX14" fmla="*/ 268765 w 332113"/>
                <a:gd name="connsiteY14" fmla="*/ 481188 h 512756"/>
                <a:gd name="connsiteX15" fmla="*/ 300437 w 332113"/>
                <a:gd name="connsiteY15" fmla="*/ 512757 h 512756"/>
                <a:gd name="connsiteX16" fmla="*/ 332110 w 332113"/>
                <a:gd name="connsiteY16" fmla="*/ 481188 h 512756"/>
                <a:gd name="connsiteX17" fmla="*/ 332110 w 332113"/>
                <a:gd name="connsiteY17" fmla="*/ 304858 h 512756"/>
                <a:gd name="connsiteX18" fmla="*/ 174199 w 332113"/>
                <a:gd name="connsiteY18" fmla="*/ 167762 h 512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2113" h="512756">
                  <a:moveTo>
                    <a:pt x="174199" y="167762"/>
                  </a:moveTo>
                  <a:lnTo>
                    <a:pt x="63345" y="167762"/>
                  </a:lnTo>
                  <a:lnTo>
                    <a:pt x="63345" y="31568"/>
                  </a:lnTo>
                  <a:lnTo>
                    <a:pt x="63345" y="31568"/>
                  </a:lnTo>
                  <a:cubicBezTo>
                    <a:pt x="63345" y="13980"/>
                    <a:pt x="49319" y="0"/>
                    <a:pt x="31673" y="0"/>
                  </a:cubicBezTo>
                  <a:cubicBezTo>
                    <a:pt x="14026" y="0"/>
                    <a:pt x="0" y="13980"/>
                    <a:pt x="0" y="31568"/>
                  </a:cubicBezTo>
                  <a:lnTo>
                    <a:pt x="0" y="31568"/>
                  </a:lnTo>
                  <a:lnTo>
                    <a:pt x="0" y="480737"/>
                  </a:lnTo>
                  <a:cubicBezTo>
                    <a:pt x="0" y="498325"/>
                    <a:pt x="14026" y="512306"/>
                    <a:pt x="31673" y="512306"/>
                  </a:cubicBezTo>
                  <a:cubicBezTo>
                    <a:pt x="49319" y="512306"/>
                    <a:pt x="63345" y="498325"/>
                    <a:pt x="63345" y="480737"/>
                  </a:cubicBezTo>
                  <a:lnTo>
                    <a:pt x="63345" y="228192"/>
                  </a:lnTo>
                  <a:lnTo>
                    <a:pt x="174199" y="228192"/>
                  </a:lnTo>
                  <a:cubicBezTo>
                    <a:pt x="239807" y="228192"/>
                    <a:pt x="268765" y="256604"/>
                    <a:pt x="268765" y="304858"/>
                  </a:cubicBezTo>
                  <a:lnTo>
                    <a:pt x="268765" y="481188"/>
                  </a:lnTo>
                  <a:lnTo>
                    <a:pt x="268765" y="481188"/>
                  </a:lnTo>
                  <a:cubicBezTo>
                    <a:pt x="268765" y="498776"/>
                    <a:pt x="282791" y="512757"/>
                    <a:pt x="300437" y="512757"/>
                  </a:cubicBezTo>
                  <a:cubicBezTo>
                    <a:pt x="318084" y="512757"/>
                    <a:pt x="332110" y="498776"/>
                    <a:pt x="332110" y="481188"/>
                  </a:cubicBezTo>
                  <a:lnTo>
                    <a:pt x="332110" y="304858"/>
                  </a:lnTo>
                  <a:cubicBezTo>
                    <a:pt x="332563" y="218722"/>
                    <a:pt x="280529" y="167762"/>
                    <a:pt x="174199" y="16776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A7066BC-6F17-984E-81D7-2750F677B354}"/>
                </a:ext>
              </a:extLst>
            </p:cNvPr>
            <p:cNvSpPr/>
            <p:nvPr/>
          </p:nvSpPr>
          <p:spPr>
            <a:xfrm>
              <a:off x="11050751" y="467759"/>
              <a:ext cx="350208" cy="453679"/>
            </a:xfrm>
            <a:custGeom>
              <a:avLst/>
              <a:gdLst>
                <a:gd name="connsiteX0" fmla="*/ 230758 w 350208"/>
                <a:gd name="connsiteY0" fmla="*/ 0 h 453679"/>
                <a:gd name="connsiteX1" fmla="*/ 140717 w 350208"/>
                <a:gd name="connsiteY1" fmla="*/ 0 h 453679"/>
                <a:gd name="connsiteX2" fmla="*/ 0 w 350208"/>
                <a:gd name="connsiteY2" fmla="*/ 154684 h 453679"/>
                <a:gd name="connsiteX3" fmla="*/ 140717 w 350208"/>
                <a:gd name="connsiteY3" fmla="*/ 310270 h 453679"/>
                <a:gd name="connsiteX4" fmla="*/ 284149 w 350208"/>
                <a:gd name="connsiteY4" fmla="*/ 310270 h 453679"/>
                <a:gd name="connsiteX5" fmla="*/ 284149 w 350208"/>
                <a:gd name="connsiteY5" fmla="*/ 325152 h 453679"/>
                <a:gd name="connsiteX6" fmla="*/ 219446 w 350208"/>
                <a:gd name="connsiteY6" fmla="*/ 390994 h 453679"/>
                <a:gd name="connsiteX7" fmla="*/ 33482 w 350208"/>
                <a:gd name="connsiteY7" fmla="*/ 390994 h 453679"/>
                <a:gd name="connsiteX8" fmla="*/ 905 w 350208"/>
                <a:gd name="connsiteY8" fmla="*/ 421209 h 453679"/>
                <a:gd name="connsiteX9" fmla="*/ 31220 w 350208"/>
                <a:gd name="connsiteY9" fmla="*/ 453679 h 453679"/>
                <a:gd name="connsiteX10" fmla="*/ 33482 w 350208"/>
                <a:gd name="connsiteY10" fmla="*/ 453679 h 453679"/>
                <a:gd name="connsiteX11" fmla="*/ 227138 w 350208"/>
                <a:gd name="connsiteY11" fmla="*/ 453679 h 453679"/>
                <a:gd name="connsiteX12" fmla="*/ 350209 w 350208"/>
                <a:gd name="connsiteY12" fmla="*/ 325603 h 453679"/>
                <a:gd name="connsiteX13" fmla="*/ 350209 w 350208"/>
                <a:gd name="connsiteY13" fmla="*/ 138449 h 453679"/>
                <a:gd name="connsiteX14" fmla="*/ 230758 w 350208"/>
                <a:gd name="connsiteY14" fmla="*/ 0 h 453679"/>
                <a:gd name="connsiteX15" fmla="*/ 284149 w 350208"/>
                <a:gd name="connsiteY15" fmla="*/ 251192 h 453679"/>
                <a:gd name="connsiteX16" fmla="*/ 147051 w 350208"/>
                <a:gd name="connsiteY16" fmla="*/ 251192 h 453679"/>
                <a:gd name="connsiteX17" fmla="*/ 65608 w 350208"/>
                <a:gd name="connsiteY17" fmla="*/ 156939 h 453679"/>
                <a:gd name="connsiteX18" fmla="*/ 147051 w 350208"/>
                <a:gd name="connsiteY18" fmla="*/ 62685 h 453679"/>
                <a:gd name="connsiteX19" fmla="*/ 211754 w 350208"/>
                <a:gd name="connsiteY19" fmla="*/ 62685 h 453679"/>
                <a:gd name="connsiteX20" fmla="*/ 284149 w 350208"/>
                <a:gd name="connsiteY20" fmla="*/ 137998 h 453679"/>
                <a:gd name="connsiteX21" fmla="*/ 284149 w 350208"/>
                <a:gd name="connsiteY21" fmla="*/ 251192 h 45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0208" h="453679">
                  <a:moveTo>
                    <a:pt x="230758" y="0"/>
                  </a:moveTo>
                  <a:lnTo>
                    <a:pt x="140717" y="0"/>
                  </a:lnTo>
                  <a:cubicBezTo>
                    <a:pt x="53843" y="0"/>
                    <a:pt x="0" y="50058"/>
                    <a:pt x="0" y="154684"/>
                  </a:cubicBezTo>
                  <a:cubicBezTo>
                    <a:pt x="0" y="259310"/>
                    <a:pt x="54296" y="310270"/>
                    <a:pt x="140717" y="310270"/>
                  </a:cubicBezTo>
                  <a:lnTo>
                    <a:pt x="284149" y="310270"/>
                  </a:lnTo>
                  <a:lnTo>
                    <a:pt x="284149" y="325152"/>
                  </a:lnTo>
                  <a:cubicBezTo>
                    <a:pt x="284149" y="371602"/>
                    <a:pt x="268312" y="390994"/>
                    <a:pt x="219446" y="390994"/>
                  </a:cubicBezTo>
                  <a:lnTo>
                    <a:pt x="33482" y="390994"/>
                  </a:lnTo>
                  <a:cubicBezTo>
                    <a:pt x="16289" y="390543"/>
                    <a:pt x="1357" y="403621"/>
                    <a:pt x="905" y="421209"/>
                  </a:cubicBezTo>
                  <a:cubicBezTo>
                    <a:pt x="452" y="438346"/>
                    <a:pt x="13574" y="453228"/>
                    <a:pt x="31220" y="453679"/>
                  </a:cubicBezTo>
                  <a:cubicBezTo>
                    <a:pt x="32125" y="453679"/>
                    <a:pt x="33030" y="453679"/>
                    <a:pt x="33482" y="453679"/>
                  </a:cubicBezTo>
                  <a:lnTo>
                    <a:pt x="227138" y="453679"/>
                  </a:lnTo>
                  <a:cubicBezTo>
                    <a:pt x="318084" y="453679"/>
                    <a:pt x="350209" y="417601"/>
                    <a:pt x="350209" y="325603"/>
                  </a:cubicBezTo>
                  <a:lnTo>
                    <a:pt x="350209" y="138449"/>
                  </a:lnTo>
                  <a:cubicBezTo>
                    <a:pt x="349756" y="45097"/>
                    <a:pt x="308129" y="0"/>
                    <a:pt x="230758" y="0"/>
                  </a:cubicBezTo>
                  <a:close/>
                  <a:moveTo>
                    <a:pt x="284149" y="251192"/>
                  </a:moveTo>
                  <a:lnTo>
                    <a:pt x="147051" y="251192"/>
                  </a:lnTo>
                  <a:cubicBezTo>
                    <a:pt x="90946" y="251192"/>
                    <a:pt x="65608" y="222781"/>
                    <a:pt x="65608" y="156939"/>
                  </a:cubicBezTo>
                  <a:cubicBezTo>
                    <a:pt x="65608" y="91097"/>
                    <a:pt x="90946" y="62685"/>
                    <a:pt x="147051" y="62685"/>
                  </a:cubicBezTo>
                  <a:lnTo>
                    <a:pt x="211754" y="62685"/>
                  </a:lnTo>
                  <a:cubicBezTo>
                    <a:pt x="263788" y="62685"/>
                    <a:pt x="284149" y="85234"/>
                    <a:pt x="284149" y="137998"/>
                  </a:cubicBezTo>
                  <a:lnTo>
                    <a:pt x="284149" y="251192"/>
                  </a:ln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E8035B6-AD1E-5240-B6C2-4AF87DE8B9D2}"/>
                </a:ext>
              </a:extLst>
            </p:cNvPr>
            <p:cNvSpPr/>
            <p:nvPr/>
          </p:nvSpPr>
          <p:spPr>
            <a:xfrm>
              <a:off x="11476029" y="467759"/>
              <a:ext cx="366537" cy="341837"/>
            </a:xfrm>
            <a:custGeom>
              <a:avLst/>
              <a:gdLst>
                <a:gd name="connsiteX0" fmla="*/ 143924 w 366537"/>
                <a:gd name="connsiteY0" fmla="*/ 65842 h 341837"/>
                <a:gd name="connsiteX1" fmla="*/ 333508 w 366537"/>
                <a:gd name="connsiteY1" fmla="*/ 65842 h 341837"/>
                <a:gd name="connsiteX2" fmla="*/ 366538 w 366537"/>
                <a:gd name="connsiteY2" fmla="*/ 32921 h 341837"/>
                <a:gd name="connsiteX3" fmla="*/ 333508 w 366537"/>
                <a:gd name="connsiteY3" fmla="*/ 0 h 341837"/>
                <a:gd name="connsiteX4" fmla="*/ 333508 w 366537"/>
                <a:gd name="connsiteY4" fmla="*/ 0 h 341837"/>
                <a:gd name="connsiteX5" fmla="*/ 143472 w 366537"/>
                <a:gd name="connsiteY5" fmla="*/ 0 h 341837"/>
                <a:gd name="connsiteX6" fmla="*/ 31713 w 366537"/>
                <a:gd name="connsiteY6" fmla="*/ 99665 h 341837"/>
                <a:gd name="connsiteX7" fmla="*/ 149807 w 366537"/>
                <a:gd name="connsiteY7" fmla="*/ 199330 h 341837"/>
                <a:gd name="connsiteX8" fmla="*/ 230798 w 366537"/>
                <a:gd name="connsiteY8" fmla="*/ 199330 h 341837"/>
                <a:gd name="connsiteX9" fmla="*/ 279664 w 366537"/>
                <a:gd name="connsiteY9" fmla="*/ 237663 h 341837"/>
                <a:gd name="connsiteX10" fmla="*/ 234870 w 366537"/>
                <a:gd name="connsiteY10" fmla="*/ 275094 h 341837"/>
                <a:gd name="connsiteX11" fmla="*/ 34880 w 366537"/>
                <a:gd name="connsiteY11" fmla="*/ 275094 h 341837"/>
                <a:gd name="connsiteX12" fmla="*/ 40 w 366537"/>
                <a:gd name="connsiteY12" fmla="*/ 307113 h 341837"/>
                <a:gd name="connsiteX13" fmla="*/ 32165 w 366537"/>
                <a:gd name="connsiteY13" fmla="*/ 341838 h 341837"/>
                <a:gd name="connsiteX14" fmla="*/ 34428 w 366537"/>
                <a:gd name="connsiteY14" fmla="*/ 341838 h 341837"/>
                <a:gd name="connsiteX15" fmla="*/ 234870 w 366537"/>
                <a:gd name="connsiteY15" fmla="*/ 341838 h 341837"/>
                <a:gd name="connsiteX16" fmla="*/ 347082 w 366537"/>
                <a:gd name="connsiteY16" fmla="*/ 238114 h 341837"/>
                <a:gd name="connsiteX17" fmla="*/ 228536 w 366537"/>
                <a:gd name="connsiteY17" fmla="*/ 141606 h 341837"/>
                <a:gd name="connsiteX18" fmla="*/ 147997 w 366537"/>
                <a:gd name="connsiteY18" fmla="*/ 141606 h 341837"/>
                <a:gd name="connsiteX19" fmla="*/ 99130 w 366537"/>
                <a:gd name="connsiteY19" fmla="*/ 104626 h 341837"/>
                <a:gd name="connsiteX20" fmla="*/ 143924 w 366537"/>
                <a:gd name="connsiteY20" fmla="*/ 65842 h 34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537" h="341837">
                  <a:moveTo>
                    <a:pt x="143924" y="65842"/>
                  </a:moveTo>
                  <a:lnTo>
                    <a:pt x="333508" y="65842"/>
                  </a:lnTo>
                  <a:cubicBezTo>
                    <a:pt x="351606" y="65842"/>
                    <a:pt x="366538" y="50960"/>
                    <a:pt x="366538" y="32921"/>
                  </a:cubicBezTo>
                  <a:cubicBezTo>
                    <a:pt x="366538" y="14882"/>
                    <a:pt x="351606" y="0"/>
                    <a:pt x="333508" y="0"/>
                  </a:cubicBezTo>
                  <a:cubicBezTo>
                    <a:pt x="333508" y="0"/>
                    <a:pt x="333508" y="0"/>
                    <a:pt x="333508" y="0"/>
                  </a:cubicBezTo>
                  <a:lnTo>
                    <a:pt x="143472" y="0"/>
                  </a:lnTo>
                  <a:cubicBezTo>
                    <a:pt x="63838" y="0"/>
                    <a:pt x="31713" y="38333"/>
                    <a:pt x="31713" y="99665"/>
                  </a:cubicBezTo>
                  <a:cubicBezTo>
                    <a:pt x="31713" y="151978"/>
                    <a:pt x="55241" y="199330"/>
                    <a:pt x="149807" y="199330"/>
                  </a:cubicBezTo>
                  <a:lnTo>
                    <a:pt x="230798" y="199330"/>
                  </a:lnTo>
                  <a:cubicBezTo>
                    <a:pt x="265185" y="199330"/>
                    <a:pt x="279664" y="210154"/>
                    <a:pt x="279664" y="237663"/>
                  </a:cubicBezTo>
                  <a:cubicBezTo>
                    <a:pt x="279664" y="265172"/>
                    <a:pt x="266543" y="275094"/>
                    <a:pt x="234870" y="275094"/>
                  </a:cubicBezTo>
                  <a:lnTo>
                    <a:pt x="34880" y="275094"/>
                  </a:lnTo>
                  <a:cubicBezTo>
                    <a:pt x="16329" y="274192"/>
                    <a:pt x="945" y="288623"/>
                    <a:pt x="40" y="307113"/>
                  </a:cubicBezTo>
                  <a:cubicBezTo>
                    <a:pt x="-865" y="325603"/>
                    <a:pt x="13614" y="340936"/>
                    <a:pt x="32165" y="341838"/>
                  </a:cubicBezTo>
                  <a:cubicBezTo>
                    <a:pt x="33070" y="341838"/>
                    <a:pt x="33975" y="341838"/>
                    <a:pt x="34428" y="341838"/>
                  </a:cubicBezTo>
                  <a:lnTo>
                    <a:pt x="234870" y="341838"/>
                  </a:lnTo>
                  <a:cubicBezTo>
                    <a:pt x="315409" y="341838"/>
                    <a:pt x="347082" y="298995"/>
                    <a:pt x="347082" y="238114"/>
                  </a:cubicBezTo>
                  <a:cubicBezTo>
                    <a:pt x="347082" y="184899"/>
                    <a:pt x="323101" y="141606"/>
                    <a:pt x="228536" y="141606"/>
                  </a:cubicBezTo>
                  <a:lnTo>
                    <a:pt x="147997" y="141606"/>
                  </a:lnTo>
                  <a:cubicBezTo>
                    <a:pt x="109537" y="141606"/>
                    <a:pt x="99130" y="128527"/>
                    <a:pt x="99130" y="104626"/>
                  </a:cubicBezTo>
                  <a:cubicBezTo>
                    <a:pt x="99130" y="78469"/>
                    <a:pt x="112252" y="65842"/>
                    <a:pt x="143924" y="6584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4F4C66C-2355-274D-A5E4-56C4D1D9DF7D}"/>
                </a:ext>
              </a:extLst>
            </p:cNvPr>
            <p:cNvSpPr/>
            <p:nvPr/>
          </p:nvSpPr>
          <p:spPr>
            <a:xfrm>
              <a:off x="9879826" y="394637"/>
              <a:ext cx="331090" cy="262474"/>
            </a:xfrm>
            <a:custGeom>
              <a:avLst/>
              <a:gdLst>
                <a:gd name="connsiteX0" fmla="*/ 297213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33425 w 331090"/>
                <a:gd name="connsiteY3" fmla="*/ 258022 h 262474"/>
                <a:gd name="connsiteX4" fmla="*/ 323003 w 331090"/>
                <a:gd name="connsiteY4" fmla="*/ 36594 h 262474"/>
                <a:gd name="connsiteX5" fmla="*/ 326623 w 331090"/>
                <a:gd name="connsiteY5" fmla="*/ 7732 h 262474"/>
                <a:gd name="connsiteX6" fmla="*/ 326623 w 331090"/>
                <a:gd name="connsiteY6" fmla="*/ 7732 h 262474"/>
                <a:gd name="connsiteX7" fmla="*/ 297213 w 331090"/>
                <a:gd name="connsiteY7" fmla="*/ 4124 h 262474"/>
                <a:gd name="connsiteX8" fmla="*/ 297213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213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cubicBezTo>
                    <a:pt x="11707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lnTo>
                    <a:pt x="326623" y="7732"/>
                  </a:lnTo>
                  <a:cubicBezTo>
                    <a:pt x="319384" y="-837"/>
                    <a:pt x="306714" y="-2641"/>
                    <a:pt x="297213" y="4124"/>
                  </a:cubicBezTo>
                  <a:cubicBezTo>
                    <a:pt x="297213" y="4124"/>
                    <a:pt x="297213" y="4124"/>
                    <a:pt x="297213" y="4124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47112C4-E83A-C84D-9C91-684ECFF6E2C1}"/>
                </a:ext>
              </a:extLst>
            </p:cNvPr>
            <p:cNvSpPr/>
            <p:nvPr/>
          </p:nvSpPr>
          <p:spPr>
            <a:xfrm>
              <a:off x="9879826" y="474581"/>
              <a:ext cx="354288" cy="280841"/>
            </a:xfrm>
            <a:custGeom>
              <a:avLst/>
              <a:gdLst>
                <a:gd name="connsiteX0" fmla="*/ 350151 w 354288"/>
                <a:gd name="connsiteY0" fmla="*/ 8060 h 280841"/>
                <a:gd name="connsiteX1" fmla="*/ 321193 w 354288"/>
                <a:gd name="connsiteY1" fmla="*/ 4452 h 280841"/>
                <a:gd name="connsiteX2" fmla="*/ 8087 w 354288"/>
                <a:gd name="connsiteY2" fmla="*/ 243919 h 280841"/>
                <a:gd name="connsiteX3" fmla="*/ 4467 w 354288"/>
                <a:gd name="connsiteY3" fmla="*/ 272781 h 280841"/>
                <a:gd name="connsiteX4" fmla="*/ 33425 w 354288"/>
                <a:gd name="connsiteY4" fmla="*/ 276389 h 280841"/>
                <a:gd name="connsiteX5" fmla="*/ 346531 w 354288"/>
                <a:gd name="connsiteY5" fmla="*/ 36922 h 280841"/>
                <a:gd name="connsiteX6" fmla="*/ 350151 w 354288"/>
                <a:gd name="connsiteY6" fmla="*/ 8060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288" h="280841">
                  <a:moveTo>
                    <a:pt x="350151" y="8060"/>
                  </a:moveTo>
                  <a:cubicBezTo>
                    <a:pt x="343364" y="-959"/>
                    <a:pt x="330243" y="-2763"/>
                    <a:pt x="321193" y="4452"/>
                  </a:cubicBezTo>
                  <a:lnTo>
                    <a:pt x="8087" y="243919"/>
                  </a:lnTo>
                  <a:cubicBezTo>
                    <a:pt x="-963" y="250684"/>
                    <a:pt x="-2772" y="263762"/>
                    <a:pt x="4467" y="272781"/>
                  </a:cubicBezTo>
                  <a:cubicBezTo>
                    <a:pt x="11254" y="281801"/>
                    <a:pt x="24376" y="283605"/>
                    <a:pt x="33425" y="276389"/>
                  </a:cubicBezTo>
                  <a:lnTo>
                    <a:pt x="346531" y="36922"/>
                  </a:lnTo>
                  <a:cubicBezTo>
                    <a:pt x="355128" y="30158"/>
                    <a:pt x="356938" y="17080"/>
                    <a:pt x="350151" y="8060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C011709-BD53-5E4F-833B-1E78C6E82CB9}"/>
                </a:ext>
              </a:extLst>
            </p:cNvPr>
            <p:cNvSpPr/>
            <p:nvPr/>
          </p:nvSpPr>
          <p:spPr>
            <a:xfrm>
              <a:off x="9878377" y="296841"/>
              <a:ext cx="521792" cy="294296"/>
            </a:xfrm>
            <a:custGeom>
              <a:avLst/>
              <a:gdLst>
                <a:gd name="connsiteX0" fmla="*/ 4106 w 521792"/>
                <a:gd name="connsiteY0" fmla="*/ 254349 h 294296"/>
                <a:gd name="connsiteX1" fmla="*/ 33064 w 521792"/>
                <a:gd name="connsiteY1" fmla="*/ 257957 h 294296"/>
                <a:gd name="connsiteX2" fmla="*/ 33064 w 521792"/>
                <a:gd name="connsiteY2" fmla="*/ 257957 h 294296"/>
                <a:gd name="connsiteX3" fmla="*/ 309973 w 521792"/>
                <a:gd name="connsiteY3" fmla="*/ 46450 h 294296"/>
                <a:gd name="connsiteX4" fmla="*/ 467884 w 521792"/>
                <a:gd name="connsiteY4" fmla="*/ 166860 h 294296"/>
                <a:gd name="connsiteX5" fmla="*/ 350695 w 521792"/>
                <a:gd name="connsiteY5" fmla="*/ 256604 h 294296"/>
                <a:gd name="connsiteX6" fmla="*/ 344813 w 521792"/>
                <a:gd name="connsiteY6" fmla="*/ 285015 h 294296"/>
                <a:gd name="connsiteX7" fmla="*/ 373319 w 521792"/>
                <a:gd name="connsiteY7" fmla="*/ 290878 h 294296"/>
                <a:gd name="connsiteX8" fmla="*/ 375581 w 521792"/>
                <a:gd name="connsiteY8" fmla="*/ 289074 h 294296"/>
                <a:gd name="connsiteX9" fmla="*/ 514036 w 521792"/>
                <a:gd name="connsiteY9" fmla="*/ 183095 h 294296"/>
                <a:gd name="connsiteX10" fmla="*/ 514036 w 521792"/>
                <a:gd name="connsiteY10" fmla="*/ 183095 h 294296"/>
                <a:gd name="connsiteX11" fmla="*/ 515393 w 521792"/>
                <a:gd name="connsiteY11" fmla="*/ 181742 h 294296"/>
                <a:gd name="connsiteX12" fmla="*/ 515393 w 521792"/>
                <a:gd name="connsiteY12" fmla="*/ 181742 h 294296"/>
                <a:gd name="connsiteX13" fmla="*/ 517655 w 521792"/>
                <a:gd name="connsiteY13" fmla="*/ 179487 h 294296"/>
                <a:gd name="connsiteX14" fmla="*/ 514036 w 521792"/>
                <a:gd name="connsiteY14" fmla="*/ 150625 h 294296"/>
                <a:gd name="connsiteX15" fmla="*/ 322642 w 521792"/>
                <a:gd name="connsiteY15" fmla="*/ 4059 h 294296"/>
                <a:gd name="connsiteX16" fmla="*/ 312688 w 521792"/>
                <a:gd name="connsiteY16" fmla="*/ 0 h 294296"/>
                <a:gd name="connsiteX17" fmla="*/ 312688 w 521792"/>
                <a:gd name="connsiteY17" fmla="*/ 0 h 294296"/>
                <a:gd name="connsiteX18" fmla="*/ 310878 w 521792"/>
                <a:gd name="connsiteY18" fmla="*/ 0 h 294296"/>
                <a:gd name="connsiteX19" fmla="*/ 309068 w 521792"/>
                <a:gd name="connsiteY19" fmla="*/ 0 h 294296"/>
                <a:gd name="connsiteX20" fmla="*/ 307711 w 521792"/>
                <a:gd name="connsiteY20" fmla="*/ 0 h 294296"/>
                <a:gd name="connsiteX21" fmla="*/ 307711 w 521792"/>
                <a:gd name="connsiteY21" fmla="*/ 0 h 294296"/>
                <a:gd name="connsiteX22" fmla="*/ 297757 w 521792"/>
                <a:gd name="connsiteY22" fmla="*/ 4059 h 294296"/>
                <a:gd name="connsiteX23" fmla="*/ 8178 w 521792"/>
                <a:gd name="connsiteY23" fmla="*/ 225487 h 294296"/>
                <a:gd name="connsiteX24" fmla="*/ 4106 w 521792"/>
                <a:gd name="connsiteY24" fmla="*/ 254349 h 294296"/>
                <a:gd name="connsiteX25" fmla="*/ 4106 w 521792"/>
                <a:gd name="connsiteY25" fmla="*/ 254349 h 29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1792" h="294296">
                  <a:moveTo>
                    <a:pt x="4106" y="254349"/>
                  </a:moveTo>
                  <a:cubicBezTo>
                    <a:pt x="10893" y="263368"/>
                    <a:pt x="24015" y="265172"/>
                    <a:pt x="33064" y="257957"/>
                  </a:cubicBezTo>
                  <a:cubicBezTo>
                    <a:pt x="33064" y="257957"/>
                    <a:pt x="33064" y="257957"/>
                    <a:pt x="33064" y="257957"/>
                  </a:cubicBezTo>
                  <a:lnTo>
                    <a:pt x="309973" y="46450"/>
                  </a:lnTo>
                  <a:lnTo>
                    <a:pt x="467884" y="166860"/>
                  </a:lnTo>
                  <a:lnTo>
                    <a:pt x="350695" y="256604"/>
                  </a:lnTo>
                  <a:cubicBezTo>
                    <a:pt x="341194" y="262917"/>
                    <a:pt x="338479" y="275545"/>
                    <a:pt x="344813" y="285015"/>
                  </a:cubicBezTo>
                  <a:cubicBezTo>
                    <a:pt x="351148" y="294486"/>
                    <a:pt x="363817" y="297191"/>
                    <a:pt x="373319" y="290878"/>
                  </a:cubicBezTo>
                  <a:cubicBezTo>
                    <a:pt x="374224" y="290427"/>
                    <a:pt x="375129" y="289525"/>
                    <a:pt x="375581" y="289074"/>
                  </a:cubicBezTo>
                  <a:lnTo>
                    <a:pt x="514036" y="183095"/>
                  </a:lnTo>
                  <a:lnTo>
                    <a:pt x="514036" y="183095"/>
                  </a:lnTo>
                  <a:lnTo>
                    <a:pt x="515393" y="181742"/>
                  </a:lnTo>
                  <a:lnTo>
                    <a:pt x="515393" y="181742"/>
                  </a:lnTo>
                  <a:cubicBezTo>
                    <a:pt x="516298" y="180840"/>
                    <a:pt x="516750" y="180389"/>
                    <a:pt x="517655" y="179487"/>
                  </a:cubicBezTo>
                  <a:cubicBezTo>
                    <a:pt x="524442" y="170468"/>
                    <a:pt x="522632" y="157390"/>
                    <a:pt x="514036" y="150625"/>
                  </a:cubicBezTo>
                  <a:lnTo>
                    <a:pt x="322642" y="4059"/>
                  </a:lnTo>
                  <a:cubicBezTo>
                    <a:pt x="319928" y="1804"/>
                    <a:pt x="316308" y="451"/>
                    <a:pt x="312688" y="0"/>
                  </a:cubicBezTo>
                  <a:lnTo>
                    <a:pt x="312688" y="0"/>
                  </a:lnTo>
                  <a:lnTo>
                    <a:pt x="310878" y="0"/>
                  </a:lnTo>
                  <a:lnTo>
                    <a:pt x="309068" y="0"/>
                  </a:lnTo>
                  <a:lnTo>
                    <a:pt x="307711" y="0"/>
                  </a:lnTo>
                  <a:lnTo>
                    <a:pt x="307711" y="0"/>
                  </a:lnTo>
                  <a:cubicBezTo>
                    <a:pt x="304091" y="451"/>
                    <a:pt x="300924" y="1804"/>
                    <a:pt x="297757" y="4059"/>
                  </a:cubicBezTo>
                  <a:lnTo>
                    <a:pt x="8178" y="225487"/>
                  </a:lnTo>
                  <a:cubicBezTo>
                    <a:pt x="-871" y="232251"/>
                    <a:pt x="-2681" y="245329"/>
                    <a:pt x="4106" y="254349"/>
                  </a:cubicBezTo>
                  <a:cubicBezTo>
                    <a:pt x="4106" y="254349"/>
                    <a:pt x="4106" y="254349"/>
                    <a:pt x="4106" y="254349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734B8C9-3BF3-B641-92C7-D0BB4FE027F8}"/>
                </a:ext>
              </a:extLst>
            </p:cNvPr>
            <p:cNvSpPr/>
            <p:nvPr/>
          </p:nvSpPr>
          <p:spPr>
            <a:xfrm>
              <a:off x="10170310" y="560595"/>
              <a:ext cx="331090" cy="262474"/>
            </a:xfrm>
            <a:custGeom>
              <a:avLst/>
              <a:gdLst>
                <a:gd name="connsiteX0" fmla="*/ 297665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4467 w 331090"/>
                <a:gd name="connsiteY3" fmla="*/ 254414 h 262474"/>
                <a:gd name="connsiteX4" fmla="*/ 33425 w 331090"/>
                <a:gd name="connsiteY4" fmla="*/ 258022 h 262474"/>
                <a:gd name="connsiteX5" fmla="*/ 323003 w 331090"/>
                <a:gd name="connsiteY5" fmla="*/ 36594 h 262474"/>
                <a:gd name="connsiteX6" fmla="*/ 326623 w 331090"/>
                <a:gd name="connsiteY6" fmla="*/ 7732 h 262474"/>
                <a:gd name="connsiteX7" fmla="*/ 297665 w 331090"/>
                <a:gd name="connsiteY7" fmla="*/ 4124 h 262474"/>
                <a:gd name="connsiteX8" fmla="*/ 297665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665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lnTo>
                    <a:pt x="4467" y="254414"/>
                  </a:lnTo>
                  <a:cubicBezTo>
                    <a:pt x="11254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cubicBezTo>
                    <a:pt x="319384" y="-837"/>
                    <a:pt x="306714" y="-2641"/>
                    <a:pt x="297665" y="4124"/>
                  </a:cubicBezTo>
                  <a:lnTo>
                    <a:pt x="297665" y="4124"/>
                  </a:ln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AAD33CE-D4ED-974C-B379-CC8A5DB5CF18}"/>
                </a:ext>
              </a:extLst>
            </p:cNvPr>
            <p:cNvSpPr/>
            <p:nvPr/>
          </p:nvSpPr>
          <p:spPr>
            <a:xfrm>
              <a:off x="10146690" y="461954"/>
              <a:ext cx="354709" cy="280841"/>
            </a:xfrm>
            <a:custGeom>
              <a:avLst/>
              <a:gdLst>
                <a:gd name="connsiteX0" fmla="*/ 4106 w 354709"/>
                <a:gd name="connsiteY0" fmla="*/ 272781 h 280841"/>
                <a:gd name="connsiteX1" fmla="*/ 33064 w 354709"/>
                <a:gd name="connsiteY1" fmla="*/ 276389 h 280841"/>
                <a:gd name="connsiteX2" fmla="*/ 346623 w 354709"/>
                <a:gd name="connsiteY2" fmla="*/ 36922 h 280841"/>
                <a:gd name="connsiteX3" fmla="*/ 350243 w 354709"/>
                <a:gd name="connsiteY3" fmla="*/ 8060 h 280841"/>
                <a:gd name="connsiteX4" fmla="*/ 321285 w 354709"/>
                <a:gd name="connsiteY4" fmla="*/ 4452 h 280841"/>
                <a:gd name="connsiteX5" fmla="*/ 8178 w 354709"/>
                <a:gd name="connsiteY5" fmla="*/ 243919 h 280841"/>
                <a:gd name="connsiteX6" fmla="*/ 4106 w 354709"/>
                <a:gd name="connsiteY6" fmla="*/ 272781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709" h="280841">
                  <a:moveTo>
                    <a:pt x="4106" y="272781"/>
                  </a:moveTo>
                  <a:cubicBezTo>
                    <a:pt x="10893" y="281801"/>
                    <a:pt x="24015" y="283605"/>
                    <a:pt x="33064" y="276389"/>
                  </a:cubicBezTo>
                  <a:lnTo>
                    <a:pt x="346623" y="36922"/>
                  </a:lnTo>
                  <a:cubicBezTo>
                    <a:pt x="355672" y="30158"/>
                    <a:pt x="357482" y="17080"/>
                    <a:pt x="350243" y="8060"/>
                  </a:cubicBezTo>
                  <a:cubicBezTo>
                    <a:pt x="343456" y="-959"/>
                    <a:pt x="330334" y="-2763"/>
                    <a:pt x="321285" y="4452"/>
                  </a:cubicBezTo>
                  <a:lnTo>
                    <a:pt x="8178" y="243919"/>
                  </a:lnTo>
                  <a:cubicBezTo>
                    <a:pt x="-871" y="250684"/>
                    <a:pt x="-2681" y="263762"/>
                    <a:pt x="4106" y="272781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5BA481F-016F-3E4C-86CD-E643B5345266}"/>
                </a:ext>
              </a:extLst>
            </p:cNvPr>
            <p:cNvSpPr/>
            <p:nvPr/>
          </p:nvSpPr>
          <p:spPr>
            <a:xfrm>
              <a:off x="9980151" y="627010"/>
              <a:ext cx="522276" cy="293526"/>
            </a:xfrm>
            <a:custGeom>
              <a:avLst/>
              <a:gdLst>
                <a:gd name="connsiteX0" fmla="*/ 518139 w 522276"/>
                <a:gd name="connsiteY0" fmla="*/ 39628 h 293526"/>
                <a:gd name="connsiteX1" fmla="*/ 518139 w 522276"/>
                <a:gd name="connsiteY1" fmla="*/ 39628 h 293526"/>
                <a:gd name="connsiteX2" fmla="*/ 489181 w 522276"/>
                <a:gd name="connsiteY2" fmla="*/ 36020 h 293526"/>
                <a:gd name="connsiteX3" fmla="*/ 212272 w 522276"/>
                <a:gd name="connsiteY3" fmla="*/ 247527 h 293526"/>
                <a:gd name="connsiteX4" fmla="*/ 54361 w 522276"/>
                <a:gd name="connsiteY4" fmla="*/ 126666 h 293526"/>
                <a:gd name="connsiteX5" fmla="*/ 171550 w 522276"/>
                <a:gd name="connsiteY5" fmla="*/ 36922 h 293526"/>
                <a:gd name="connsiteX6" fmla="*/ 175170 w 522276"/>
                <a:gd name="connsiteY6" fmla="*/ 8060 h 293526"/>
                <a:gd name="connsiteX7" fmla="*/ 146212 w 522276"/>
                <a:gd name="connsiteY7" fmla="*/ 4452 h 293526"/>
                <a:gd name="connsiteX8" fmla="*/ 7757 w 522276"/>
                <a:gd name="connsiteY8" fmla="*/ 110431 h 293526"/>
                <a:gd name="connsiteX9" fmla="*/ 7757 w 522276"/>
                <a:gd name="connsiteY9" fmla="*/ 110431 h 293526"/>
                <a:gd name="connsiteX10" fmla="*/ 6400 w 522276"/>
                <a:gd name="connsiteY10" fmla="*/ 111784 h 293526"/>
                <a:gd name="connsiteX11" fmla="*/ 6400 w 522276"/>
                <a:gd name="connsiteY11" fmla="*/ 111784 h 293526"/>
                <a:gd name="connsiteX12" fmla="*/ 4138 w 522276"/>
                <a:gd name="connsiteY12" fmla="*/ 114039 h 293526"/>
                <a:gd name="connsiteX13" fmla="*/ 7757 w 522276"/>
                <a:gd name="connsiteY13" fmla="*/ 142901 h 293526"/>
                <a:gd name="connsiteX14" fmla="*/ 199603 w 522276"/>
                <a:gd name="connsiteY14" fmla="*/ 289467 h 293526"/>
                <a:gd name="connsiteX15" fmla="*/ 209557 w 522276"/>
                <a:gd name="connsiteY15" fmla="*/ 293526 h 293526"/>
                <a:gd name="connsiteX16" fmla="*/ 209557 w 522276"/>
                <a:gd name="connsiteY16" fmla="*/ 293526 h 293526"/>
                <a:gd name="connsiteX17" fmla="*/ 211367 w 522276"/>
                <a:gd name="connsiteY17" fmla="*/ 293526 h 293526"/>
                <a:gd name="connsiteX18" fmla="*/ 213177 w 522276"/>
                <a:gd name="connsiteY18" fmla="*/ 293526 h 293526"/>
                <a:gd name="connsiteX19" fmla="*/ 214987 w 522276"/>
                <a:gd name="connsiteY19" fmla="*/ 293526 h 293526"/>
                <a:gd name="connsiteX20" fmla="*/ 214987 w 522276"/>
                <a:gd name="connsiteY20" fmla="*/ 293526 h 293526"/>
                <a:gd name="connsiteX21" fmla="*/ 224941 w 522276"/>
                <a:gd name="connsiteY21" fmla="*/ 289467 h 293526"/>
                <a:gd name="connsiteX22" fmla="*/ 514519 w 522276"/>
                <a:gd name="connsiteY22" fmla="*/ 68040 h 293526"/>
                <a:gd name="connsiteX23" fmla="*/ 518139 w 522276"/>
                <a:gd name="connsiteY23" fmla="*/ 39628 h 293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2276" h="293526">
                  <a:moveTo>
                    <a:pt x="518139" y="39628"/>
                  </a:moveTo>
                  <a:lnTo>
                    <a:pt x="518139" y="39628"/>
                  </a:lnTo>
                  <a:cubicBezTo>
                    <a:pt x="511352" y="30609"/>
                    <a:pt x="498231" y="28805"/>
                    <a:pt x="489181" y="36020"/>
                  </a:cubicBezTo>
                  <a:lnTo>
                    <a:pt x="212272" y="247527"/>
                  </a:lnTo>
                  <a:lnTo>
                    <a:pt x="54361" y="126666"/>
                  </a:lnTo>
                  <a:lnTo>
                    <a:pt x="171550" y="36922"/>
                  </a:lnTo>
                  <a:cubicBezTo>
                    <a:pt x="180599" y="30158"/>
                    <a:pt x="182409" y="17080"/>
                    <a:pt x="175170" y="8060"/>
                  </a:cubicBezTo>
                  <a:cubicBezTo>
                    <a:pt x="168383" y="-959"/>
                    <a:pt x="155261" y="-2763"/>
                    <a:pt x="146212" y="4452"/>
                  </a:cubicBezTo>
                  <a:lnTo>
                    <a:pt x="7757" y="110431"/>
                  </a:lnTo>
                  <a:lnTo>
                    <a:pt x="7757" y="110431"/>
                  </a:lnTo>
                  <a:cubicBezTo>
                    <a:pt x="7305" y="110882"/>
                    <a:pt x="6852" y="111333"/>
                    <a:pt x="6400" y="111784"/>
                  </a:cubicBezTo>
                  <a:lnTo>
                    <a:pt x="6400" y="111784"/>
                  </a:lnTo>
                  <a:cubicBezTo>
                    <a:pt x="5495" y="112686"/>
                    <a:pt x="5042" y="113137"/>
                    <a:pt x="4138" y="114039"/>
                  </a:cubicBezTo>
                  <a:cubicBezTo>
                    <a:pt x="-2649" y="123058"/>
                    <a:pt x="-840" y="135686"/>
                    <a:pt x="7757" y="142901"/>
                  </a:cubicBezTo>
                  <a:lnTo>
                    <a:pt x="199603" y="289467"/>
                  </a:lnTo>
                  <a:cubicBezTo>
                    <a:pt x="202318" y="291722"/>
                    <a:pt x="205937" y="293075"/>
                    <a:pt x="209557" y="293526"/>
                  </a:cubicBezTo>
                  <a:lnTo>
                    <a:pt x="209557" y="293526"/>
                  </a:lnTo>
                  <a:lnTo>
                    <a:pt x="211367" y="293526"/>
                  </a:lnTo>
                  <a:lnTo>
                    <a:pt x="213177" y="293526"/>
                  </a:lnTo>
                  <a:lnTo>
                    <a:pt x="214987" y="293526"/>
                  </a:lnTo>
                  <a:lnTo>
                    <a:pt x="214987" y="293526"/>
                  </a:lnTo>
                  <a:cubicBezTo>
                    <a:pt x="218606" y="293075"/>
                    <a:pt x="221774" y="291722"/>
                    <a:pt x="224941" y="289467"/>
                  </a:cubicBezTo>
                  <a:lnTo>
                    <a:pt x="514519" y="68040"/>
                  </a:lnTo>
                  <a:cubicBezTo>
                    <a:pt x="523116" y="61275"/>
                    <a:pt x="524926" y="48648"/>
                    <a:pt x="518139" y="3962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59560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w/ Social">
    <p:bg>
      <p:bgPr>
        <a:gradFill>
          <a:gsLst>
            <a:gs pos="0">
              <a:srgbClr val="003D8D"/>
            </a:gs>
            <a:gs pos="92000">
              <a:srgbClr val="001D4C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3901010-DC0F-794B-8051-A3D2B4D69A4A}"/>
              </a:ext>
            </a:extLst>
          </p:cNvPr>
          <p:cNvGrpSpPr/>
          <p:nvPr userDrawn="1"/>
        </p:nvGrpSpPr>
        <p:grpSpPr>
          <a:xfrm>
            <a:off x="11107440" y="3997840"/>
            <a:ext cx="526057" cy="526057"/>
            <a:chOff x="10976830" y="3184635"/>
            <a:chExt cx="526057" cy="526057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CB84C8F-DFB6-3A48-B311-6081C810EBA6}"/>
                </a:ext>
              </a:extLst>
            </p:cNvPr>
            <p:cNvSpPr/>
            <p:nvPr userDrawn="1"/>
          </p:nvSpPr>
          <p:spPr>
            <a:xfrm>
              <a:off x="10976830" y="3184635"/>
              <a:ext cx="526057" cy="526057"/>
            </a:xfrm>
            <a:prstGeom prst="ellipse">
              <a:avLst/>
            </a:prstGeom>
            <a:solidFill>
              <a:srgbClr val="00B1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Graphic 6">
              <a:hlinkClick r:id="rId2"/>
              <a:extLst>
                <a:ext uri="{FF2B5EF4-FFF2-40B4-BE49-F238E27FC236}">
                  <a16:creationId xmlns:a16="http://schemas.microsoft.com/office/drawing/2014/main" id="{36F56337-7FA2-D447-BA7C-20EA49AC5BAA}"/>
                </a:ext>
              </a:extLst>
            </p:cNvPr>
            <p:cNvSpPr/>
            <p:nvPr/>
          </p:nvSpPr>
          <p:spPr>
            <a:xfrm>
              <a:off x="11080008" y="3324576"/>
              <a:ext cx="321630" cy="260756"/>
            </a:xfrm>
            <a:custGeom>
              <a:avLst/>
              <a:gdLst>
                <a:gd name="connsiteX0" fmla="*/ 321348 w 321630"/>
                <a:gd name="connsiteY0" fmla="*/ 30471 h 260756"/>
                <a:gd name="connsiteX1" fmla="*/ 283450 w 321630"/>
                <a:gd name="connsiteY1" fmla="*/ 40837 h 260756"/>
                <a:gd name="connsiteX2" fmla="*/ 312463 w 321630"/>
                <a:gd name="connsiteY2" fmla="*/ 4417 h 260756"/>
                <a:gd name="connsiteX3" fmla="*/ 270558 w 321630"/>
                <a:gd name="connsiteY3" fmla="*/ 20391 h 260756"/>
                <a:gd name="connsiteX4" fmla="*/ 222394 w 321630"/>
                <a:gd name="connsiteY4" fmla="*/ -396 h 260756"/>
                <a:gd name="connsiteX5" fmla="*/ 156408 w 321630"/>
                <a:gd name="connsiteY5" fmla="*/ 65431 h 260756"/>
                <a:gd name="connsiteX6" fmla="*/ 158117 w 321630"/>
                <a:gd name="connsiteY6" fmla="*/ 80432 h 260756"/>
                <a:gd name="connsiteX7" fmla="*/ 22107 w 321630"/>
                <a:gd name="connsiteY7" fmla="*/ 11652 h 260756"/>
                <a:gd name="connsiteX8" fmla="*/ 13173 w 321630"/>
                <a:gd name="connsiteY8" fmla="*/ 44745 h 260756"/>
                <a:gd name="connsiteX9" fmla="*/ 42528 w 321630"/>
                <a:gd name="connsiteY9" fmla="*/ 99539 h 260756"/>
                <a:gd name="connsiteX10" fmla="*/ 12641 w 321630"/>
                <a:gd name="connsiteY10" fmla="*/ 91305 h 260756"/>
                <a:gd name="connsiteX11" fmla="*/ 12633 w 321630"/>
                <a:gd name="connsiteY11" fmla="*/ 92132 h 260756"/>
                <a:gd name="connsiteX12" fmla="*/ 65567 w 321630"/>
                <a:gd name="connsiteY12" fmla="*/ 156682 h 260756"/>
                <a:gd name="connsiteX13" fmla="*/ 48182 w 321630"/>
                <a:gd name="connsiteY13" fmla="*/ 158991 h 260756"/>
                <a:gd name="connsiteX14" fmla="*/ 35767 w 321630"/>
                <a:gd name="connsiteY14" fmla="*/ 157810 h 260756"/>
                <a:gd name="connsiteX15" fmla="*/ 97410 w 321630"/>
                <a:gd name="connsiteY15" fmla="*/ 203522 h 260756"/>
                <a:gd name="connsiteX16" fmla="*/ 15457 w 321630"/>
                <a:gd name="connsiteY16" fmla="*/ 231705 h 260756"/>
                <a:gd name="connsiteX17" fmla="*/ -282 w 321630"/>
                <a:gd name="connsiteY17" fmla="*/ 230783 h 260756"/>
                <a:gd name="connsiteX18" fmla="*/ 100868 w 321630"/>
                <a:gd name="connsiteY18" fmla="*/ 260361 h 260756"/>
                <a:gd name="connsiteX19" fmla="*/ 288614 w 321630"/>
                <a:gd name="connsiteY19" fmla="*/ 73063 h 260756"/>
                <a:gd name="connsiteX20" fmla="*/ 288423 w 321630"/>
                <a:gd name="connsiteY20" fmla="*/ 64545 h 260756"/>
                <a:gd name="connsiteX21" fmla="*/ 321347 w 321630"/>
                <a:gd name="connsiteY21" fmla="*/ 30471 h 26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1630" h="260756">
                  <a:moveTo>
                    <a:pt x="321348" y="30471"/>
                  </a:moveTo>
                  <a:cubicBezTo>
                    <a:pt x="309515" y="35707"/>
                    <a:pt x="296796" y="39245"/>
                    <a:pt x="283450" y="40837"/>
                  </a:cubicBezTo>
                  <a:cubicBezTo>
                    <a:pt x="297074" y="32690"/>
                    <a:pt x="307536" y="19790"/>
                    <a:pt x="312463" y="4417"/>
                  </a:cubicBezTo>
                  <a:cubicBezTo>
                    <a:pt x="299713" y="11962"/>
                    <a:pt x="285591" y="17438"/>
                    <a:pt x="270558" y="20391"/>
                  </a:cubicBezTo>
                  <a:cubicBezTo>
                    <a:pt x="258524" y="7598"/>
                    <a:pt x="241374" y="-396"/>
                    <a:pt x="222394" y="-396"/>
                  </a:cubicBezTo>
                  <a:cubicBezTo>
                    <a:pt x="185954" y="-396"/>
                    <a:pt x="156408" y="29077"/>
                    <a:pt x="156408" y="65431"/>
                  </a:cubicBezTo>
                  <a:cubicBezTo>
                    <a:pt x="156408" y="70589"/>
                    <a:pt x="156991" y="75614"/>
                    <a:pt x="158117" y="80432"/>
                  </a:cubicBezTo>
                  <a:cubicBezTo>
                    <a:pt x="103276" y="77687"/>
                    <a:pt x="54654" y="51480"/>
                    <a:pt x="22107" y="11652"/>
                  </a:cubicBezTo>
                  <a:cubicBezTo>
                    <a:pt x="16429" y="21375"/>
                    <a:pt x="13173" y="32682"/>
                    <a:pt x="13173" y="44745"/>
                  </a:cubicBezTo>
                  <a:cubicBezTo>
                    <a:pt x="13173" y="67585"/>
                    <a:pt x="24823" y="87734"/>
                    <a:pt x="42528" y="99539"/>
                  </a:cubicBezTo>
                  <a:cubicBezTo>
                    <a:pt x="31713" y="99196"/>
                    <a:pt x="21537" y="96235"/>
                    <a:pt x="12641" y="91305"/>
                  </a:cubicBezTo>
                  <a:cubicBezTo>
                    <a:pt x="12633" y="91578"/>
                    <a:pt x="12633" y="91855"/>
                    <a:pt x="12633" y="92132"/>
                  </a:cubicBezTo>
                  <a:cubicBezTo>
                    <a:pt x="12633" y="124026"/>
                    <a:pt x="35379" y="150630"/>
                    <a:pt x="65567" y="156682"/>
                  </a:cubicBezTo>
                  <a:cubicBezTo>
                    <a:pt x="60029" y="158186"/>
                    <a:pt x="54200" y="158991"/>
                    <a:pt x="48182" y="158991"/>
                  </a:cubicBezTo>
                  <a:cubicBezTo>
                    <a:pt x="43931" y="158991"/>
                    <a:pt x="39797" y="158577"/>
                    <a:pt x="35767" y="157810"/>
                  </a:cubicBezTo>
                  <a:cubicBezTo>
                    <a:pt x="44165" y="183961"/>
                    <a:pt x="68533" y="202993"/>
                    <a:pt x="97410" y="203522"/>
                  </a:cubicBezTo>
                  <a:cubicBezTo>
                    <a:pt x="74825" y="221180"/>
                    <a:pt x="46374" y="231705"/>
                    <a:pt x="15457" y="231705"/>
                  </a:cubicBezTo>
                  <a:cubicBezTo>
                    <a:pt x="10131" y="231705"/>
                    <a:pt x="4879" y="231391"/>
                    <a:pt x="-282" y="230783"/>
                  </a:cubicBezTo>
                  <a:cubicBezTo>
                    <a:pt x="28919" y="249463"/>
                    <a:pt x="63605" y="260361"/>
                    <a:pt x="100868" y="260361"/>
                  </a:cubicBezTo>
                  <a:cubicBezTo>
                    <a:pt x="222240" y="260361"/>
                    <a:pt x="288614" y="160053"/>
                    <a:pt x="288614" y="73063"/>
                  </a:cubicBezTo>
                  <a:cubicBezTo>
                    <a:pt x="288614" y="70208"/>
                    <a:pt x="288551" y="67370"/>
                    <a:pt x="288423" y="64545"/>
                  </a:cubicBezTo>
                  <a:cubicBezTo>
                    <a:pt x="301314" y="55265"/>
                    <a:pt x="312501" y="43673"/>
                    <a:pt x="321347" y="30471"/>
                  </a:cubicBezTo>
                  <a:close/>
                </a:path>
              </a:pathLst>
            </a:custGeom>
            <a:solidFill>
              <a:schemeClr val="bg1"/>
            </a:solidFill>
            <a:ln w="18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4B695E5-71EB-BD44-BE34-E2A74DD26D5B}"/>
              </a:ext>
            </a:extLst>
          </p:cNvPr>
          <p:cNvGrpSpPr/>
          <p:nvPr userDrawn="1"/>
        </p:nvGrpSpPr>
        <p:grpSpPr>
          <a:xfrm>
            <a:off x="11107440" y="4682810"/>
            <a:ext cx="526057" cy="526057"/>
            <a:chOff x="10976830" y="3925317"/>
            <a:chExt cx="526057" cy="52605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CC6F5BA-882C-D745-9A91-362A43272050}"/>
                </a:ext>
              </a:extLst>
            </p:cNvPr>
            <p:cNvSpPr/>
            <p:nvPr userDrawn="1"/>
          </p:nvSpPr>
          <p:spPr>
            <a:xfrm>
              <a:off x="10976830" y="3925317"/>
              <a:ext cx="526057" cy="526057"/>
            </a:xfrm>
            <a:prstGeom prst="ellipse">
              <a:avLst/>
            </a:prstGeom>
            <a:solidFill>
              <a:srgbClr val="00B1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Graphic 16">
              <a:hlinkClick r:id="rId3"/>
              <a:extLst>
                <a:ext uri="{FF2B5EF4-FFF2-40B4-BE49-F238E27FC236}">
                  <a16:creationId xmlns:a16="http://schemas.microsoft.com/office/drawing/2014/main" id="{BE682A83-3B21-C54D-865A-D95D7F05210D}"/>
                </a:ext>
              </a:extLst>
            </p:cNvPr>
            <p:cNvSpPr/>
            <p:nvPr/>
          </p:nvSpPr>
          <p:spPr>
            <a:xfrm>
              <a:off x="11147572" y="4038600"/>
              <a:ext cx="165844" cy="306749"/>
            </a:xfrm>
            <a:custGeom>
              <a:avLst/>
              <a:gdLst>
                <a:gd name="connsiteX0" fmla="*/ 159599 w 165844"/>
                <a:gd name="connsiteY0" fmla="*/ 64 h 306749"/>
                <a:gd name="connsiteX1" fmla="*/ 119821 w 165844"/>
                <a:gd name="connsiteY1" fmla="*/ 0 h 306749"/>
                <a:gd name="connsiteX2" fmla="*/ 46250 w 165844"/>
                <a:gd name="connsiteY2" fmla="*/ 75491 h 306749"/>
                <a:gd name="connsiteX3" fmla="*/ 46250 w 165844"/>
                <a:gd name="connsiteY3" fmla="*/ 110298 h 306749"/>
                <a:gd name="connsiteX4" fmla="*/ 6255 w 165844"/>
                <a:gd name="connsiteY4" fmla="*/ 110298 h 306749"/>
                <a:gd name="connsiteX5" fmla="*/ 0 w 165844"/>
                <a:gd name="connsiteY5" fmla="*/ 116556 h 306749"/>
                <a:gd name="connsiteX6" fmla="*/ 0 w 165844"/>
                <a:gd name="connsiteY6" fmla="*/ 166987 h 306749"/>
                <a:gd name="connsiteX7" fmla="*/ 6255 w 165844"/>
                <a:gd name="connsiteY7" fmla="*/ 173242 h 306749"/>
                <a:gd name="connsiteX8" fmla="*/ 46250 w 165844"/>
                <a:gd name="connsiteY8" fmla="*/ 173242 h 306749"/>
                <a:gd name="connsiteX9" fmla="*/ 46250 w 165844"/>
                <a:gd name="connsiteY9" fmla="*/ 300495 h 306749"/>
                <a:gd name="connsiteX10" fmla="*/ 52505 w 165844"/>
                <a:gd name="connsiteY10" fmla="*/ 306750 h 306749"/>
                <a:gd name="connsiteX11" fmla="*/ 104688 w 165844"/>
                <a:gd name="connsiteY11" fmla="*/ 306750 h 306749"/>
                <a:gd name="connsiteX12" fmla="*/ 110943 w 165844"/>
                <a:gd name="connsiteY12" fmla="*/ 300495 h 306749"/>
                <a:gd name="connsiteX13" fmla="*/ 110943 w 165844"/>
                <a:gd name="connsiteY13" fmla="*/ 173242 h 306749"/>
                <a:gd name="connsiteX14" fmla="*/ 157707 w 165844"/>
                <a:gd name="connsiteY14" fmla="*/ 173242 h 306749"/>
                <a:gd name="connsiteX15" fmla="*/ 163962 w 165844"/>
                <a:gd name="connsiteY15" fmla="*/ 166987 h 306749"/>
                <a:gd name="connsiteX16" fmla="*/ 163981 w 165844"/>
                <a:gd name="connsiteY16" fmla="*/ 116556 h 306749"/>
                <a:gd name="connsiteX17" fmla="*/ 162149 w 165844"/>
                <a:gd name="connsiteY17" fmla="*/ 112133 h 306749"/>
                <a:gd name="connsiteX18" fmla="*/ 157723 w 165844"/>
                <a:gd name="connsiteY18" fmla="*/ 110298 h 306749"/>
                <a:gd name="connsiteX19" fmla="*/ 110943 w 165844"/>
                <a:gd name="connsiteY19" fmla="*/ 110298 h 306749"/>
                <a:gd name="connsiteX20" fmla="*/ 110943 w 165844"/>
                <a:gd name="connsiteY20" fmla="*/ 80792 h 306749"/>
                <a:gd name="connsiteX21" fmla="*/ 132796 w 165844"/>
                <a:gd name="connsiteY21" fmla="*/ 59411 h 306749"/>
                <a:gd name="connsiteX22" fmla="*/ 159593 w 165844"/>
                <a:gd name="connsiteY22" fmla="*/ 59401 h 306749"/>
                <a:gd name="connsiteX23" fmla="*/ 165844 w 165844"/>
                <a:gd name="connsiteY23" fmla="*/ 53147 h 306749"/>
                <a:gd name="connsiteX24" fmla="*/ 165844 w 165844"/>
                <a:gd name="connsiteY24" fmla="*/ 6319 h 306749"/>
                <a:gd name="connsiteX25" fmla="*/ 159599 w 165844"/>
                <a:gd name="connsiteY25" fmla="*/ 64 h 306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5844" h="306749">
                  <a:moveTo>
                    <a:pt x="159599" y="64"/>
                  </a:moveTo>
                  <a:lnTo>
                    <a:pt x="119821" y="0"/>
                  </a:lnTo>
                  <a:cubicBezTo>
                    <a:pt x="75131" y="0"/>
                    <a:pt x="46250" y="29630"/>
                    <a:pt x="46250" y="75491"/>
                  </a:cubicBezTo>
                  <a:lnTo>
                    <a:pt x="46250" y="110298"/>
                  </a:lnTo>
                  <a:lnTo>
                    <a:pt x="6255" y="110298"/>
                  </a:lnTo>
                  <a:cubicBezTo>
                    <a:pt x="2799" y="110298"/>
                    <a:pt x="0" y="113100"/>
                    <a:pt x="0" y="116556"/>
                  </a:cubicBezTo>
                  <a:lnTo>
                    <a:pt x="0" y="166987"/>
                  </a:lnTo>
                  <a:cubicBezTo>
                    <a:pt x="0" y="170443"/>
                    <a:pt x="2802" y="173242"/>
                    <a:pt x="6255" y="173242"/>
                  </a:cubicBezTo>
                  <a:lnTo>
                    <a:pt x="46250" y="173242"/>
                  </a:lnTo>
                  <a:lnTo>
                    <a:pt x="46250" y="300495"/>
                  </a:lnTo>
                  <a:cubicBezTo>
                    <a:pt x="46250" y="303951"/>
                    <a:pt x="49049" y="306750"/>
                    <a:pt x="52505" y="306750"/>
                  </a:cubicBezTo>
                  <a:lnTo>
                    <a:pt x="104688" y="306750"/>
                  </a:lnTo>
                  <a:cubicBezTo>
                    <a:pt x="108144" y="306750"/>
                    <a:pt x="110943" y="303948"/>
                    <a:pt x="110943" y="300495"/>
                  </a:cubicBezTo>
                  <a:lnTo>
                    <a:pt x="110943" y="173242"/>
                  </a:lnTo>
                  <a:lnTo>
                    <a:pt x="157707" y="173242"/>
                  </a:lnTo>
                  <a:cubicBezTo>
                    <a:pt x="161163" y="173242"/>
                    <a:pt x="163962" y="170443"/>
                    <a:pt x="163962" y="166987"/>
                  </a:cubicBezTo>
                  <a:lnTo>
                    <a:pt x="163981" y="116556"/>
                  </a:lnTo>
                  <a:cubicBezTo>
                    <a:pt x="163981" y="114897"/>
                    <a:pt x="163320" y="113307"/>
                    <a:pt x="162149" y="112133"/>
                  </a:cubicBezTo>
                  <a:cubicBezTo>
                    <a:pt x="160978" y="110959"/>
                    <a:pt x="159382" y="110298"/>
                    <a:pt x="157723" y="110298"/>
                  </a:cubicBezTo>
                  <a:lnTo>
                    <a:pt x="110943" y="110298"/>
                  </a:lnTo>
                  <a:lnTo>
                    <a:pt x="110943" y="80792"/>
                  </a:lnTo>
                  <a:cubicBezTo>
                    <a:pt x="110943" y="66610"/>
                    <a:pt x="114322" y="59411"/>
                    <a:pt x="132796" y="59411"/>
                  </a:cubicBezTo>
                  <a:lnTo>
                    <a:pt x="159593" y="59401"/>
                  </a:lnTo>
                  <a:cubicBezTo>
                    <a:pt x="163046" y="59401"/>
                    <a:pt x="165844" y="56599"/>
                    <a:pt x="165844" y="53147"/>
                  </a:cubicBezTo>
                  <a:lnTo>
                    <a:pt x="165844" y="6319"/>
                  </a:lnTo>
                  <a:cubicBezTo>
                    <a:pt x="165844" y="2869"/>
                    <a:pt x="163049" y="70"/>
                    <a:pt x="159599" y="64"/>
                  </a:cubicBezTo>
                  <a:close/>
                </a:path>
              </a:pathLst>
            </a:custGeom>
            <a:solidFill>
              <a:schemeClr val="bg1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4654205-92F7-B341-9452-F1D5BC817CF9}"/>
              </a:ext>
            </a:extLst>
          </p:cNvPr>
          <p:cNvGrpSpPr/>
          <p:nvPr userDrawn="1"/>
        </p:nvGrpSpPr>
        <p:grpSpPr>
          <a:xfrm>
            <a:off x="11107440" y="5367780"/>
            <a:ext cx="526057" cy="526057"/>
            <a:chOff x="10976830" y="4665999"/>
            <a:chExt cx="526057" cy="5260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4061D55-1E42-5E4A-B06A-EDB2840975A7}"/>
                </a:ext>
              </a:extLst>
            </p:cNvPr>
            <p:cNvSpPr/>
            <p:nvPr userDrawn="1"/>
          </p:nvSpPr>
          <p:spPr>
            <a:xfrm>
              <a:off x="10976830" y="4665999"/>
              <a:ext cx="526057" cy="526057"/>
            </a:xfrm>
            <a:prstGeom prst="ellipse">
              <a:avLst/>
            </a:prstGeom>
            <a:solidFill>
              <a:srgbClr val="00B1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A3A376CF-0E42-3D4D-9CC2-6611439978B1}"/>
                </a:ext>
              </a:extLst>
            </p:cNvPr>
            <p:cNvSpPr/>
            <p:nvPr/>
          </p:nvSpPr>
          <p:spPr>
            <a:xfrm>
              <a:off x="11205268" y="4869839"/>
              <a:ext cx="178208" cy="188721"/>
            </a:xfrm>
            <a:custGeom>
              <a:avLst/>
              <a:gdLst>
                <a:gd name="connsiteX0" fmla="*/ 178140 w 178208"/>
                <a:gd name="connsiteY0" fmla="*/ 188721 h 188721"/>
                <a:gd name="connsiteX1" fmla="*/ 178140 w 178208"/>
                <a:gd name="connsiteY1" fmla="*/ 188710 h 188721"/>
                <a:gd name="connsiteX2" fmla="*/ 178208 w 178208"/>
                <a:gd name="connsiteY2" fmla="*/ 188710 h 188721"/>
                <a:gd name="connsiteX3" fmla="*/ 178208 w 178208"/>
                <a:gd name="connsiteY3" fmla="*/ 87582 h 188721"/>
                <a:gd name="connsiteX4" fmla="*/ 109722 w 178208"/>
                <a:gd name="connsiteY4" fmla="*/ 0 h 188721"/>
                <a:gd name="connsiteX5" fmla="*/ 55642 w 178208"/>
                <a:gd name="connsiteY5" fmla="*/ 29722 h 188721"/>
                <a:gd name="connsiteX6" fmla="*/ 54838 w 178208"/>
                <a:gd name="connsiteY6" fmla="*/ 29722 h 188721"/>
                <a:gd name="connsiteX7" fmla="*/ 54838 w 178208"/>
                <a:gd name="connsiteY7" fmla="*/ 4619 h 188721"/>
                <a:gd name="connsiteX8" fmla="*/ 0 w 178208"/>
                <a:gd name="connsiteY8" fmla="*/ 4619 h 188721"/>
                <a:gd name="connsiteX9" fmla="*/ 0 w 178208"/>
                <a:gd name="connsiteY9" fmla="*/ 188710 h 188721"/>
                <a:gd name="connsiteX10" fmla="*/ 57101 w 178208"/>
                <a:gd name="connsiteY10" fmla="*/ 188710 h 188721"/>
                <a:gd name="connsiteX11" fmla="*/ 57101 w 178208"/>
                <a:gd name="connsiteY11" fmla="*/ 97555 h 188721"/>
                <a:gd name="connsiteX12" fmla="*/ 91373 w 178208"/>
                <a:gd name="connsiteY12" fmla="*/ 50346 h 188721"/>
                <a:gd name="connsiteX13" fmla="*/ 121096 w 178208"/>
                <a:gd name="connsiteY13" fmla="*/ 99094 h 188721"/>
                <a:gd name="connsiteX14" fmla="*/ 121096 w 178208"/>
                <a:gd name="connsiteY14" fmla="*/ 188721 h 188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8208" h="188721">
                  <a:moveTo>
                    <a:pt x="178140" y="188721"/>
                  </a:moveTo>
                  <a:lnTo>
                    <a:pt x="178140" y="188710"/>
                  </a:lnTo>
                  <a:lnTo>
                    <a:pt x="178208" y="188710"/>
                  </a:lnTo>
                  <a:lnTo>
                    <a:pt x="178208" y="87582"/>
                  </a:lnTo>
                  <a:cubicBezTo>
                    <a:pt x="178208" y="38110"/>
                    <a:pt x="167558" y="0"/>
                    <a:pt x="109722" y="0"/>
                  </a:cubicBezTo>
                  <a:cubicBezTo>
                    <a:pt x="81918" y="0"/>
                    <a:pt x="63259" y="15258"/>
                    <a:pt x="55642" y="29722"/>
                  </a:cubicBezTo>
                  <a:lnTo>
                    <a:pt x="54838" y="29722"/>
                  </a:lnTo>
                  <a:lnTo>
                    <a:pt x="54838" y="4619"/>
                  </a:lnTo>
                  <a:lnTo>
                    <a:pt x="0" y="4619"/>
                  </a:lnTo>
                  <a:lnTo>
                    <a:pt x="0" y="188710"/>
                  </a:lnTo>
                  <a:lnTo>
                    <a:pt x="57101" y="188710"/>
                  </a:lnTo>
                  <a:lnTo>
                    <a:pt x="57101" y="97555"/>
                  </a:lnTo>
                  <a:cubicBezTo>
                    <a:pt x="57101" y="73554"/>
                    <a:pt x="61651" y="50346"/>
                    <a:pt x="91373" y="50346"/>
                  </a:cubicBezTo>
                  <a:cubicBezTo>
                    <a:pt x="120659" y="50346"/>
                    <a:pt x="121096" y="77736"/>
                    <a:pt x="121096" y="99094"/>
                  </a:cubicBezTo>
                  <a:lnTo>
                    <a:pt x="121096" y="188721"/>
                  </a:lnTo>
                  <a:close/>
                </a:path>
              </a:pathLst>
            </a:custGeom>
            <a:solidFill>
              <a:schemeClr val="bg1"/>
            </a:solidFill>
            <a:ln w="11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93CF8219-A4E7-5B47-9F3A-A1915806D9F2}"/>
                </a:ext>
              </a:extLst>
            </p:cNvPr>
            <p:cNvSpPr/>
            <p:nvPr/>
          </p:nvSpPr>
          <p:spPr>
            <a:xfrm>
              <a:off x="11112286" y="4874470"/>
              <a:ext cx="57170" cy="184090"/>
            </a:xfrm>
            <a:custGeom>
              <a:avLst/>
              <a:gdLst>
                <a:gd name="connsiteX0" fmla="*/ 0 w 57170"/>
                <a:gd name="connsiteY0" fmla="*/ 0 h 184090"/>
                <a:gd name="connsiteX1" fmla="*/ 57170 w 57170"/>
                <a:gd name="connsiteY1" fmla="*/ 0 h 184090"/>
                <a:gd name="connsiteX2" fmla="*/ 57170 w 57170"/>
                <a:gd name="connsiteY2" fmla="*/ 184091 h 184090"/>
                <a:gd name="connsiteX3" fmla="*/ 0 w 57170"/>
                <a:gd name="connsiteY3" fmla="*/ 184091 h 184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70" h="184090">
                  <a:moveTo>
                    <a:pt x="0" y="0"/>
                  </a:moveTo>
                  <a:lnTo>
                    <a:pt x="57170" y="0"/>
                  </a:lnTo>
                  <a:lnTo>
                    <a:pt x="57170" y="184091"/>
                  </a:lnTo>
                  <a:lnTo>
                    <a:pt x="0" y="184091"/>
                  </a:lnTo>
                  <a:close/>
                </a:path>
              </a:pathLst>
            </a:custGeom>
            <a:solidFill>
              <a:schemeClr val="bg1"/>
            </a:solidFill>
            <a:ln w="11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596AD7E7-220E-6648-AE58-25A8780EDD46}"/>
                </a:ext>
              </a:extLst>
            </p:cNvPr>
            <p:cNvSpPr/>
            <p:nvPr/>
          </p:nvSpPr>
          <p:spPr>
            <a:xfrm>
              <a:off x="11107737" y="4782821"/>
              <a:ext cx="66223" cy="66533"/>
            </a:xfrm>
            <a:custGeom>
              <a:avLst/>
              <a:gdLst>
                <a:gd name="connsiteX0" fmla="*/ 33112 w 66223"/>
                <a:gd name="connsiteY0" fmla="*/ 0 h 66533"/>
                <a:gd name="connsiteX1" fmla="*/ 0 w 66223"/>
                <a:gd name="connsiteY1" fmla="*/ 33112 h 66533"/>
                <a:gd name="connsiteX2" fmla="*/ 33112 w 66223"/>
                <a:gd name="connsiteY2" fmla="*/ 66534 h 66533"/>
                <a:gd name="connsiteX3" fmla="*/ 66224 w 66223"/>
                <a:gd name="connsiteY3" fmla="*/ 33112 h 66533"/>
                <a:gd name="connsiteX4" fmla="*/ 33112 w 66223"/>
                <a:gd name="connsiteY4" fmla="*/ 0 h 6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223" h="66533">
                  <a:moveTo>
                    <a:pt x="33112" y="0"/>
                  </a:moveTo>
                  <a:cubicBezTo>
                    <a:pt x="14833" y="0"/>
                    <a:pt x="0" y="14833"/>
                    <a:pt x="0" y="33112"/>
                  </a:cubicBezTo>
                  <a:cubicBezTo>
                    <a:pt x="0" y="51391"/>
                    <a:pt x="14833" y="66534"/>
                    <a:pt x="33112" y="66534"/>
                  </a:cubicBezTo>
                  <a:cubicBezTo>
                    <a:pt x="51391" y="66534"/>
                    <a:pt x="66224" y="51391"/>
                    <a:pt x="66224" y="33112"/>
                  </a:cubicBezTo>
                  <a:cubicBezTo>
                    <a:pt x="66212" y="14833"/>
                    <a:pt x="51380" y="0"/>
                    <a:pt x="33112" y="0"/>
                  </a:cubicBezTo>
                  <a:close/>
                </a:path>
              </a:pathLst>
            </a:custGeom>
            <a:solidFill>
              <a:schemeClr val="bg1"/>
            </a:solidFill>
            <a:ln w="11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D38C03A-504E-2446-BB88-D36358464009}"/>
              </a:ext>
            </a:extLst>
          </p:cNvPr>
          <p:cNvGrpSpPr/>
          <p:nvPr userDrawn="1"/>
        </p:nvGrpSpPr>
        <p:grpSpPr>
          <a:xfrm>
            <a:off x="11107440" y="3312870"/>
            <a:ext cx="526057" cy="526057"/>
            <a:chOff x="10976830" y="5406681"/>
            <a:chExt cx="526057" cy="52605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FDDA136-5429-434C-B6E9-F11894954DD0}"/>
                </a:ext>
              </a:extLst>
            </p:cNvPr>
            <p:cNvSpPr/>
            <p:nvPr userDrawn="1"/>
          </p:nvSpPr>
          <p:spPr>
            <a:xfrm>
              <a:off x="10976830" y="5406681"/>
              <a:ext cx="526057" cy="526057"/>
            </a:xfrm>
            <a:prstGeom prst="ellipse">
              <a:avLst/>
            </a:prstGeom>
            <a:solidFill>
              <a:srgbClr val="00B1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Graphic 18">
              <a:hlinkClick r:id="rId4"/>
              <a:extLst>
                <a:ext uri="{FF2B5EF4-FFF2-40B4-BE49-F238E27FC236}">
                  <a16:creationId xmlns:a16="http://schemas.microsoft.com/office/drawing/2014/main" id="{D94071CA-7302-D446-98A3-D8B16DE2D0C0}"/>
                </a:ext>
              </a:extLst>
            </p:cNvPr>
            <p:cNvSpPr/>
            <p:nvPr/>
          </p:nvSpPr>
          <p:spPr>
            <a:xfrm>
              <a:off x="11087280" y="5521959"/>
              <a:ext cx="306606" cy="306606"/>
            </a:xfrm>
            <a:custGeom>
              <a:avLst/>
              <a:gdLst>
                <a:gd name="connsiteX0" fmla="*/ 261681 w 306606"/>
                <a:gd name="connsiteY0" fmla="*/ 44926 h 306606"/>
                <a:gd name="connsiteX1" fmla="*/ 44926 w 306606"/>
                <a:gd name="connsiteY1" fmla="*/ 44926 h 306606"/>
                <a:gd name="connsiteX2" fmla="*/ 44926 w 306606"/>
                <a:gd name="connsiteY2" fmla="*/ 261681 h 306606"/>
                <a:gd name="connsiteX3" fmla="*/ 261681 w 306606"/>
                <a:gd name="connsiteY3" fmla="*/ 261681 h 306606"/>
                <a:gd name="connsiteX4" fmla="*/ 261681 w 306606"/>
                <a:gd name="connsiteY4" fmla="*/ 44926 h 306606"/>
                <a:gd name="connsiteX5" fmla="*/ 255275 w 306606"/>
                <a:gd name="connsiteY5" fmla="*/ 239833 h 306606"/>
                <a:gd name="connsiteX6" fmla="*/ 232379 w 306606"/>
                <a:gd name="connsiteY6" fmla="*/ 222879 h 306606"/>
                <a:gd name="connsiteX7" fmla="*/ 241625 w 306606"/>
                <a:gd name="connsiteY7" fmla="*/ 163071 h 306606"/>
                <a:gd name="connsiteX8" fmla="*/ 286687 w 306606"/>
                <a:gd name="connsiteY8" fmla="*/ 163071 h 306606"/>
                <a:gd name="connsiteX9" fmla="*/ 255275 w 306606"/>
                <a:gd name="connsiteY9" fmla="*/ 239833 h 306606"/>
                <a:gd name="connsiteX10" fmla="*/ 19920 w 306606"/>
                <a:gd name="connsiteY10" fmla="*/ 163071 h 306606"/>
                <a:gd name="connsiteX11" fmla="*/ 64981 w 306606"/>
                <a:gd name="connsiteY11" fmla="*/ 163071 h 306606"/>
                <a:gd name="connsiteX12" fmla="*/ 74227 w 306606"/>
                <a:gd name="connsiteY12" fmla="*/ 222879 h 306606"/>
                <a:gd name="connsiteX13" fmla="*/ 51331 w 306606"/>
                <a:gd name="connsiteY13" fmla="*/ 239833 h 306606"/>
                <a:gd name="connsiteX14" fmla="*/ 19920 w 306606"/>
                <a:gd name="connsiteY14" fmla="*/ 163071 h 306606"/>
                <a:gd name="connsiteX15" fmla="*/ 51332 w 306606"/>
                <a:gd name="connsiteY15" fmla="*/ 66774 h 306606"/>
                <a:gd name="connsiteX16" fmla="*/ 74227 w 306606"/>
                <a:gd name="connsiteY16" fmla="*/ 83729 h 306606"/>
                <a:gd name="connsiteX17" fmla="*/ 64982 w 306606"/>
                <a:gd name="connsiteY17" fmla="*/ 143536 h 306606"/>
                <a:gd name="connsiteX18" fmla="*/ 19920 w 306606"/>
                <a:gd name="connsiteY18" fmla="*/ 143536 h 306606"/>
                <a:gd name="connsiteX19" fmla="*/ 51332 w 306606"/>
                <a:gd name="connsiteY19" fmla="*/ 66774 h 306606"/>
                <a:gd name="connsiteX20" fmla="*/ 143537 w 306606"/>
                <a:gd name="connsiteY20" fmla="*/ 85747 h 306606"/>
                <a:gd name="connsiteX21" fmla="*/ 98009 w 306606"/>
                <a:gd name="connsiteY21" fmla="*/ 74212 h 306606"/>
                <a:gd name="connsiteX22" fmla="*/ 143537 w 306606"/>
                <a:gd name="connsiteY22" fmla="*/ 20973 h 306606"/>
                <a:gd name="connsiteX23" fmla="*/ 143537 w 306606"/>
                <a:gd name="connsiteY23" fmla="*/ 105318 h 306606"/>
                <a:gd name="connsiteX24" fmla="*/ 143537 w 306606"/>
                <a:gd name="connsiteY24" fmla="*/ 143537 h 306606"/>
                <a:gd name="connsiteX25" fmla="*/ 84524 w 306606"/>
                <a:gd name="connsiteY25" fmla="*/ 143537 h 306606"/>
                <a:gd name="connsiteX26" fmla="*/ 91931 w 306606"/>
                <a:gd name="connsiteY26" fmla="*/ 92897 h 306606"/>
                <a:gd name="connsiteX27" fmla="*/ 143537 w 306606"/>
                <a:gd name="connsiteY27" fmla="*/ 105318 h 306606"/>
                <a:gd name="connsiteX28" fmla="*/ 143537 w 306606"/>
                <a:gd name="connsiteY28" fmla="*/ 163071 h 306606"/>
                <a:gd name="connsiteX29" fmla="*/ 143537 w 306606"/>
                <a:gd name="connsiteY29" fmla="*/ 201289 h 306606"/>
                <a:gd name="connsiteX30" fmla="*/ 91931 w 306606"/>
                <a:gd name="connsiteY30" fmla="*/ 213711 h 306606"/>
                <a:gd name="connsiteX31" fmla="*/ 84524 w 306606"/>
                <a:gd name="connsiteY31" fmla="*/ 163071 h 306606"/>
                <a:gd name="connsiteX32" fmla="*/ 143537 w 306606"/>
                <a:gd name="connsiteY32" fmla="*/ 220860 h 306606"/>
                <a:gd name="connsiteX33" fmla="*/ 143537 w 306606"/>
                <a:gd name="connsiteY33" fmla="*/ 285635 h 306606"/>
                <a:gd name="connsiteX34" fmla="*/ 98009 w 306606"/>
                <a:gd name="connsiteY34" fmla="*/ 232395 h 306606"/>
                <a:gd name="connsiteX35" fmla="*/ 143537 w 306606"/>
                <a:gd name="connsiteY35" fmla="*/ 220860 h 306606"/>
                <a:gd name="connsiteX36" fmla="*/ 163070 w 306606"/>
                <a:gd name="connsiteY36" fmla="*/ 220860 h 306606"/>
                <a:gd name="connsiteX37" fmla="*/ 208598 w 306606"/>
                <a:gd name="connsiteY37" fmla="*/ 232395 h 306606"/>
                <a:gd name="connsiteX38" fmla="*/ 163070 w 306606"/>
                <a:gd name="connsiteY38" fmla="*/ 285635 h 306606"/>
                <a:gd name="connsiteX39" fmla="*/ 163070 w 306606"/>
                <a:gd name="connsiteY39" fmla="*/ 201289 h 306606"/>
                <a:gd name="connsiteX40" fmla="*/ 163070 w 306606"/>
                <a:gd name="connsiteY40" fmla="*/ 163071 h 306606"/>
                <a:gd name="connsiteX41" fmla="*/ 222083 w 306606"/>
                <a:gd name="connsiteY41" fmla="*/ 163071 h 306606"/>
                <a:gd name="connsiteX42" fmla="*/ 214676 w 306606"/>
                <a:gd name="connsiteY42" fmla="*/ 213711 h 306606"/>
                <a:gd name="connsiteX43" fmla="*/ 163070 w 306606"/>
                <a:gd name="connsiteY43" fmla="*/ 201289 h 306606"/>
                <a:gd name="connsiteX44" fmla="*/ 163070 w 306606"/>
                <a:gd name="connsiteY44" fmla="*/ 143537 h 306606"/>
                <a:gd name="connsiteX45" fmla="*/ 163070 w 306606"/>
                <a:gd name="connsiteY45" fmla="*/ 105318 h 306606"/>
                <a:gd name="connsiteX46" fmla="*/ 214676 w 306606"/>
                <a:gd name="connsiteY46" fmla="*/ 92897 h 306606"/>
                <a:gd name="connsiteX47" fmla="*/ 222083 w 306606"/>
                <a:gd name="connsiteY47" fmla="*/ 143537 h 306606"/>
                <a:gd name="connsiteX48" fmla="*/ 163070 w 306606"/>
                <a:gd name="connsiteY48" fmla="*/ 85747 h 306606"/>
                <a:gd name="connsiteX49" fmla="*/ 163070 w 306606"/>
                <a:gd name="connsiteY49" fmla="*/ 20973 h 306606"/>
                <a:gd name="connsiteX50" fmla="*/ 208598 w 306606"/>
                <a:gd name="connsiteY50" fmla="*/ 74213 h 306606"/>
                <a:gd name="connsiteX51" fmla="*/ 163070 w 306606"/>
                <a:gd name="connsiteY51" fmla="*/ 85747 h 306606"/>
                <a:gd name="connsiteX52" fmla="*/ 206942 w 306606"/>
                <a:gd name="connsiteY52" fmla="*/ 30725 h 306606"/>
                <a:gd name="connsiteX53" fmla="*/ 241565 w 306606"/>
                <a:gd name="connsiteY53" fmla="*/ 52834 h 306606"/>
                <a:gd name="connsiteX54" fmla="*/ 225852 w 306606"/>
                <a:gd name="connsiteY54" fmla="*/ 64760 h 306606"/>
                <a:gd name="connsiteX55" fmla="*/ 206942 w 306606"/>
                <a:gd name="connsiteY55" fmla="*/ 30725 h 306606"/>
                <a:gd name="connsiteX56" fmla="*/ 80754 w 306606"/>
                <a:gd name="connsiteY56" fmla="*/ 64760 h 306606"/>
                <a:gd name="connsiteX57" fmla="*/ 65042 w 306606"/>
                <a:gd name="connsiteY57" fmla="*/ 52834 h 306606"/>
                <a:gd name="connsiteX58" fmla="*/ 99665 w 306606"/>
                <a:gd name="connsiteY58" fmla="*/ 30725 h 306606"/>
                <a:gd name="connsiteX59" fmla="*/ 80754 w 306606"/>
                <a:gd name="connsiteY59" fmla="*/ 64760 h 306606"/>
                <a:gd name="connsiteX60" fmla="*/ 80755 w 306606"/>
                <a:gd name="connsiteY60" fmla="*/ 241848 h 306606"/>
                <a:gd name="connsiteX61" fmla="*/ 99665 w 306606"/>
                <a:gd name="connsiteY61" fmla="*/ 275883 h 306606"/>
                <a:gd name="connsiteX62" fmla="*/ 65042 w 306606"/>
                <a:gd name="connsiteY62" fmla="*/ 253773 h 306606"/>
                <a:gd name="connsiteX63" fmla="*/ 80755 w 306606"/>
                <a:gd name="connsiteY63" fmla="*/ 241848 h 306606"/>
                <a:gd name="connsiteX64" fmla="*/ 225852 w 306606"/>
                <a:gd name="connsiteY64" fmla="*/ 241848 h 306606"/>
                <a:gd name="connsiteX65" fmla="*/ 241565 w 306606"/>
                <a:gd name="connsiteY65" fmla="*/ 253773 h 306606"/>
                <a:gd name="connsiteX66" fmla="*/ 206942 w 306606"/>
                <a:gd name="connsiteY66" fmla="*/ 275883 h 306606"/>
                <a:gd name="connsiteX67" fmla="*/ 225852 w 306606"/>
                <a:gd name="connsiteY67" fmla="*/ 241848 h 306606"/>
                <a:gd name="connsiteX68" fmla="*/ 241626 w 306606"/>
                <a:gd name="connsiteY68" fmla="*/ 143537 h 306606"/>
                <a:gd name="connsiteX69" fmla="*/ 232380 w 306606"/>
                <a:gd name="connsiteY69" fmla="*/ 83729 h 306606"/>
                <a:gd name="connsiteX70" fmla="*/ 255275 w 306606"/>
                <a:gd name="connsiteY70" fmla="*/ 66775 h 306606"/>
                <a:gd name="connsiteX71" fmla="*/ 286687 w 306606"/>
                <a:gd name="connsiteY71" fmla="*/ 143537 h 306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306606" h="306606">
                  <a:moveTo>
                    <a:pt x="261681" y="44926"/>
                  </a:moveTo>
                  <a:cubicBezTo>
                    <a:pt x="201786" y="-14971"/>
                    <a:pt x="104831" y="-14980"/>
                    <a:pt x="44926" y="44926"/>
                  </a:cubicBezTo>
                  <a:cubicBezTo>
                    <a:pt x="-14971" y="104822"/>
                    <a:pt x="-14980" y="201776"/>
                    <a:pt x="44926" y="261681"/>
                  </a:cubicBezTo>
                  <a:cubicBezTo>
                    <a:pt x="104821" y="321578"/>
                    <a:pt x="201776" y="321587"/>
                    <a:pt x="261681" y="261681"/>
                  </a:cubicBezTo>
                  <a:cubicBezTo>
                    <a:pt x="321578" y="201785"/>
                    <a:pt x="321586" y="104831"/>
                    <a:pt x="261681" y="44926"/>
                  </a:cubicBezTo>
                  <a:close/>
                  <a:moveTo>
                    <a:pt x="255275" y="239833"/>
                  </a:moveTo>
                  <a:cubicBezTo>
                    <a:pt x="248114" y="233429"/>
                    <a:pt x="240454" y="227762"/>
                    <a:pt x="232379" y="222879"/>
                  </a:cubicBezTo>
                  <a:cubicBezTo>
                    <a:pt x="237716" y="204444"/>
                    <a:pt x="240878" y="184158"/>
                    <a:pt x="241625" y="163071"/>
                  </a:cubicBezTo>
                  <a:lnTo>
                    <a:pt x="286687" y="163071"/>
                  </a:lnTo>
                  <a:cubicBezTo>
                    <a:pt x="284649" y="191494"/>
                    <a:pt x="273728" y="218158"/>
                    <a:pt x="255275" y="239833"/>
                  </a:cubicBezTo>
                  <a:close/>
                  <a:moveTo>
                    <a:pt x="19920" y="163071"/>
                  </a:moveTo>
                  <a:lnTo>
                    <a:pt x="64981" y="163071"/>
                  </a:lnTo>
                  <a:cubicBezTo>
                    <a:pt x="65728" y="184158"/>
                    <a:pt x="68890" y="204444"/>
                    <a:pt x="74227" y="222879"/>
                  </a:cubicBezTo>
                  <a:cubicBezTo>
                    <a:pt x="66153" y="227762"/>
                    <a:pt x="58493" y="233429"/>
                    <a:pt x="51331" y="239833"/>
                  </a:cubicBezTo>
                  <a:cubicBezTo>
                    <a:pt x="32878" y="218158"/>
                    <a:pt x="21958" y="191494"/>
                    <a:pt x="19920" y="163071"/>
                  </a:cubicBezTo>
                  <a:close/>
                  <a:moveTo>
                    <a:pt x="51332" y="66774"/>
                  </a:moveTo>
                  <a:cubicBezTo>
                    <a:pt x="58493" y="73178"/>
                    <a:pt x="66153" y="78845"/>
                    <a:pt x="74227" y="83729"/>
                  </a:cubicBezTo>
                  <a:cubicBezTo>
                    <a:pt x="68891" y="102163"/>
                    <a:pt x="65729" y="122449"/>
                    <a:pt x="64982" y="143536"/>
                  </a:cubicBezTo>
                  <a:lnTo>
                    <a:pt x="19920" y="143536"/>
                  </a:lnTo>
                  <a:cubicBezTo>
                    <a:pt x="21958" y="115113"/>
                    <a:pt x="32878" y="88450"/>
                    <a:pt x="51332" y="66774"/>
                  </a:cubicBezTo>
                  <a:close/>
                  <a:moveTo>
                    <a:pt x="143537" y="85747"/>
                  </a:moveTo>
                  <a:cubicBezTo>
                    <a:pt x="127607" y="84608"/>
                    <a:pt x="112248" y="80685"/>
                    <a:pt x="98009" y="74212"/>
                  </a:cubicBezTo>
                  <a:cubicBezTo>
                    <a:pt x="106290" y="52888"/>
                    <a:pt x="121557" y="27311"/>
                    <a:pt x="143537" y="20973"/>
                  </a:cubicBezTo>
                  <a:close/>
                  <a:moveTo>
                    <a:pt x="143537" y="105318"/>
                  </a:moveTo>
                  <a:lnTo>
                    <a:pt x="143537" y="143537"/>
                  </a:lnTo>
                  <a:lnTo>
                    <a:pt x="84524" y="143537"/>
                  </a:lnTo>
                  <a:cubicBezTo>
                    <a:pt x="85200" y="125699"/>
                    <a:pt x="87728" y="108570"/>
                    <a:pt x="91931" y="92897"/>
                  </a:cubicBezTo>
                  <a:cubicBezTo>
                    <a:pt x="108112" y="99971"/>
                    <a:pt x="125515" y="104195"/>
                    <a:pt x="143537" y="105318"/>
                  </a:cubicBezTo>
                  <a:close/>
                  <a:moveTo>
                    <a:pt x="143537" y="163071"/>
                  </a:moveTo>
                  <a:lnTo>
                    <a:pt x="143537" y="201289"/>
                  </a:lnTo>
                  <a:cubicBezTo>
                    <a:pt x="125515" y="202413"/>
                    <a:pt x="108112" y="206637"/>
                    <a:pt x="91931" y="213711"/>
                  </a:cubicBezTo>
                  <a:cubicBezTo>
                    <a:pt x="87728" y="198038"/>
                    <a:pt x="85200" y="180909"/>
                    <a:pt x="84524" y="163071"/>
                  </a:cubicBezTo>
                  <a:close/>
                  <a:moveTo>
                    <a:pt x="143537" y="220860"/>
                  </a:moveTo>
                  <a:lnTo>
                    <a:pt x="143537" y="285635"/>
                  </a:lnTo>
                  <a:cubicBezTo>
                    <a:pt x="121558" y="279296"/>
                    <a:pt x="106291" y="253723"/>
                    <a:pt x="98009" y="232395"/>
                  </a:cubicBezTo>
                  <a:cubicBezTo>
                    <a:pt x="112248" y="225923"/>
                    <a:pt x="127607" y="222000"/>
                    <a:pt x="143537" y="220860"/>
                  </a:cubicBezTo>
                  <a:close/>
                  <a:moveTo>
                    <a:pt x="163070" y="220860"/>
                  </a:moveTo>
                  <a:cubicBezTo>
                    <a:pt x="179000" y="222000"/>
                    <a:pt x="194359" y="225923"/>
                    <a:pt x="208598" y="232395"/>
                  </a:cubicBezTo>
                  <a:cubicBezTo>
                    <a:pt x="200316" y="253721"/>
                    <a:pt x="185050" y="279296"/>
                    <a:pt x="163070" y="285635"/>
                  </a:cubicBezTo>
                  <a:close/>
                  <a:moveTo>
                    <a:pt x="163070" y="201289"/>
                  </a:moveTo>
                  <a:lnTo>
                    <a:pt x="163070" y="163071"/>
                  </a:lnTo>
                  <a:lnTo>
                    <a:pt x="222083" y="163071"/>
                  </a:lnTo>
                  <a:cubicBezTo>
                    <a:pt x="221407" y="180909"/>
                    <a:pt x="218879" y="198038"/>
                    <a:pt x="214676" y="213711"/>
                  </a:cubicBezTo>
                  <a:cubicBezTo>
                    <a:pt x="198495" y="206637"/>
                    <a:pt x="181092" y="202413"/>
                    <a:pt x="163070" y="201289"/>
                  </a:cubicBezTo>
                  <a:close/>
                  <a:moveTo>
                    <a:pt x="163070" y="143537"/>
                  </a:moveTo>
                  <a:lnTo>
                    <a:pt x="163070" y="105318"/>
                  </a:lnTo>
                  <a:cubicBezTo>
                    <a:pt x="181092" y="104195"/>
                    <a:pt x="198495" y="99971"/>
                    <a:pt x="214676" y="92897"/>
                  </a:cubicBezTo>
                  <a:cubicBezTo>
                    <a:pt x="218879" y="108570"/>
                    <a:pt x="221407" y="125699"/>
                    <a:pt x="222083" y="143537"/>
                  </a:cubicBezTo>
                  <a:close/>
                  <a:moveTo>
                    <a:pt x="163070" y="85747"/>
                  </a:moveTo>
                  <a:lnTo>
                    <a:pt x="163070" y="20973"/>
                  </a:lnTo>
                  <a:cubicBezTo>
                    <a:pt x="185050" y="27312"/>
                    <a:pt x="200317" y="52888"/>
                    <a:pt x="208598" y="74213"/>
                  </a:cubicBezTo>
                  <a:cubicBezTo>
                    <a:pt x="194359" y="80685"/>
                    <a:pt x="179000" y="84608"/>
                    <a:pt x="163070" y="85747"/>
                  </a:cubicBezTo>
                  <a:close/>
                  <a:moveTo>
                    <a:pt x="206942" y="30725"/>
                  </a:moveTo>
                  <a:cubicBezTo>
                    <a:pt x="219444" y="36199"/>
                    <a:pt x="231109" y="43623"/>
                    <a:pt x="241565" y="52834"/>
                  </a:cubicBezTo>
                  <a:cubicBezTo>
                    <a:pt x="236588" y="57223"/>
                    <a:pt x="231336" y="61202"/>
                    <a:pt x="225852" y="64760"/>
                  </a:cubicBezTo>
                  <a:cubicBezTo>
                    <a:pt x="220982" y="52702"/>
                    <a:pt x="214761" y="40984"/>
                    <a:pt x="206942" y="30725"/>
                  </a:cubicBezTo>
                  <a:close/>
                  <a:moveTo>
                    <a:pt x="80754" y="64760"/>
                  </a:moveTo>
                  <a:cubicBezTo>
                    <a:pt x="75270" y="61202"/>
                    <a:pt x="70019" y="57223"/>
                    <a:pt x="65042" y="52834"/>
                  </a:cubicBezTo>
                  <a:cubicBezTo>
                    <a:pt x="75498" y="43623"/>
                    <a:pt x="87162" y="36199"/>
                    <a:pt x="99665" y="30725"/>
                  </a:cubicBezTo>
                  <a:cubicBezTo>
                    <a:pt x="91845" y="40985"/>
                    <a:pt x="85624" y="52703"/>
                    <a:pt x="80754" y="64760"/>
                  </a:cubicBezTo>
                  <a:close/>
                  <a:moveTo>
                    <a:pt x="80755" y="241848"/>
                  </a:moveTo>
                  <a:cubicBezTo>
                    <a:pt x="85624" y="253905"/>
                    <a:pt x="91847" y="265624"/>
                    <a:pt x="99665" y="275883"/>
                  </a:cubicBezTo>
                  <a:cubicBezTo>
                    <a:pt x="87163" y="270408"/>
                    <a:pt x="75498" y="262984"/>
                    <a:pt x="65042" y="253773"/>
                  </a:cubicBezTo>
                  <a:cubicBezTo>
                    <a:pt x="70019" y="249385"/>
                    <a:pt x="75271" y="245406"/>
                    <a:pt x="80755" y="241848"/>
                  </a:cubicBezTo>
                  <a:close/>
                  <a:moveTo>
                    <a:pt x="225852" y="241848"/>
                  </a:moveTo>
                  <a:cubicBezTo>
                    <a:pt x="231336" y="245406"/>
                    <a:pt x="236588" y="249385"/>
                    <a:pt x="241565" y="253773"/>
                  </a:cubicBezTo>
                  <a:cubicBezTo>
                    <a:pt x="231109" y="262984"/>
                    <a:pt x="219444" y="270408"/>
                    <a:pt x="206942" y="275883"/>
                  </a:cubicBezTo>
                  <a:cubicBezTo>
                    <a:pt x="214760" y="265624"/>
                    <a:pt x="220982" y="253906"/>
                    <a:pt x="225852" y="241848"/>
                  </a:cubicBezTo>
                  <a:close/>
                  <a:moveTo>
                    <a:pt x="241626" y="143537"/>
                  </a:moveTo>
                  <a:cubicBezTo>
                    <a:pt x="240879" y="122450"/>
                    <a:pt x="237717" y="102163"/>
                    <a:pt x="232380" y="83729"/>
                  </a:cubicBezTo>
                  <a:cubicBezTo>
                    <a:pt x="240454" y="78845"/>
                    <a:pt x="248114" y="73178"/>
                    <a:pt x="255275" y="66775"/>
                  </a:cubicBezTo>
                  <a:cubicBezTo>
                    <a:pt x="273729" y="88450"/>
                    <a:pt x="284649" y="115113"/>
                    <a:pt x="286687" y="143537"/>
                  </a:cubicBezTo>
                  <a:close/>
                </a:path>
              </a:pathLst>
            </a:custGeom>
            <a:solidFill>
              <a:schemeClr val="bg1"/>
            </a:solidFill>
            <a:ln w="5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AF91CAB-709A-3F49-B170-6330CB73137D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4560" y="3960197"/>
            <a:ext cx="7772400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839484F8-C23C-9A4D-AF53-33855936F5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4263" y="4317810"/>
            <a:ext cx="7772400" cy="40600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None/>
              <a:defRPr lang="en-US" sz="24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Contact name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D9CE562D-EB9E-E84F-879F-C56C1683A4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4263" y="5020176"/>
            <a:ext cx="7772400" cy="304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None/>
              <a:defRPr lang="en-US" sz="18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Contact email address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BDB14B-E9A0-774D-B4BE-75DB729B22EC}"/>
              </a:ext>
            </a:extLst>
          </p:cNvPr>
          <p:cNvSpPr txBox="1"/>
          <p:nvPr userDrawn="1"/>
        </p:nvSpPr>
        <p:spPr>
          <a:xfrm>
            <a:off x="1084263" y="2955955"/>
            <a:ext cx="7772399" cy="70788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4000" b="0" i="0" dirty="0">
                <a:solidFill>
                  <a:schemeClr val="bg1"/>
                </a:solidFill>
                <a:latin typeface="Raleway" panose="020B0003030101060003" pitchFamily="34" charset="0"/>
              </a:rPr>
              <a:t>Thank you.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FAD516B4-8DC2-0D47-BC4B-17C1E83D29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4263" y="5537012"/>
            <a:ext cx="7772400" cy="30450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None/>
              <a:defRPr lang="en-US" sz="1800" b="0" i="0" kern="1200" dirty="0" smtClean="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Contact </a:t>
            </a:r>
            <a:r>
              <a:rPr lang="en-US" dirty="0" err="1"/>
              <a:t>tel</a:t>
            </a:r>
            <a:r>
              <a:rPr lang="en-US" dirty="0"/>
              <a:t> #</a:t>
            </a:r>
          </a:p>
        </p:txBody>
      </p:sp>
      <p:grpSp>
        <p:nvGrpSpPr>
          <p:cNvPr id="37" name="Graphic 27">
            <a:extLst>
              <a:ext uri="{FF2B5EF4-FFF2-40B4-BE49-F238E27FC236}">
                <a16:creationId xmlns:a16="http://schemas.microsoft.com/office/drawing/2014/main" id="{037BB60D-07C9-094F-883D-2C667EB17EC8}"/>
              </a:ext>
            </a:extLst>
          </p:cNvPr>
          <p:cNvGrpSpPr/>
          <p:nvPr/>
        </p:nvGrpSpPr>
        <p:grpSpPr>
          <a:xfrm>
            <a:off x="9878377" y="296390"/>
            <a:ext cx="1964189" cy="625048"/>
            <a:chOff x="9878377" y="296390"/>
            <a:chExt cx="1964189" cy="625048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FFDCB1FD-7A25-3C47-9C60-214D5DFDFDA8}"/>
                </a:ext>
              </a:extLst>
            </p:cNvPr>
            <p:cNvSpPr/>
            <p:nvPr/>
          </p:nvSpPr>
          <p:spPr>
            <a:xfrm>
              <a:off x="10645794" y="296390"/>
              <a:ext cx="332113" cy="512756"/>
            </a:xfrm>
            <a:custGeom>
              <a:avLst/>
              <a:gdLst>
                <a:gd name="connsiteX0" fmla="*/ 174199 w 332113"/>
                <a:gd name="connsiteY0" fmla="*/ 167762 h 512756"/>
                <a:gd name="connsiteX1" fmla="*/ 63345 w 332113"/>
                <a:gd name="connsiteY1" fmla="*/ 167762 h 512756"/>
                <a:gd name="connsiteX2" fmla="*/ 63345 w 332113"/>
                <a:gd name="connsiteY2" fmla="*/ 31568 h 512756"/>
                <a:gd name="connsiteX3" fmla="*/ 63345 w 332113"/>
                <a:gd name="connsiteY3" fmla="*/ 31568 h 512756"/>
                <a:gd name="connsiteX4" fmla="*/ 31673 w 332113"/>
                <a:gd name="connsiteY4" fmla="*/ 0 h 512756"/>
                <a:gd name="connsiteX5" fmla="*/ 0 w 332113"/>
                <a:gd name="connsiteY5" fmla="*/ 31568 h 512756"/>
                <a:gd name="connsiteX6" fmla="*/ 0 w 332113"/>
                <a:gd name="connsiteY6" fmla="*/ 31568 h 512756"/>
                <a:gd name="connsiteX7" fmla="*/ 0 w 332113"/>
                <a:gd name="connsiteY7" fmla="*/ 480737 h 512756"/>
                <a:gd name="connsiteX8" fmla="*/ 31673 w 332113"/>
                <a:gd name="connsiteY8" fmla="*/ 512306 h 512756"/>
                <a:gd name="connsiteX9" fmla="*/ 63345 w 332113"/>
                <a:gd name="connsiteY9" fmla="*/ 480737 h 512756"/>
                <a:gd name="connsiteX10" fmla="*/ 63345 w 332113"/>
                <a:gd name="connsiteY10" fmla="*/ 228192 h 512756"/>
                <a:gd name="connsiteX11" fmla="*/ 174199 w 332113"/>
                <a:gd name="connsiteY11" fmla="*/ 228192 h 512756"/>
                <a:gd name="connsiteX12" fmla="*/ 268765 w 332113"/>
                <a:gd name="connsiteY12" fmla="*/ 304858 h 512756"/>
                <a:gd name="connsiteX13" fmla="*/ 268765 w 332113"/>
                <a:gd name="connsiteY13" fmla="*/ 481188 h 512756"/>
                <a:gd name="connsiteX14" fmla="*/ 268765 w 332113"/>
                <a:gd name="connsiteY14" fmla="*/ 481188 h 512756"/>
                <a:gd name="connsiteX15" fmla="*/ 300437 w 332113"/>
                <a:gd name="connsiteY15" fmla="*/ 512757 h 512756"/>
                <a:gd name="connsiteX16" fmla="*/ 332110 w 332113"/>
                <a:gd name="connsiteY16" fmla="*/ 481188 h 512756"/>
                <a:gd name="connsiteX17" fmla="*/ 332110 w 332113"/>
                <a:gd name="connsiteY17" fmla="*/ 304858 h 512756"/>
                <a:gd name="connsiteX18" fmla="*/ 174199 w 332113"/>
                <a:gd name="connsiteY18" fmla="*/ 167762 h 512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2113" h="512756">
                  <a:moveTo>
                    <a:pt x="174199" y="167762"/>
                  </a:moveTo>
                  <a:lnTo>
                    <a:pt x="63345" y="167762"/>
                  </a:lnTo>
                  <a:lnTo>
                    <a:pt x="63345" y="31568"/>
                  </a:lnTo>
                  <a:lnTo>
                    <a:pt x="63345" y="31568"/>
                  </a:lnTo>
                  <a:cubicBezTo>
                    <a:pt x="63345" y="13980"/>
                    <a:pt x="49319" y="0"/>
                    <a:pt x="31673" y="0"/>
                  </a:cubicBezTo>
                  <a:cubicBezTo>
                    <a:pt x="14026" y="0"/>
                    <a:pt x="0" y="13980"/>
                    <a:pt x="0" y="31568"/>
                  </a:cubicBezTo>
                  <a:lnTo>
                    <a:pt x="0" y="31568"/>
                  </a:lnTo>
                  <a:lnTo>
                    <a:pt x="0" y="480737"/>
                  </a:lnTo>
                  <a:cubicBezTo>
                    <a:pt x="0" y="498325"/>
                    <a:pt x="14026" y="512306"/>
                    <a:pt x="31673" y="512306"/>
                  </a:cubicBezTo>
                  <a:cubicBezTo>
                    <a:pt x="49319" y="512306"/>
                    <a:pt x="63345" y="498325"/>
                    <a:pt x="63345" y="480737"/>
                  </a:cubicBezTo>
                  <a:lnTo>
                    <a:pt x="63345" y="228192"/>
                  </a:lnTo>
                  <a:lnTo>
                    <a:pt x="174199" y="228192"/>
                  </a:lnTo>
                  <a:cubicBezTo>
                    <a:pt x="239807" y="228192"/>
                    <a:pt x="268765" y="256604"/>
                    <a:pt x="268765" y="304858"/>
                  </a:cubicBezTo>
                  <a:lnTo>
                    <a:pt x="268765" y="481188"/>
                  </a:lnTo>
                  <a:lnTo>
                    <a:pt x="268765" y="481188"/>
                  </a:lnTo>
                  <a:cubicBezTo>
                    <a:pt x="268765" y="498776"/>
                    <a:pt x="282791" y="512757"/>
                    <a:pt x="300437" y="512757"/>
                  </a:cubicBezTo>
                  <a:cubicBezTo>
                    <a:pt x="318084" y="512757"/>
                    <a:pt x="332110" y="498776"/>
                    <a:pt x="332110" y="481188"/>
                  </a:cubicBezTo>
                  <a:lnTo>
                    <a:pt x="332110" y="304858"/>
                  </a:lnTo>
                  <a:cubicBezTo>
                    <a:pt x="332563" y="218722"/>
                    <a:pt x="280529" y="167762"/>
                    <a:pt x="174199" y="16776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91178DFD-0E3A-F94A-9660-5041FE37E96B}"/>
                </a:ext>
              </a:extLst>
            </p:cNvPr>
            <p:cNvSpPr/>
            <p:nvPr/>
          </p:nvSpPr>
          <p:spPr>
            <a:xfrm>
              <a:off x="11050751" y="467759"/>
              <a:ext cx="350208" cy="453679"/>
            </a:xfrm>
            <a:custGeom>
              <a:avLst/>
              <a:gdLst>
                <a:gd name="connsiteX0" fmla="*/ 230758 w 350208"/>
                <a:gd name="connsiteY0" fmla="*/ 0 h 453679"/>
                <a:gd name="connsiteX1" fmla="*/ 140717 w 350208"/>
                <a:gd name="connsiteY1" fmla="*/ 0 h 453679"/>
                <a:gd name="connsiteX2" fmla="*/ 0 w 350208"/>
                <a:gd name="connsiteY2" fmla="*/ 154684 h 453679"/>
                <a:gd name="connsiteX3" fmla="*/ 140717 w 350208"/>
                <a:gd name="connsiteY3" fmla="*/ 310270 h 453679"/>
                <a:gd name="connsiteX4" fmla="*/ 284149 w 350208"/>
                <a:gd name="connsiteY4" fmla="*/ 310270 h 453679"/>
                <a:gd name="connsiteX5" fmla="*/ 284149 w 350208"/>
                <a:gd name="connsiteY5" fmla="*/ 325152 h 453679"/>
                <a:gd name="connsiteX6" fmla="*/ 219446 w 350208"/>
                <a:gd name="connsiteY6" fmla="*/ 390994 h 453679"/>
                <a:gd name="connsiteX7" fmla="*/ 33482 w 350208"/>
                <a:gd name="connsiteY7" fmla="*/ 390994 h 453679"/>
                <a:gd name="connsiteX8" fmla="*/ 905 w 350208"/>
                <a:gd name="connsiteY8" fmla="*/ 421209 h 453679"/>
                <a:gd name="connsiteX9" fmla="*/ 31220 w 350208"/>
                <a:gd name="connsiteY9" fmla="*/ 453679 h 453679"/>
                <a:gd name="connsiteX10" fmla="*/ 33482 w 350208"/>
                <a:gd name="connsiteY10" fmla="*/ 453679 h 453679"/>
                <a:gd name="connsiteX11" fmla="*/ 227138 w 350208"/>
                <a:gd name="connsiteY11" fmla="*/ 453679 h 453679"/>
                <a:gd name="connsiteX12" fmla="*/ 350209 w 350208"/>
                <a:gd name="connsiteY12" fmla="*/ 325603 h 453679"/>
                <a:gd name="connsiteX13" fmla="*/ 350209 w 350208"/>
                <a:gd name="connsiteY13" fmla="*/ 138449 h 453679"/>
                <a:gd name="connsiteX14" fmla="*/ 230758 w 350208"/>
                <a:gd name="connsiteY14" fmla="*/ 0 h 453679"/>
                <a:gd name="connsiteX15" fmla="*/ 284149 w 350208"/>
                <a:gd name="connsiteY15" fmla="*/ 251192 h 453679"/>
                <a:gd name="connsiteX16" fmla="*/ 147051 w 350208"/>
                <a:gd name="connsiteY16" fmla="*/ 251192 h 453679"/>
                <a:gd name="connsiteX17" fmla="*/ 65608 w 350208"/>
                <a:gd name="connsiteY17" fmla="*/ 156939 h 453679"/>
                <a:gd name="connsiteX18" fmla="*/ 147051 w 350208"/>
                <a:gd name="connsiteY18" fmla="*/ 62685 h 453679"/>
                <a:gd name="connsiteX19" fmla="*/ 211754 w 350208"/>
                <a:gd name="connsiteY19" fmla="*/ 62685 h 453679"/>
                <a:gd name="connsiteX20" fmla="*/ 284149 w 350208"/>
                <a:gd name="connsiteY20" fmla="*/ 137998 h 453679"/>
                <a:gd name="connsiteX21" fmla="*/ 284149 w 350208"/>
                <a:gd name="connsiteY21" fmla="*/ 251192 h 45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0208" h="453679">
                  <a:moveTo>
                    <a:pt x="230758" y="0"/>
                  </a:moveTo>
                  <a:lnTo>
                    <a:pt x="140717" y="0"/>
                  </a:lnTo>
                  <a:cubicBezTo>
                    <a:pt x="53843" y="0"/>
                    <a:pt x="0" y="50058"/>
                    <a:pt x="0" y="154684"/>
                  </a:cubicBezTo>
                  <a:cubicBezTo>
                    <a:pt x="0" y="259310"/>
                    <a:pt x="54296" y="310270"/>
                    <a:pt x="140717" y="310270"/>
                  </a:cubicBezTo>
                  <a:lnTo>
                    <a:pt x="284149" y="310270"/>
                  </a:lnTo>
                  <a:lnTo>
                    <a:pt x="284149" y="325152"/>
                  </a:lnTo>
                  <a:cubicBezTo>
                    <a:pt x="284149" y="371602"/>
                    <a:pt x="268312" y="390994"/>
                    <a:pt x="219446" y="390994"/>
                  </a:cubicBezTo>
                  <a:lnTo>
                    <a:pt x="33482" y="390994"/>
                  </a:lnTo>
                  <a:cubicBezTo>
                    <a:pt x="16289" y="390543"/>
                    <a:pt x="1357" y="403621"/>
                    <a:pt x="905" y="421209"/>
                  </a:cubicBezTo>
                  <a:cubicBezTo>
                    <a:pt x="452" y="438346"/>
                    <a:pt x="13574" y="453228"/>
                    <a:pt x="31220" y="453679"/>
                  </a:cubicBezTo>
                  <a:cubicBezTo>
                    <a:pt x="32125" y="453679"/>
                    <a:pt x="33030" y="453679"/>
                    <a:pt x="33482" y="453679"/>
                  </a:cubicBezTo>
                  <a:lnTo>
                    <a:pt x="227138" y="453679"/>
                  </a:lnTo>
                  <a:cubicBezTo>
                    <a:pt x="318084" y="453679"/>
                    <a:pt x="350209" y="417601"/>
                    <a:pt x="350209" y="325603"/>
                  </a:cubicBezTo>
                  <a:lnTo>
                    <a:pt x="350209" y="138449"/>
                  </a:lnTo>
                  <a:cubicBezTo>
                    <a:pt x="349756" y="45097"/>
                    <a:pt x="308129" y="0"/>
                    <a:pt x="230758" y="0"/>
                  </a:cubicBezTo>
                  <a:close/>
                  <a:moveTo>
                    <a:pt x="284149" y="251192"/>
                  </a:moveTo>
                  <a:lnTo>
                    <a:pt x="147051" y="251192"/>
                  </a:lnTo>
                  <a:cubicBezTo>
                    <a:pt x="90946" y="251192"/>
                    <a:pt x="65608" y="222781"/>
                    <a:pt x="65608" y="156939"/>
                  </a:cubicBezTo>
                  <a:cubicBezTo>
                    <a:pt x="65608" y="91097"/>
                    <a:pt x="90946" y="62685"/>
                    <a:pt x="147051" y="62685"/>
                  </a:cubicBezTo>
                  <a:lnTo>
                    <a:pt x="211754" y="62685"/>
                  </a:lnTo>
                  <a:cubicBezTo>
                    <a:pt x="263788" y="62685"/>
                    <a:pt x="284149" y="85234"/>
                    <a:pt x="284149" y="137998"/>
                  </a:cubicBezTo>
                  <a:lnTo>
                    <a:pt x="284149" y="251192"/>
                  </a:ln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DA999AD9-2F1C-5B41-B62D-DEEE9B7374D6}"/>
                </a:ext>
              </a:extLst>
            </p:cNvPr>
            <p:cNvSpPr/>
            <p:nvPr/>
          </p:nvSpPr>
          <p:spPr>
            <a:xfrm>
              <a:off x="11476029" y="467759"/>
              <a:ext cx="366537" cy="341837"/>
            </a:xfrm>
            <a:custGeom>
              <a:avLst/>
              <a:gdLst>
                <a:gd name="connsiteX0" fmla="*/ 143924 w 366537"/>
                <a:gd name="connsiteY0" fmla="*/ 65842 h 341837"/>
                <a:gd name="connsiteX1" fmla="*/ 333508 w 366537"/>
                <a:gd name="connsiteY1" fmla="*/ 65842 h 341837"/>
                <a:gd name="connsiteX2" fmla="*/ 366538 w 366537"/>
                <a:gd name="connsiteY2" fmla="*/ 32921 h 341837"/>
                <a:gd name="connsiteX3" fmla="*/ 333508 w 366537"/>
                <a:gd name="connsiteY3" fmla="*/ 0 h 341837"/>
                <a:gd name="connsiteX4" fmla="*/ 333508 w 366537"/>
                <a:gd name="connsiteY4" fmla="*/ 0 h 341837"/>
                <a:gd name="connsiteX5" fmla="*/ 143472 w 366537"/>
                <a:gd name="connsiteY5" fmla="*/ 0 h 341837"/>
                <a:gd name="connsiteX6" fmla="*/ 31713 w 366537"/>
                <a:gd name="connsiteY6" fmla="*/ 99665 h 341837"/>
                <a:gd name="connsiteX7" fmla="*/ 149807 w 366537"/>
                <a:gd name="connsiteY7" fmla="*/ 199330 h 341837"/>
                <a:gd name="connsiteX8" fmla="*/ 230798 w 366537"/>
                <a:gd name="connsiteY8" fmla="*/ 199330 h 341837"/>
                <a:gd name="connsiteX9" fmla="*/ 279664 w 366537"/>
                <a:gd name="connsiteY9" fmla="*/ 237663 h 341837"/>
                <a:gd name="connsiteX10" fmla="*/ 234870 w 366537"/>
                <a:gd name="connsiteY10" fmla="*/ 275094 h 341837"/>
                <a:gd name="connsiteX11" fmla="*/ 34880 w 366537"/>
                <a:gd name="connsiteY11" fmla="*/ 275094 h 341837"/>
                <a:gd name="connsiteX12" fmla="*/ 40 w 366537"/>
                <a:gd name="connsiteY12" fmla="*/ 307113 h 341837"/>
                <a:gd name="connsiteX13" fmla="*/ 32165 w 366537"/>
                <a:gd name="connsiteY13" fmla="*/ 341838 h 341837"/>
                <a:gd name="connsiteX14" fmla="*/ 34428 w 366537"/>
                <a:gd name="connsiteY14" fmla="*/ 341838 h 341837"/>
                <a:gd name="connsiteX15" fmla="*/ 234870 w 366537"/>
                <a:gd name="connsiteY15" fmla="*/ 341838 h 341837"/>
                <a:gd name="connsiteX16" fmla="*/ 347082 w 366537"/>
                <a:gd name="connsiteY16" fmla="*/ 238114 h 341837"/>
                <a:gd name="connsiteX17" fmla="*/ 228536 w 366537"/>
                <a:gd name="connsiteY17" fmla="*/ 141606 h 341837"/>
                <a:gd name="connsiteX18" fmla="*/ 147997 w 366537"/>
                <a:gd name="connsiteY18" fmla="*/ 141606 h 341837"/>
                <a:gd name="connsiteX19" fmla="*/ 99130 w 366537"/>
                <a:gd name="connsiteY19" fmla="*/ 104626 h 341837"/>
                <a:gd name="connsiteX20" fmla="*/ 143924 w 366537"/>
                <a:gd name="connsiteY20" fmla="*/ 65842 h 34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537" h="341837">
                  <a:moveTo>
                    <a:pt x="143924" y="65842"/>
                  </a:moveTo>
                  <a:lnTo>
                    <a:pt x="333508" y="65842"/>
                  </a:lnTo>
                  <a:cubicBezTo>
                    <a:pt x="351606" y="65842"/>
                    <a:pt x="366538" y="50960"/>
                    <a:pt x="366538" y="32921"/>
                  </a:cubicBezTo>
                  <a:cubicBezTo>
                    <a:pt x="366538" y="14882"/>
                    <a:pt x="351606" y="0"/>
                    <a:pt x="333508" y="0"/>
                  </a:cubicBezTo>
                  <a:cubicBezTo>
                    <a:pt x="333508" y="0"/>
                    <a:pt x="333508" y="0"/>
                    <a:pt x="333508" y="0"/>
                  </a:cubicBezTo>
                  <a:lnTo>
                    <a:pt x="143472" y="0"/>
                  </a:lnTo>
                  <a:cubicBezTo>
                    <a:pt x="63838" y="0"/>
                    <a:pt x="31713" y="38333"/>
                    <a:pt x="31713" y="99665"/>
                  </a:cubicBezTo>
                  <a:cubicBezTo>
                    <a:pt x="31713" y="151978"/>
                    <a:pt x="55241" y="199330"/>
                    <a:pt x="149807" y="199330"/>
                  </a:cubicBezTo>
                  <a:lnTo>
                    <a:pt x="230798" y="199330"/>
                  </a:lnTo>
                  <a:cubicBezTo>
                    <a:pt x="265185" y="199330"/>
                    <a:pt x="279664" y="210154"/>
                    <a:pt x="279664" y="237663"/>
                  </a:cubicBezTo>
                  <a:cubicBezTo>
                    <a:pt x="279664" y="265172"/>
                    <a:pt x="266543" y="275094"/>
                    <a:pt x="234870" y="275094"/>
                  </a:cubicBezTo>
                  <a:lnTo>
                    <a:pt x="34880" y="275094"/>
                  </a:lnTo>
                  <a:cubicBezTo>
                    <a:pt x="16329" y="274192"/>
                    <a:pt x="945" y="288623"/>
                    <a:pt x="40" y="307113"/>
                  </a:cubicBezTo>
                  <a:cubicBezTo>
                    <a:pt x="-865" y="325603"/>
                    <a:pt x="13614" y="340936"/>
                    <a:pt x="32165" y="341838"/>
                  </a:cubicBezTo>
                  <a:cubicBezTo>
                    <a:pt x="33070" y="341838"/>
                    <a:pt x="33975" y="341838"/>
                    <a:pt x="34428" y="341838"/>
                  </a:cubicBezTo>
                  <a:lnTo>
                    <a:pt x="234870" y="341838"/>
                  </a:lnTo>
                  <a:cubicBezTo>
                    <a:pt x="315409" y="341838"/>
                    <a:pt x="347082" y="298995"/>
                    <a:pt x="347082" y="238114"/>
                  </a:cubicBezTo>
                  <a:cubicBezTo>
                    <a:pt x="347082" y="184899"/>
                    <a:pt x="323101" y="141606"/>
                    <a:pt x="228536" y="141606"/>
                  </a:cubicBezTo>
                  <a:lnTo>
                    <a:pt x="147997" y="141606"/>
                  </a:lnTo>
                  <a:cubicBezTo>
                    <a:pt x="109537" y="141606"/>
                    <a:pt x="99130" y="128527"/>
                    <a:pt x="99130" y="104626"/>
                  </a:cubicBezTo>
                  <a:cubicBezTo>
                    <a:pt x="99130" y="78469"/>
                    <a:pt x="112252" y="65842"/>
                    <a:pt x="143924" y="65842"/>
                  </a:cubicBezTo>
                  <a:close/>
                </a:path>
              </a:pathLst>
            </a:custGeom>
            <a:solidFill>
              <a:srgbClr val="FFFFFF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D46D45DF-E491-E74D-9099-DD0DF7F017FB}"/>
                </a:ext>
              </a:extLst>
            </p:cNvPr>
            <p:cNvSpPr/>
            <p:nvPr/>
          </p:nvSpPr>
          <p:spPr>
            <a:xfrm>
              <a:off x="9879826" y="394637"/>
              <a:ext cx="331090" cy="262474"/>
            </a:xfrm>
            <a:custGeom>
              <a:avLst/>
              <a:gdLst>
                <a:gd name="connsiteX0" fmla="*/ 297213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33425 w 331090"/>
                <a:gd name="connsiteY3" fmla="*/ 258022 h 262474"/>
                <a:gd name="connsiteX4" fmla="*/ 323003 w 331090"/>
                <a:gd name="connsiteY4" fmla="*/ 36594 h 262474"/>
                <a:gd name="connsiteX5" fmla="*/ 326623 w 331090"/>
                <a:gd name="connsiteY5" fmla="*/ 7732 h 262474"/>
                <a:gd name="connsiteX6" fmla="*/ 326623 w 331090"/>
                <a:gd name="connsiteY6" fmla="*/ 7732 h 262474"/>
                <a:gd name="connsiteX7" fmla="*/ 297213 w 331090"/>
                <a:gd name="connsiteY7" fmla="*/ 4124 h 262474"/>
                <a:gd name="connsiteX8" fmla="*/ 297213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213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cubicBezTo>
                    <a:pt x="11707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lnTo>
                    <a:pt x="326623" y="7732"/>
                  </a:lnTo>
                  <a:cubicBezTo>
                    <a:pt x="319384" y="-837"/>
                    <a:pt x="306714" y="-2641"/>
                    <a:pt x="297213" y="4124"/>
                  </a:cubicBezTo>
                  <a:cubicBezTo>
                    <a:pt x="297213" y="4124"/>
                    <a:pt x="297213" y="4124"/>
                    <a:pt x="297213" y="4124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B64960C9-D9FF-1947-89E8-2A6C63522C56}"/>
                </a:ext>
              </a:extLst>
            </p:cNvPr>
            <p:cNvSpPr/>
            <p:nvPr/>
          </p:nvSpPr>
          <p:spPr>
            <a:xfrm>
              <a:off x="9879826" y="474581"/>
              <a:ext cx="354288" cy="280841"/>
            </a:xfrm>
            <a:custGeom>
              <a:avLst/>
              <a:gdLst>
                <a:gd name="connsiteX0" fmla="*/ 350151 w 354288"/>
                <a:gd name="connsiteY0" fmla="*/ 8060 h 280841"/>
                <a:gd name="connsiteX1" fmla="*/ 321193 w 354288"/>
                <a:gd name="connsiteY1" fmla="*/ 4452 h 280841"/>
                <a:gd name="connsiteX2" fmla="*/ 8087 w 354288"/>
                <a:gd name="connsiteY2" fmla="*/ 243919 h 280841"/>
                <a:gd name="connsiteX3" fmla="*/ 4467 w 354288"/>
                <a:gd name="connsiteY3" fmla="*/ 272781 h 280841"/>
                <a:gd name="connsiteX4" fmla="*/ 33425 w 354288"/>
                <a:gd name="connsiteY4" fmla="*/ 276389 h 280841"/>
                <a:gd name="connsiteX5" fmla="*/ 346531 w 354288"/>
                <a:gd name="connsiteY5" fmla="*/ 36922 h 280841"/>
                <a:gd name="connsiteX6" fmla="*/ 350151 w 354288"/>
                <a:gd name="connsiteY6" fmla="*/ 8060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288" h="280841">
                  <a:moveTo>
                    <a:pt x="350151" y="8060"/>
                  </a:moveTo>
                  <a:cubicBezTo>
                    <a:pt x="343364" y="-959"/>
                    <a:pt x="330243" y="-2763"/>
                    <a:pt x="321193" y="4452"/>
                  </a:cubicBezTo>
                  <a:lnTo>
                    <a:pt x="8087" y="243919"/>
                  </a:lnTo>
                  <a:cubicBezTo>
                    <a:pt x="-963" y="250684"/>
                    <a:pt x="-2772" y="263762"/>
                    <a:pt x="4467" y="272781"/>
                  </a:cubicBezTo>
                  <a:cubicBezTo>
                    <a:pt x="11254" y="281801"/>
                    <a:pt x="24376" y="283605"/>
                    <a:pt x="33425" y="276389"/>
                  </a:cubicBezTo>
                  <a:lnTo>
                    <a:pt x="346531" y="36922"/>
                  </a:lnTo>
                  <a:cubicBezTo>
                    <a:pt x="355128" y="30158"/>
                    <a:pt x="356938" y="17080"/>
                    <a:pt x="350151" y="8060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B787D860-840E-F249-85ED-05618A2912EC}"/>
                </a:ext>
              </a:extLst>
            </p:cNvPr>
            <p:cNvSpPr/>
            <p:nvPr/>
          </p:nvSpPr>
          <p:spPr>
            <a:xfrm>
              <a:off x="9878377" y="296841"/>
              <a:ext cx="521792" cy="294296"/>
            </a:xfrm>
            <a:custGeom>
              <a:avLst/>
              <a:gdLst>
                <a:gd name="connsiteX0" fmla="*/ 4106 w 521792"/>
                <a:gd name="connsiteY0" fmla="*/ 254349 h 294296"/>
                <a:gd name="connsiteX1" fmla="*/ 33064 w 521792"/>
                <a:gd name="connsiteY1" fmla="*/ 257957 h 294296"/>
                <a:gd name="connsiteX2" fmla="*/ 33064 w 521792"/>
                <a:gd name="connsiteY2" fmla="*/ 257957 h 294296"/>
                <a:gd name="connsiteX3" fmla="*/ 309973 w 521792"/>
                <a:gd name="connsiteY3" fmla="*/ 46450 h 294296"/>
                <a:gd name="connsiteX4" fmla="*/ 467884 w 521792"/>
                <a:gd name="connsiteY4" fmla="*/ 166860 h 294296"/>
                <a:gd name="connsiteX5" fmla="*/ 350695 w 521792"/>
                <a:gd name="connsiteY5" fmla="*/ 256604 h 294296"/>
                <a:gd name="connsiteX6" fmla="*/ 344813 w 521792"/>
                <a:gd name="connsiteY6" fmla="*/ 285015 h 294296"/>
                <a:gd name="connsiteX7" fmla="*/ 373319 w 521792"/>
                <a:gd name="connsiteY7" fmla="*/ 290878 h 294296"/>
                <a:gd name="connsiteX8" fmla="*/ 375581 w 521792"/>
                <a:gd name="connsiteY8" fmla="*/ 289074 h 294296"/>
                <a:gd name="connsiteX9" fmla="*/ 514036 w 521792"/>
                <a:gd name="connsiteY9" fmla="*/ 183095 h 294296"/>
                <a:gd name="connsiteX10" fmla="*/ 514036 w 521792"/>
                <a:gd name="connsiteY10" fmla="*/ 183095 h 294296"/>
                <a:gd name="connsiteX11" fmla="*/ 515393 w 521792"/>
                <a:gd name="connsiteY11" fmla="*/ 181742 h 294296"/>
                <a:gd name="connsiteX12" fmla="*/ 515393 w 521792"/>
                <a:gd name="connsiteY12" fmla="*/ 181742 h 294296"/>
                <a:gd name="connsiteX13" fmla="*/ 517655 w 521792"/>
                <a:gd name="connsiteY13" fmla="*/ 179487 h 294296"/>
                <a:gd name="connsiteX14" fmla="*/ 514036 w 521792"/>
                <a:gd name="connsiteY14" fmla="*/ 150625 h 294296"/>
                <a:gd name="connsiteX15" fmla="*/ 322642 w 521792"/>
                <a:gd name="connsiteY15" fmla="*/ 4059 h 294296"/>
                <a:gd name="connsiteX16" fmla="*/ 312688 w 521792"/>
                <a:gd name="connsiteY16" fmla="*/ 0 h 294296"/>
                <a:gd name="connsiteX17" fmla="*/ 312688 w 521792"/>
                <a:gd name="connsiteY17" fmla="*/ 0 h 294296"/>
                <a:gd name="connsiteX18" fmla="*/ 310878 w 521792"/>
                <a:gd name="connsiteY18" fmla="*/ 0 h 294296"/>
                <a:gd name="connsiteX19" fmla="*/ 309068 w 521792"/>
                <a:gd name="connsiteY19" fmla="*/ 0 h 294296"/>
                <a:gd name="connsiteX20" fmla="*/ 307711 w 521792"/>
                <a:gd name="connsiteY20" fmla="*/ 0 h 294296"/>
                <a:gd name="connsiteX21" fmla="*/ 307711 w 521792"/>
                <a:gd name="connsiteY21" fmla="*/ 0 h 294296"/>
                <a:gd name="connsiteX22" fmla="*/ 297757 w 521792"/>
                <a:gd name="connsiteY22" fmla="*/ 4059 h 294296"/>
                <a:gd name="connsiteX23" fmla="*/ 8178 w 521792"/>
                <a:gd name="connsiteY23" fmla="*/ 225487 h 294296"/>
                <a:gd name="connsiteX24" fmla="*/ 4106 w 521792"/>
                <a:gd name="connsiteY24" fmla="*/ 254349 h 294296"/>
                <a:gd name="connsiteX25" fmla="*/ 4106 w 521792"/>
                <a:gd name="connsiteY25" fmla="*/ 254349 h 29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1792" h="294296">
                  <a:moveTo>
                    <a:pt x="4106" y="254349"/>
                  </a:moveTo>
                  <a:cubicBezTo>
                    <a:pt x="10893" y="263368"/>
                    <a:pt x="24015" y="265172"/>
                    <a:pt x="33064" y="257957"/>
                  </a:cubicBezTo>
                  <a:cubicBezTo>
                    <a:pt x="33064" y="257957"/>
                    <a:pt x="33064" y="257957"/>
                    <a:pt x="33064" y="257957"/>
                  </a:cubicBezTo>
                  <a:lnTo>
                    <a:pt x="309973" y="46450"/>
                  </a:lnTo>
                  <a:lnTo>
                    <a:pt x="467884" y="166860"/>
                  </a:lnTo>
                  <a:lnTo>
                    <a:pt x="350695" y="256604"/>
                  </a:lnTo>
                  <a:cubicBezTo>
                    <a:pt x="341194" y="262917"/>
                    <a:pt x="338479" y="275545"/>
                    <a:pt x="344813" y="285015"/>
                  </a:cubicBezTo>
                  <a:cubicBezTo>
                    <a:pt x="351148" y="294486"/>
                    <a:pt x="363817" y="297191"/>
                    <a:pt x="373319" y="290878"/>
                  </a:cubicBezTo>
                  <a:cubicBezTo>
                    <a:pt x="374224" y="290427"/>
                    <a:pt x="375129" y="289525"/>
                    <a:pt x="375581" y="289074"/>
                  </a:cubicBezTo>
                  <a:lnTo>
                    <a:pt x="514036" y="183095"/>
                  </a:lnTo>
                  <a:lnTo>
                    <a:pt x="514036" y="183095"/>
                  </a:lnTo>
                  <a:lnTo>
                    <a:pt x="515393" y="181742"/>
                  </a:lnTo>
                  <a:lnTo>
                    <a:pt x="515393" y="181742"/>
                  </a:lnTo>
                  <a:cubicBezTo>
                    <a:pt x="516298" y="180840"/>
                    <a:pt x="516750" y="180389"/>
                    <a:pt x="517655" y="179487"/>
                  </a:cubicBezTo>
                  <a:cubicBezTo>
                    <a:pt x="524442" y="170468"/>
                    <a:pt x="522632" y="157390"/>
                    <a:pt x="514036" y="150625"/>
                  </a:cubicBezTo>
                  <a:lnTo>
                    <a:pt x="322642" y="4059"/>
                  </a:lnTo>
                  <a:cubicBezTo>
                    <a:pt x="319928" y="1804"/>
                    <a:pt x="316308" y="451"/>
                    <a:pt x="312688" y="0"/>
                  </a:cubicBezTo>
                  <a:lnTo>
                    <a:pt x="312688" y="0"/>
                  </a:lnTo>
                  <a:lnTo>
                    <a:pt x="310878" y="0"/>
                  </a:lnTo>
                  <a:lnTo>
                    <a:pt x="309068" y="0"/>
                  </a:lnTo>
                  <a:lnTo>
                    <a:pt x="307711" y="0"/>
                  </a:lnTo>
                  <a:lnTo>
                    <a:pt x="307711" y="0"/>
                  </a:lnTo>
                  <a:cubicBezTo>
                    <a:pt x="304091" y="451"/>
                    <a:pt x="300924" y="1804"/>
                    <a:pt x="297757" y="4059"/>
                  </a:cubicBezTo>
                  <a:lnTo>
                    <a:pt x="8178" y="225487"/>
                  </a:lnTo>
                  <a:cubicBezTo>
                    <a:pt x="-871" y="232251"/>
                    <a:pt x="-2681" y="245329"/>
                    <a:pt x="4106" y="254349"/>
                  </a:cubicBezTo>
                  <a:cubicBezTo>
                    <a:pt x="4106" y="254349"/>
                    <a:pt x="4106" y="254349"/>
                    <a:pt x="4106" y="254349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D5EAE660-878A-A848-80D9-E4BDD658B4A6}"/>
                </a:ext>
              </a:extLst>
            </p:cNvPr>
            <p:cNvSpPr/>
            <p:nvPr/>
          </p:nvSpPr>
          <p:spPr>
            <a:xfrm>
              <a:off x="10170310" y="560595"/>
              <a:ext cx="331090" cy="262474"/>
            </a:xfrm>
            <a:custGeom>
              <a:avLst/>
              <a:gdLst>
                <a:gd name="connsiteX0" fmla="*/ 297665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4467 w 331090"/>
                <a:gd name="connsiteY3" fmla="*/ 254414 h 262474"/>
                <a:gd name="connsiteX4" fmla="*/ 33425 w 331090"/>
                <a:gd name="connsiteY4" fmla="*/ 258022 h 262474"/>
                <a:gd name="connsiteX5" fmla="*/ 323003 w 331090"/>
                <a:gd name="connsiteY5" fmla="*/ 36594 h 262474"/>
                <a:gd name="connsiteX6" fmla="*/ 326623 w 331090"/>
                <a:gd name="connsiteY6" fmla="*/ 7732 h 262474"/>
                <a:gd name="connsiteX7" fmla="*/ 297665 w 331090"/>
                <a:gd name="connsiteY7" fmla="*/ 4124 h 262474"/>
                <a:gd name="connsiteX8" fmla="*/ 297665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665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lnTo>
                    <a:pt x="4467" y="254414"/>
                  </a:lnTo>
                  <a:cubicBezTo>
                    <a:pt x="11254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cubicBezTo>
                    <a:pt x="319384" y="-837"/>
                    <a:pt x="306714" y="-2641"/>
                    <a:pt x="297665" y="4124"/>
                  </a:cubicBezTo>
                  <a:lnTo>
                    <a:pt x="297665" y="4124"/>
                  </a:ln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FD2F5612-1FCF-9549-9AF6-D7AD9ABE5386}"/>
                </a:ext>
              </a:extLst>
            </p:cNvPr>
            <p:cNvSpPr/>
            <p:nvPr/>
          </p:nvSpPr>
          <p:spPr>
            <a:xfrm>
              <a:off x="10146690" y="461954"/>
              <a:ext cx="354709" cy="280841"/>
            </a:xfrm>
            <a:custGeom>
              <a:avLst/>
              <a:gdLst>
                <a:gd name="connsiteX0" fmla="*/ 4106 w 354709"/>
                <a:gd name="connsiteY0" fmla="*/ 272781 h 280841"/>
                <a:gd name="connsiteX1" fmla="*/ 33064 w 354709"/>
                <a:gd name="connsiteY1" fmla="*/ 276389 h 280841"/>
                <a:gd name="connsiteX2" fmla="*/ 346623 w 354709"/>
                <a:gd name="connsiteY2" fmla="*/ 36922 h 280841"/>
                <a:gd name="connsiteX3" fmla="*/ 350243 w 354709"/>
                <a:gd name="connsiteY3" fmla="*/ 8060 h 280841"/>
                <a:gd name="connsiteX4" fmla="*/ 321285 w 354709"/>
                <a:gd name="connsiteY4" fmla="*/ 4452 h 280841"/>
                <a:gd name="connsiteX5" fmla="*/ 8178 w 354709"/>
                <a:gd name="connsiteY5" fmla="*/ 243919 h 280841"/>
                <a:gd name="connsiteX6" fmla="*/ 4106 w 354709"/>
                <a:gd name="connsiteY6" fmla="*/ 272781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709" h="280841">
                  <a:moveTo>
                    <a:pt x="4106" y="272781"/>
                  </a:moveTo>
                  <a:cubicBezTo>
                    <a:pt x="10893" y="281801"/>
                    <a:pt x="24015" y="283605"/>
                    <a:pt x="33064" y="276389"/>
                  </a:cubicBezTo>
                  <a:lnTo>
                    <a:pt x="346623" y="36922"/>
                  </a:lnTo>
                  <a:cubicBezTo>
                    <a:pt x="355672" y="30158"/>
                    <a:pt x="357482" y="17080"/>
                    <a:pt x="350243" y="8060"/>
                  </a:cubicBezTo>
                  <a:cubicBezTo>
                    <a:pt x="343456" y="-959"/>
                    <a:pt x="330334" y="-2763"/>
                    <a:pt x="321285" y="4452"/>
                  </a:cubicBezTo>
                  <a:lnTo>
                    <a:pt x="8178" y="243919"/>
                  </a:lnTo>
                  <a:cubicBezTo>
                    <a:pt x="-871" y="250684"/>
                    <a:pt x="-2681" y="263762"/>
                    <a:pt x="4106" y="272781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97A067B7-32BF-9B4E-89AE-C67D6C605051}"/>
                </a:ext>
              </a:extLst>
            </p:cNvPr>
            <p:cNvSpPr/>
            <p:nvPr/>
          </p:nvSpPr>
          <p:spPr>
            <a:xfrm>
              <a:off x="9980151" y="627010"/>
              <a:ext cx="522276" cy="293526"/>
            </a:xfrm>
            <a:custGeom>
              <a:avLst/>
              <a:gdLst>
                <a:gd name="connsiteX0" fmla="*/ 518139 w 522276"/>
                <a:gd name="connsiteY0" fmla="*/ 39628 h 293526"/>
                <a:gd name="connsiteX1" fmla="*/ 518139 w 522276"/>
                <a:gd name="connsiteY1" fmla="*/ 39628 h 293526"/>
                <a:gd name="connsiteX2" fmla="*/ 489181 w 522276"/>
                <a:gd name="connsiteY2" fmla="*/ 36020 h 293526"/>
                <a:gd name="connsiteX3" fmla="*/ 212272 w 522276"/>
                <a:gd name="connsiteY3" fmla="*/ 247527 h 293526"/>
                <a:gd name="connsiteX4" fmla="*/ 54361 w 522276"/>
                <a:gd name="connsiteY4" fmla="*/ 126666 h 293526"/>
                <a:gd name="connsiteX5" fmla="*/ 171550 w 522276"/>
                <a:gd name="connsiteY5" fmla="*/ 36922 h 293526"/>
                <a:gd name="connsiteX6" fmla="*/ 175170 w 522276"/>
                <a:gd name="connsiteY6" fmla="*/ 8060 h 293526"/>
                <a:gd name="connsiteX7" fmla="*/ 146212 w 522276"/>
                <a:gd name="connsiteY7" fmla="*/ 4452 h 293526"/>
                <a:gd name="connsiteX8" fmla="*/ 7757 w 522276"/>
                <a:gd name="connsiteY8" fmla="*/ 110431 h 293526"/>
                <a:gd name="connsiteX9" fmla="*/ 7757 w 522276"/>
                <a:gd name="connsiteY9" fmla="*/ 110431 h 293526"/>
                <a:gd name="connsiteX10" fmla="*/ 6400 w 522276"/>
                <a:gd name="connsiteY10" fmla="*/ 111784 h 293526"/>
                <a:gd name="connsiteX11" fmla="*/ 6400 w 522276"/>
                <a:gd name="connsiteY11" fmla="*/ 111784 h 293526"/>
                <a:gd name="connsiteX12" fmla="*/ 4138 w 522276"/>
                <a:gd name="connsiteY12" fmla="*/ 114039 h 293526"/>
                <a:gd name="connsiteX13" fmla="*/ 7757 w 522276"/>
                <a:gd name="connsiteY13" fmla="*/ 142901 h 293526"/>
                <a:gd name="connsiteX14" fmla="*/ 199603 w 522276"/>
                <a:gd name="connsiteY14" fmla="*/ 289467 h 293526"/>
                <a:gd name="connsiteX15" fmla="*/ 209557 w 522276"/>
                <a:gd name="connsiteY15" fmla="*/ 293526 h 293526"/>
                <a:gd name="connsiteX16" fmla="*/ 209557 w 522276"/>
                <a:gd name="connsiteY16" fmla="*/ 293526 h 293526"/>
                <a:gd name="connsiteX17" fmla="*/ 211367 w 522276"/>
                <a:gd name="connsiteY17" fmla="*/ 293526 h 293526"/>
                <a:gd name="connsiteX18" fmla="*/ 213177 w 522276"/>
                <a:gd name="connsiteY18" fmla="*/ 293526 h 293526"/>
                <a:gd name="connsiteX19" fmla="*/ 214987 w 522276"/>
                <a:gd name="connsiteY19" fmla="*/ 293526 h 293526"/>
                <a:gd name="connsiteX20" fmla="*/ 214987 w 522276"/>
                <a:gd name="connsiteY20" fmla="*/ 293526 h 293526"/>
                <a:gd name="connsiteX21" fmla="*/ 224941 w 522276"/>
                <a:gd name="connsiteY21" fmla="*/ 289467 h 293526"/>
                <a:gd name="connsiteX22" fmla="*/ 514519 w 522276"/>
                <a:gd name="connsiteY22" fmla="*/ 68040 h 293526"/>
                <a:gd name="connsiteX23" fmla="*/ 518139 w 522276"/>
                <a:gd name="connsiteY23" fmla="*/ 39628 h 293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2276" h="293526">
                  <a:moveTo>
                    <a:pt x="518139" y="39628"/>
                  </a:moveTo>
                  <a:lnTo>
                    <a:pt x="518139" y="39628"/>
                  </a:lnTo>
                  <a:cubicBezTo>
                    <a:pt x="511352" y="30609"/>
                    <a:pt x="498231" y="28805"/>
                    <a:pt x="489181" y="36020"/>
                  </a:cubicBezTo>
                  <a:lnTo>
                    <a:pt x="212272" y="247527"/>
                  </a:lnTo>
                  <a:lnTo>
                    <a:pt x="54361" y="126666"/>
                  </a:lnTo>
                  <a:lnTo>
                    <a:pt x="171550" y="36922"/>
                  </a:lnTo>
                  <a:cubicBezTo>
                    <a:pt x="180599" y="30158"/>
                    <a:pt x="182409" y="17080"/>
                    <a:pt x="175170" y="8060"/>
                  </a:cubicBezTo>
                  <a:cubicBezTo>
                    <a:pt x="168383" y="-959"/>
                    <a:pt x="155261" y="-2763"/>
                    <a:pt x="146212" y="4452"/>
                  </a:cubicBezTo>
                  <a:lnTo>
                    <a:pt x="7757" y="110431"/>
                  </a:lnTo>
                  <a:lnTo>
                    <a:pt x="7757" y="110431"/>
                  </a:lnTo>
                  <a:cubicBezTo>
                    <a:pt x="7305" y="110882"/>
                    <a:pt x="6852" y="111333"/>
                    <a:pt x="6400" y="111784"/>
                  </a:cubicBezTo>
                  <a:lnTo>
                    <a:pt x="6400" y="111784"/>
                  </a:lnTo>
                  <a:cubicBezTo>
                    <a:pt x="5495" y="112686"/>
                    <a:pt x="5042" y="113137"/>
                    <a:pt x="4138" y="114039"/>
                  </a:cubicBezTo>
                  <a:cubicBezTo>
                    <a:pt x="-2649" y="123058"/>
                    <a:pt x="-840" y="135686"/>
                    <a:pt x="7757" y="142901"/>
                  </a:cubicBezTo>
                  <a:lnTo>
                    <a:pt x="199603" y="289467"/>
                  </a:lnTo>
                  <a:cubicBezTo>
                    <a:pt x="202318" y="291722"/>
                    <a:pt x="205937" y="293075"/>
                    <a:pt x="209557" y="293526"/>
                  </a:cubicBezTo>
                  <a:lnTo>
                    <a:pt x="209557" y="293526"/>
                  </a:lnTo>
                  <a:lnTo>
                    <a:pt x="211367" y="293526"/>
                  </a:lnTo>
                  <a:lnTo>
                    <a:pt x="213177" y="293526"/>
                  </a:lnTo>
                  <a:lnTo>
                    <a:pt x="214987" y="293526"/>
                  </a:lnTo>
                  <a:lnTo>
                    <a:pt x="214987" y="293526"/>
                  </a:lnTo>
                  <a:cubicBezTo>
                    <a:pt x="218606" y="293075"/>
                    <a:pt x="221774" y="291722"/>
                    <a:pt x="224941" y="289467"/>
                  </a:cubicBezTo>
                  <a:lnTo>
                    <a:pt x="514519" y="68040"/>
                  </a:lnTo>
                  <a:cubicBezTo>
                    <a:pt x="523116" y="61275"/>
                    <a:pt x="524926" y="48648"/>
                    <a:pt x="518139" y="3962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633834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3886200"/>
            <a:ext cx="12192000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9" rIns="91436" bIns="45719" rtlCol="0" anchor="ctr"/>
          <a:lstStyle/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3887117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99020"/>
            <a:ext cx="8534401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1711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99056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43676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01983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41720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52538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9527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15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B9D49F2-B90F-477D-95BC-912EFB23AD81}"/>
              </a:ext>
            </a:extLst>
          </p:cNvPr>
          <p:cNvGrpSpPr/>
          <p:nvPr userDrawn="1"/>
        </p:nvGrpSpPr>
        <p:grpSpPr>
          <a:xfrm>
            <a:off x="335" y="0"/>
            <a:ext cx="12188825" cy="6858000"/>
            <a:chOff x="0" y="0"/>
            <a:chExt cx="12188825" cy="685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F0A0093-AD8C-4B54-AB1E-4197947C1EFE}"/>
                </a:ext>
              </a:extLst>
            </p:cNvPr>
            <p:cNvSpPr/>
            <p:nvPr/>
          </p:nvSpPr>
          <p:spPr>
            <a:xfrm>
              <a:off x="0" y="0"/>
              <a:ext cx="12188825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89000"/>
                  </a:schemeClr>
                </a:gs>
                <a:gs pos="23000">
                  <a:schemeClr val="accent1">
                    <a:lumMod val="89000"/>
                  </a:schemeClr>
                </a:gs>
                <a:gs pos="69000">
                  <a:schemeClr val="accent1">
                    <a:lumMod val="75000"/>
                  </a:schemeClr>
                </a:gs>
                <a:gs pos="97000">
                  <a:schemeClr val="accent1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987"/>
              <a:endParaRPr lang="en-IN" sz="240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7A77876-00AF-433F-AE96-6A1F6F53DA43}"/>
                </a:ext>
              </a:extLst>
            </p:cNvPr>
            <p:cNvCxnSpPr/>
            <p:nvPr/>
          </p:nvCxnSpPr>
          <p:spPr>
            <a:xfrm>
              <a:off x="333694" y="0"/>
              <a:ext cx="0" cy="6858000"/>
            </a:xfrm>
            <a:prstGeom prst="line">
              <a:avLst/>
            </a:prstGeom>
            <a:solidFill>
              <a:schemeClr val="bg1">
                <a:alpha val="6000"/>
              </a:schemeClr>
            </a:solidFill>
            <a:ln>
              <a:solidFill>
                <a:schemeClr val="bg1"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B75D89B-C520-49BA-A7D3-784BC367700A}"/>
                </a:ext>
              </a:extLst>
            </p:cNvPr>
            <p:cNvCxnSpPr/>
            <p:nvPr/>
          </p:nvCxnSpPr>
          <p:spPr>
            <a:xfrm>
              <a:off x="1381097" y="0"/>
              <a:ext cx="0" cy="6858000"/>
            </a:xfrm>
            <a:prstGeom prst="line">
              <a:avLst/>
            </a:prstGeom>
            <a:solidFill>
              <a:schemeClr val="bg1">
                <a:alpha val="6000"/>
              </a:schemeClr>
            </a:solidFill>
            <a:ln>
              <a:solidFill>
                <a:schemeClr val="bg1"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3D16FE2-FB28-45E6-9020-02D6AE051F63}"/>
                </a:ext>
              </a:extLst>
            </p:cNvPr>
            <p:cNvCxnSpPr/>
            <p:nvPr/>
          </p:nvCxnSpPr>
          <p:spPr>
            <a:xfrm>
              <a:off x="2428500" y="0"/>
              <a:ext cx="0" cy="6858000"/>
            </a:xfrm>
            <a:prstGeom prst="line">
              <a:avLst/>
            </a:prstGeom>
            <a:solidFill>
              <a:schemeClr val="bg1">
                <a:alpha val="6000"/>
              </a:schemeClr>
            </a:solidFill>
            <a:ln>
              <a:solidFill>
                <a:schemeClr val="bg1"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E70D31F-5279-4048-A574-EF052443361F}"/>
                </a:ext>
              </a:extLst>
            </p:cNvPr>
            <p:cNvCxnSpPr/>
            <p:nvPr/>
          </p:nvCxnSpPr>
          <p:spPr>
            <a:xfrm>
              <a:off x="3475903" y="0"/>
              <a:ext cx="0" cy="6858000"/>
            </a:xfrm>
            <a:prstGeom prst="line">
              <a:avLst/>
            </a:prstGeom>
            <a:solidFill>
              <a:schemeClr val="bg1">
                <a:alpha val="6000"/>
              </a:schemeClr>
            </a:solidFill>
            <a:ln>
              <a:solidFill>
                <a:schemeClr val="bg1"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B9E1D6A-0656-4026-850D-02CA80828DB0}"/>
                </a:ext>
              </a:extLst>
            </p:cNvPr>
            <p:cNvCxnSpPr/>
            <p:nvPr/>
          </p:nvCxnSpPr>
          <p:spPr>
            <a:xfrm>
              <a:off x="4523306" y="0"/>
              <a:ext cx="0" cy="6858000"/>
            </a:xfrm>
            <a:prstGeom prst="line">
              <a:avLst/>
            </a:prstGeom>
            <a:solidFill>
              <a:schemeClr val="bg1">
                <a:alpha val="6000"/>
              </a:schemeClr>
            </a:solidFill>
            <a:ln>
              <a:solidFill>
                <a:schemeClr val="bg1"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E8711BE-5540-4C47-89D3-49480457EBB7}"/>
                </a:ext>
              </a:extLst>
            </p:cNvPr>
            <p:cNvCxnSpPr/>
            <p:nvPr/>
          </p:nvCxnSpPr>
          <p:spPr>
            <a:xfrm>
              <a:off x="5570709" y="0"/>
              <a:ext cx="0" cy="6858000"/>
            </a:xfrm>
            <a:prstGeom prst="line">
              <a:avLst/>
            </a:prstGeom>
            <a:solidFill>
              <a:schemeClr val="bg1">
                <a:alpha val="6000"/>
              </a:schemeClr>
            </a:solidFill>
            <a:ln>
              <a:solidFill>
                <a:schemeClr val="bg1"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B7724AA-1173-4C5F-82FC-4050AC37E3C9}"/>
                </a:ext>
              </a:extLst>
            </p:cNvPr>
            <p:cNvCxnSpPr/>
            <p:nvPr/>
          </p:nvCxnSpPr>
          <p:spPr>
            <a:xfrm>
              <a:off x="6618112" y="0"/>
              <a:ext cx="0" cy="6858000"/>
            </a:xfrm>
            <a:prstGeom prst="line">
              <a:avLst/>
            </a:prstGeom>
            <a:solidFill>
              <a:schemeClr val="bg1">
                <a:alpha val="6000"/>
              </a:schemeClr>
            </a:solidFill>
            <a:ln>
              <a:solidFill>
                <a:schemeClr val="bg1"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4F13BC1-BC3A-40A1-BA81-9DA0DAC5A176}"/>
                </a:ext>
              </a:extLst>
            </p:cNvPr>
            <p:cNvCxnSpPr/>
            <p:nvPr/>
          </p:nvCxnSpPr>
          <p:spPr>
            <a:xfrm>
              <a:off x="7665515" y="0"/>
              <a:ext cx="0" cy="6858000"/>
            </a:xfrm>
            <a:prstGeom prst="line">
              <a:avLst/>
            </a:prstGeom>
            <a:solidFill>
              <a:schemeClr val="bg1">
                <a:alpha val="6000"/>
              </a:schemeClr>
            </a:solidFill>
            <a:ln>
              <a:solidFill>
                <a:schemeClr val="bg1"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0001CE3-F0C8-4682-A9CA-8E74178F3654}"/>
                </a:ext>
              </a:extLst>
            </p:cNvPr>
            <p:cNvCxnSpPr/>
            <p:nvPr/>
          </p:nvCxnSpPr>
          <p:spPr>
            <a:xfrm>
              <a:off x="8712918" y="0"/>
              <a:ext cx="0" cy="6858000"/>
            </a:xfrm>
            <a:prstGeom prst="line">
              <a:avLst/>
            </a:prstGeom>
            <a:solidFill>
              <a:schemeClr val="bg1">
                <a:alpha val="6000"/>
              </a:schemeClr>
            </a:solidFill>
            <a:ln>
              <a:solidFill>
                <a:schemeClr val="bg1"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A10C458-62AD-4C82-85F9-7D6A20BA9CBA}"/>
                </a:ext>
              </a:extLst>
            </p:cNvPr>
            <p:cNvCxnSpPr/>
            <p:nvPr/>
          </p:nvCxnSpPr>
          <p:spPr>
            <a:xfrm>
              <a:off x="9760321" y="0"/>
              <a:ext cx="0" cy="6858000"/>
            </a:xfrm>
            <a:prstGeom prst="line">
              <a:avLst/>
            </a:prstGeom>
            <a:solidFill>
              <a:schemeClr val="bg1">
                <a:alpha val="6000"/>
              </a:schemeClr>
            </a:solidFill>
            <a:ln>
              <a:solidFill>
                <a:schemeClr val="bg1"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5A8AAB-695F-42BC-BFA8-7004ED625256}"/>
                </a:ext>
              </a:extLst>
            </p:cNvPr>
            <p:cNvCxnSpPr/>
            <p:nvPr/>
          </p:nvCxnSpPr>
          <p:spPr>
            <a:xfrm>
              <a:off x="10807724" y="0"/>
              <a:ext cx="0" cy="6858000"/>
            </a:xfrm>
            <a:prstGeom prst="line">
              <a:avLst/>
            </a:prstGeom>
            <a:solidFill>
              <a:schemeClr val="bg1">
                <a:alpha val="6000"/>
              </a:schemeClr>
            </a:solidFill>
            <a:ln>
              <a:solidFill>
                <a:schemeClr val="bg1"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385705A-583F-4AA5-B9C0-15794DEA67D5}"/>
                </a:ext>
              </a:extLst>
            </p:cNvPr>
            <p:cNvCxnSpPr/>
            <p:nvPr/>
          </p:nvCxnSpPr>
          <p:spPr>
            <a:xfrm>
              <a:off x="11855130" y="0"/>
              <a:ext cx="0" cy="6858000"/>
            </a:xfrm>
            <a:prstGeom prst="line">
              <a:avLst/>
            </a:prstGeom>
            <a:solidFill>
              <a:schemeClr val="bg1">
                <a:alpha val="6000"/>
              </a:schemeClr>
            </a:solidFill>
            <a:ln>
              <a:solidFill>
                <a:schemeClr val="bg1">
                  <a:alpha val="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A8A592E-070B-48BD-9331-124BA0AC6D1B}"/>
                </a:ext>
              </a:extLst>
            </p:cNvPr>
            <p:cNvGrpSpPr/>
            <p:nvPr/>
          </p:nvGrpSpPr>
          <p:grpSpPr>
            <a:xfrm>
              <a:off x="0" y="227468"/>
              <a:ext cx="12188825" cy="36000"/>
              <a:chOff x="0" y="227468"/>
              <a:chExt cx="12188825" cy="36000"/>
            </a:xfrm>
          </p:grpSpPr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DADCF69C-42DD-4CC1-BD4A-2F810D66AE8E}"/>
                  </a:ext>
                </a:extLst>
              </p:cNvPr>
              <p:cNvSpPr/>
              <p:nvPr/>
            </p:nvSpPr>
            <p:spPr>
              <a:xfrm>
                <a:off x="315694" y="22746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36347A09-E549-4F5D-B268-0F60603CBC2C}"/>
                  </a:ext>
                </a:extLst>
              </p:cNvPr>
              <p:cNvSpPr/>
              <p:nvPr/>
            </p:nvSpPr>
            <p:spPr>
              <a:xfrm>
                <a:off x="1363097" y="22746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E488334D-6791-4C31-A4E4-717D5D0D01B9}"/>
                  </a:ext>
                </a:extLst>
              </p:cNvPr>
              <p:cNvSpPr/>
              <p:nvPr/>
            </p:nvSpPr>
            <p:spPr>
              <a:xfrm>
                <a:off x="2410500" y="22746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577E9236-3A50-47DA-B5BE-73A2AE500F49}"/>
                  </a:ext>
                </a:extLst>
              </p:cNvPr>
              <p:cNvSpPr/>
              <p:nvPr/>
            </p:nvSpPr>
            <p:spPr>
              <a:xfrm>
                <a:off x="3457903" y="22746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4B63C017-C265-4150-90BE-E9924860656C}"/>
                  </a:ext>
                </a:extLst>
              </p:cNvPr>
              <p:cNvSpPr/>
              <p:nvPr/>
            </p:nvSpPr>
            <p:spPr>
              <a:xfrm>
                <a:off x="4505306" y="22746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4AE05C00-DC59-4C4D-8B21-5428AD79E57C}"/>
                  </a:ext>
                </a:extLst>
              </p:cNvPr>
              <p:cNvSpPr/>
              <p:nvPr/>
            </p:nvSpPr>
            <p:spPr>
              <a:xfrm>
                <a:off x="5552709" y="22746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303BB845-0863-4931-8759-E1CE9E9A6F7C}"/>
                  </a:ext>
                </a:extLst>
              </p:cNvPr>
              <p:cNvSpPr/>
              <p:nvPr/>
            </p:nvSpPr>
            <p:spPr>
              <a:xfrm>
                <a:off x="6600112" y="22746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D2A85978-9424-4D41-9E02-B37895BB41D6}"/>
                  </a:ext>
                </a:extLst>
              </p:cNvPr>
              <p:cNvSpPr/>
              <p:nvPr/>
            </p:nvSpPr>
            <p:spPr>
              <a:xfrm>
                <a:off x="7647515" y="22746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49E4F57A-AA51-4543-A7B0-C9419F2968C4}"/>
                  </a:ext>
                </a:extLst>
              </p:cNvPr>
              <p:cNvSpPr/>
              <p:nvPr/>
            </p:nvSpPr>
            <p:spPr>
              <a:xfrm>
                <a:off x="8694918" y="22746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D5559ACE-9E87-4D59-9010-69AA8A44E79C}"/>
                  </a:ext>
                </a:extLst>
              </p:cNvPr>
              <p:cNvSpPr/>
              <p:nvPr/>
            </p:nvSpPr>
            <p:spPr>
              <a:xfrm>
                <a:off x="9742321" y="22746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8AF60AAB-2DF5-4B29-B805-6F2860DD9BF7}"/>
                  </a:ext>
                </a:extLst>
              </p:cNvPr>
              <p:cNvSpPr/>
              <p:nvPr/>
            </p:nvSpPr>
            <p:spPr>
              <a:xfrm>
                <a:off x="10789724" y="22746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1E93A19C-198F-44D5-885C-2286BFA65D30}"/>
                  </a:ext>
                </a:extLst>
              </p:cNvPr>
              <p:cNvSpPr/>
              <p:nvPr/>
            </p:nvSpPr>
            <p:spPr>
              <a:xfrm>
                <a:off x="11837130" y="22746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F75ED9DC-3E1D-41A3-98F3-A2292C3B15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243068"/>
                <a:ext cx="12188825" cy="0"/>
              </a:xfrm>
              <a:prstGeom prst="lin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96A66D3-8775-415D-BA0B-A9F226C24D04}"/>
                </a:ext>
              </a:extLst>
            </p:cNvPr>
            <p:cNvGrpSpPr/>
            <p:nvPr/>
          </p:nvGrpSpPr>
          <p:grpSpPr>
            <a:xfrm>
              <a:off x="0" y="803175"/>
              <a:ext cx="12188825" cy="36000"/>
              <a:chOff x="0" y="776851"/>
              <a:chExt cx="12188825" cy="36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EDC78F5A-8100-4E07-9437-845C6852CD5E}"/>
                  </a:ext>
                </a:extLst>
              </p:cNvPr>
              <p:cNvSpPr/>
              <p:nvPr/>
            </p:nvSpPr>
            <p:spPr>
              <a:xfrm>
                <a:off x="315694" y="776851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96F15721-ACBB-4351-B0D5-4D8D4D363062}"/>
                  </a:ext>
                </a:extLst>
              </p:cNvPr>
              <p:cNvSpPr/>
              <p:nvPr/>
            </p:nvSpPr>
            <p:spPr>
              <a:xfrm>
                <a:off x="1363097" y="776851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ACAF0088-11F4-4CED-BD66-DE4208F1AEA6}"/>
                  </a:ext>
                </a:extLst>
              </p:cNvPr>
              <p:cNvSpPr/>
              <p:nvPr/>
            </p:nvSpPr>
            <p:spPr>
              <a:xfrm>
                <a:off x="2410500" y="776851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CBE778C0-CFEC-408A-B3A3-4E75EF873B5A}"/>
                  </a:ext>
                </a:extLst>
              </p:cNvPr>
              <p:cNvSpPr/>
              <p:nvPr/>
            </p:nvSpPr>
            <p:spPr>
              <a:xfrm>
                <a:off x="3457903" y="776851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7A1B6881-1F24-461F-A82F-807DF1932B85}"/>
                  </a:ext>
                </a:extLst>
              </p:cNvPr>
              <p:cNvSpPr/>
              <p:nvPr/>
            </p:nvSpPr>
            <p:spPr>
              <a:xfrm>
                <a:off x="4505306" y="776851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80F14501-26A8-4D7F-AE0E-D2BA679CD038}"/>
                  </a:ext>
                </a:extLst>
              </p:cNvPr>
              <p:cNvSpPr/>
              <p:nvPr/>
            </p:nvSpPr>
            <p:spPr>
              <a:xfrm>
                <a:off x="5552709" y="776851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5B8B010-D7BA-485E-8757-B32653D935BF}"/>
                  </a:ext>
                </a:extLst>
              </p:cNvPr>
              <p:cNvSpPr/>
              <p:nvPr/>
            </p:nvSpPr>
            <p:spPr>
              <a:xfrm>
                <a:off x="6600112" y="776851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29382F28-B236-4B37-8D68-2E5EC3725D84}"/>
                  </a:ext>
                </a:extLst>
              </p:cNvPr>
              <p:cNvSpPr/>
              <p:nvPr/>
            </p:nvSpPr>
            <p:spPr>
              <a:xfrm>
                <a:off x="7647515" y="776851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86E71ED4-AD99-47B0-A05D-AD0C752A0803}"/>
                  </a:ext>
                </a:extLst>
              </p:cNvPr>
              <p:cNvSpPr/>
              <p:nvPr/>
            </p:nvSpPr>
            <p:spPr>
              <a:xfrm>
                <a:off x="8694918" y="776851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12AF5A44-7D76-4C5C-8FE1-7C405DE27A92}"/>
                  </a:ext>
                </a:extLst>
              </p:cNvPr>
              <p:cNvSpPr/>
              <p:nvPr/>
            </p:nvSpPr>
            <p:spPr>
              <a:xfrm>
                <a:off x="9742321" y="776851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7216E40F-CDD5-4392-B509-8702F12D6E60}"/>
                  </a:ext>
                </a:extLst>
              </p:cNvPr>
              <p:cNvSpPr/>
              <p:nvPr/>
            </p:nvSpPr>
            <p:spPr>
              <a:xfrm>
                <a:off x="10789724" y="776851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89F71F92-897C-4B24-92C8-D52304589016}"/>
                  </a:ext>
                </a:extLst>
              </p:cNvPr>
              <p:cNvSpPr/>
              <p:nvPr/>
            </p:nvSpPr>
            <p:spPr>
              <a:xfrm>
                <a:off x="11837130" y="776851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1FEDFD44-6187-4F1A-88B1-316EF6A3C9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792085"/>
                <a:ext cx="12188825" cy="0"/>
              </a:xfrm>
              <a:prstGeom prst="lin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479B93A-2597-4203-AE72-7B8F71C1E1C2}"/>
                </a:ext>
              </a:extLst>
            </p:cNvPr>
            <p:cNvGrpSpPr/>
            <p:nvPr/>
          </p:nvGrpSpPr>
          <p:grpSpPr>
            <a:xfrm>
              <a:off x="0" y="1378882"/>
              <a:ext cx="12188825" cy="36000"/>
              <a:chOff x="0" y="1326234"/>
              <a:chExt cx="12188825" cy="36000"/>
            </a:xfrm>
          </p:grpSpPr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56F3ED82-E204-4F6E-ADB4-3200729664C4}"/>
                  </a:ext>
                </a:extLst>
              </p:cNvPr>
              <p:cNvSpPr/>
              <p:nvPr/>
            </p:nvSpPr>
            <p:spPr>
              <a:xfrm>
                <a:off x="315694" y="1326234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19C756DD-7359-40EF-B73E-D933D35FE8CD}"/>
                  </a:ext>
                </a:extLst>
              </p:cNvPr>
              <p:cNvSpPr/>
              <p:nvPr/>
            </p:nvSpPr>
            <p:spPr>
              <a:xfrm>
                <a:off x="1363097" y="1326234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6E9F2D41-C830-421D-9BC9-CB40704BFA3A}"/>
                  </a:ext>
                </a:extLst>
              </p:cNvPr>
              <p:cNvSpPr/>
              <p:nvPr/>
            </p:nvSpPr>
            <p:spPr>
              <a:xfrm>
                <a:off x="2410500" y="1326234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7946FFB1-1277-48D5-B55A-BBBB1AA8C41B}"/>
                  </a:ext>
                </a:extLst>
              </p:cNvPr>
              <p:cNvSpPr/>
              <p:nvPr/>
            </p:nvSpPr>
            <p:spPr>
              <a:xfrm>
                <a:off x="3457903" y="1326234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C3C9C12C-0AFE-4050-B04D-E66FF93AD4A5}"/>
                  </a:ext>
                </a:extLst>
              </p:cNvPr>
              <p:cNvSpPr/>
              <p:nvPr/>
            </p:nvSpPr>
            <p:spPr>
              <a:xfrm>
                <a:off x="4505306" y="1326234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F0567DBE-9A70-4125-BC3B-6B24C5F74AC7}"/>
                  </a:ext>
                </a:extLst>
              </p:cNvPr>
              <p:cNvSpPr/>
              <p:nvPr/>
            </p:nvSpPr>
            <p:spPr>
              <a:xfrm>
                <a:off x="5552709" y="1326234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D3346AEA-B96D-4A63-A762-D80598AACEC2}"/>
                  </a:ext>
                </a:extLst>
              </p:cNvPr>
              <p:cNvSpPr/>
              <p:nvPr/>
            </p:nvSpPr>
            <p:spPr>
              <a:xfrm>
                <a:off x="6600112" y="1326234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D01E6640-91F8-488B-BA5D-BD725F0E2257}"/>
                  </a:ext>
                </a:extLst>
              </p:cNvPr>
              <p:cNvSpPr/>
              <p:nvPr/>
            </p:nvSpPr>
            <p:spPr>
              <a:xfrm>
                <a:off x="7647515" y="1326234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26A5E1CE-28F4-4EB8-A16E-19735A3F3AEB}"/>
                  </a:ext>
                </a:extLst>
              </p:cNvPr>
              <p:cNvSpPr/>
              <p:nvPr/>
            </p:nvSpPr>
            <p:spPr>
              <a:xfrm>
                <a:off x="8694918" y="1326234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1F58BFA3-34A1-4FF3-BC76-7A9AB9C43EF1}"/>
                  </a:ext>
                </a:extLst>
              </p:cNvPr>
              <p:cNvSpPr/>
              <p:nvPr/>
            </p:nvSpPr>
            <p:spPr>
              <a:xfrm>
                <a:off x="9742321" y="1326234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0B60A063-EB83-45CA-87A8-1B6D3CC8C3E6}"/>
                  </a:ext>
                </a:extLst>
              </p:cNvPr>
              <p:cNvSpPr/>
              <p:nvPr/>
            </p:nvSpPr>
            <p:spPr>
              <a:xfrm>
                <a:off x="10789724" y="1326234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C362E859-3F51-4165-B966-DDCDFF952207}"/>
                  </a:ext>
                </a:extLst>
              </p:cNvPr>
              <p:cNvSpPr/>
              <p:nvPr/>
            </p:nvSpPr>
            <p:spPr>
              <a:xfrm>
                <a:off x="11837130" y="1326234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64C043DF-0340-4BFB-8B2C-594A0439DC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1341102"/>
                <a:ext cx="12188825" cy="0"/>
              </a:xfrm>
              <a:prstGeom prst="lin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AF93376-0E88-49F3-88F0-EBA9D97A712A}"/>
                </a:ext>
              </a:extLst>
            </p:cNvPr>
            <p:cNvGrpSpPr/>
            <p:nvPr/>
          </p:nvGrpSpPr>
          <p:grpSpPr>
            <a:xfrm>
              <a:off x="0" y="1954589"/>
              <a:ext cx="12188825" cy="36000"/>
              <a:chOff x="0" y="1875617"/>
              <a:chExt cx="12188825" cy="36000"/>
            </a:xfrm>
          </p:grpSpPr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5132D858-45E5-483F-9AC8-78B4A0FA85B5}"/>
                  </a:ext>
                </a:extLst>
              </p:cNvPr>
              <p:cNvSpPr/>
              <p:nvPr/>
            </p:nvSpPr>
            <p:spPr>
              <a:xfrm>
                <a:off x="315694" y="1875617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0C261D31-83D6-4C77-B030-4B38CB306D96}"/>
                  </a:ext>
                </a:extLst>
              </p:cNvPr>
              <p:cNvSpPr/>
              <p:nvPr/>
            </p:nvSpPr>
            <p:spPr>
              <a:xfrm>
                <a:off x="1363097" y="1875617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59C4F81C-3AB7-4E9D-90FF-880DF31FDA80}"/>
                  </a:ext>
                </a:extLst>
              </p:cNvPr>
              <p:cNvSpPr/>
              <p:nvPr/>
            </p:nvSpPr>
            <p:spPr>
              <a:xfrm>
                <a:off x="2410500" y="1875617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B20A89A3-6D85-46E6-AC46-C0780C925305}"/>
                  </a:ext>
                </a:extLst>
              </p:cNvPr>
              <p:cNvSpPr/>
              <p:nvPr/>
            </p:nvSpPr>
            <p:spPr>
              <a:xfrm>
                <a:off x="3457903" y="1875617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ABD52255-8C3D-43AD-B82A-7CF63F2AB178}"/>
                  </a:ext>
                </a:extLst>
              </p:cNvPr>
              <p:cNvSpPr/>
              <p:nvPr/>
            </p:nvSpPr>
            <p:spPr>
              <a:xfrm>
                <a:off x="4505306" y="1875617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81DD5223-C923-49D7-94EC-639D11E69104}"/>
                  </a:ext>
                </a:extLst>
              </p:cNvPr>
              <p:cNvSpPr/>
              <p:nvPr/>
            </p:nvSpPr>
            <p:spPr>
              <a:xfrm>
                <a:off x="5552709" y="1875617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0DA2D349-7B9D-42DE-9690-DE7A50AAF128}"/>
                  </a:ext>
                </a:extLst>
              </p:cNvPr>
              <p:cNvSpPr/>
              <p:nvPr/>
            </p:nvSpPr>
            <p:spPr>
              <a:xfrm>
                <a:off x="6600112" y="1875617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D39001B4-B53F-4B00-9514-76C94020BC31}"/>
                  </a:ext>
                </a:extLst>
              </p:cNvPr>
              <p:cNvSpPr/>
              <p:nvPr/>
            </p:nvSpPr>
            <p:spPr>
              <a:xfrm>
                <a:off x="7647515" y="1875617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00B8DD3A-2330-475C-8ABB-5FF905FBF799}"/>
                  </a:ext>
                </a:extLst>
              </p:cNvPr>
              <p:cNvSpPr/>
              <p:nvPr/>
            </p:nvSpPr>
            <p:spPr>
              <a:xfrm>
                <a:off x="8694918" y="1875617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DD41B3B3-4259-469D-9AA3-A35F060B0049}"/>
                  </a:ext>
                </a:extLst>
              </p:cNvPr>
              <p:cNvSpPr/>
              <p:nvPr/>
            </p:nvSpPr>
            <p:spPr>
              <a:xfrm>
                <a:off x="9742321" y="1875617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F7DDBA80-B857-43DD-8176-F28E41946923}"/>
                  </a:ext>
                </a:extLst>
              </p:cNvPr>
              <p:cNvSpPr/>
              <p:nvPr/>
            </p:nvSpPr>
            <p:spPr>
              <a:xfrm>
                <a:off x="10789724" y="1875617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1B746141-6515-416F-B89E-598147F96406}"/>
                  </a:ext>
                </a:extLst>
              </p:cNvPr>
              <p:cNvSpPr/>
              <p:nvPr/>
            </p:nvSpPr>
            <p:spPr>
              <a:xfrm>
                <a:off x="11837130" y="1875617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B2C9F1E9-024E-46FE-AE9F-AB2CCDD6FB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1890119"/>
                <a:ext cx="12188825" cy="0"/>
              </a:xfrm>
              <a:prstGeom prst="lin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3B10C58-F570-434A-B307-4B329BDA49F1}"/>
                </a:ext>
              </a:extLst>
            </p:cNvPr>
            <p:cNvGrpSpPr/>
            <p:nvPr/>
          </p:nvGrpSpPr>
          <p:grpSpPr>
            <a:xfrm>
              <a:off x="0" y="2530296"/>
              <a:ext cx="12188825" cy="36000"/>
              <a:chOff x="0" y="2425000"/>
              <a:chExt cx="12188825" cy="36000"/>
            </a:xfrm>
          </p:grpSpPr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F6CFAC1E-77D4-407F-ACF4-A8160C9170E2}"/>
                  </a:ext>
                </a:extLst>
              </p:cNvPr>
              <p:cNvSpPr/>
              <p:nvPr/>
            </p:nvSpPr>
            <p:spPr>
              <a:xfrm>
                <a:off x="315694" y="2425000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7C534695-5FD8-497B-B758-4EB098BA46A4}"/>
                  </a:ext>
                </a:extLst>
              </p:cNvPr>
              <p:cNvSpPr/>
              <p:nvPr/>
            </p:nvSpPr>
            <p:spPr>
              <a:xfrm>
                <a:off x="1363097" y="2425000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C66C46E2-C239-4CF0-9311-A3F9AE722C40}"/>
                  </a:ext>
                </a:extLst>
              </p:cNvPr>
              <p:cNvSpPr/>
              <p:nvPr/>
            </p:nvSpPr>
            <p:spPr>
              <a:xfrm>
                <a:off x="2410500" y="2425000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D5C08A13-8DDF-4196-BA56-26A1B385B0AC}"/>
                  </a:ext>
                </a:extLst>
              </p:cNvPr>
              <p:cNvSpPr/>
              <p:nvPr/>
            </p:nvSpPr>
            <p:spPr>
              <a:xfrm>
                <a:off x="3457903" y="2425000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1EC31955-C317-4EF1-895B-A4DBA94569AB}"/>
                  </a:ext>
                </a:extLst>
              </p:cNvPr>
              <p:cNvSpPr/>
              <p:nvPr/>
            </p:nvSpPr>
            <p:spPr>
              <a:xfrm>
                <a:off x="4505306" y="2425000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3D4041C-747C-4A10-8790-E3998B414B95}"/>
                  </a:ext>
                </a:extLst>
              </p:cNvPr>
              <p:cNvSpPr/>
              <p:nvPr/>
            </p:nvSpPr>
            <p:spPr>
              <a:xfrm>
                <a:off x="5552709" y="2425000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A6EC076B-4D02-4F1F-B1A2-A44190C37157}"/>
                  </a:ext>
                </a:extLst>
              </p:cNvPr>
              <p:cNvSpPr/>
              <p:nvPr/>
            </p:nvSpPr>
            <p:spPr>
              <a:xfrm>
                <a:off x="6600112" y="2425000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4D499EC7-7B78-4212-8C4C-57B77D78A2F5}"/>
                  </a:ext>
                </a:extLst>
              </p:cNvPr>
              <p:cNvSpPr/>
              <p:nvPr/>
            </p:nvSpPr>
            <p:spPr>
              <a:xfrm>
                <a:off x="7647515" y="2425000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ECA31CBE-38E2-4278-9EE0-4D9BA114D34F}"/>
                  </a:ext>
                </a:extLst>
              </p:cNvPr>
              <p:cNvSpPr/>
              <p:nvPr/>
            </p:nvSpPr>
            <p:spPr>
              <a:xfrm>
                <a:off x="8694918" y="2425000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2A4082AD-5CDA-4717-8B57-7304DF0ECB66}"/>
                  </a:ext>
                </a:extLst>
              </p:cNvPr>
              <p:cNvSpPr/>
              <p:nvPr/>
            </p:nvSpPr>
            <p:spPr>
              <a:xfrm>
                <a:off x="9742321" y="2425000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E47CE791-07E3-4D76-953B-FD754084231D}"/>
                  </a:ext>
                </a:extLst>
              </p:cNvPr>
              <p:cNvSpPr/>
              <p:nvPr/>
            </p:nvSpPr>
            <p:spPr>
              <a:xfrm>
                <a:off x="10789724" y="2425000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4737436F-F9C0-42FD-A11F-37C6DBA413A2}"/>
                  </a:ext>
                </a:extLst>
              </p:cNvPr>
              <p:cNvSpPr/>
              <p:nvPr/>
            </p:nvSpPr>
            <p:spPr>
              <a:xfrm>
                <a:off x="11837130" y="2425000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97A8EDC1-A5AA-4C94-A344-3DECC0893A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2439136"/>
                <a:ext cx="12188825" cy="0"/>
              </a:xfrm>
              <a:prstGeom prst="lin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6E5BC21-4742-4E09-BEB2-839DECF867B4}"/>
                </a:ext>
              </a:extLst>
            </p:cNvPr>
            <p:cNvGrpSpPr/>
            <p:nvPr/>
          </p:nvGrpSpPr>
          <p:grpSpPr>
            <a:xfrm>
              <a:off x="0" y="3106003"/>
              <a:ext cx="12188825" cy="36000"/>
              <a:chOff x="0" y="2974383"/>
              <a:chExt cx="12188825" cy="36000"/>
            </a:xfrm>
          </p:grpSpPr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8A6DB887-6A22-484B-A290-5042CD7346BE}"/>
                  </a:ext>
                </a:extLst>
              </p:cNvPr>
              <p:cNvSpPr/>
              <p:nvPr/>
            </p:nvSpPr>
            <p:spPr>
              <a:xfrm>
                <a:off x="315694" y="2974383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20DE4486-51CF-4761-B19C-18615BAE82AD}"/>
                  </a:ext>
                </a:extLst>
              </p:cNvPr>
              <p:cNvSpPr/>
              <p:nvPr/>
            </p:nvSpPr>
            <p:spPr>
              <a:xfrm>
                <a:off x="1363097" y="2974383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82FD2B86-3344-4049-A250-7EF9FB38F203}"/>
                  </a:ext>
                </a:extLst>
              </p:cNvPr>
              <p:cNvSpPr/>
              <p:nvPr/>
            </p:nvSpPr>
            <p:spPr>
              <a:xfrm>
                <a:off x="2410500" y="2974383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A610512A-2E10-4B8C-A8BF-3D6C1CFC13BA}"/>
                  </a:ext>
                </a:extLst>
              </p:cNvPr>
              <p:cNvSpPr/>
              <p:nvPr/>
            </p:nvSpPr>
            <p:spPr>
              <a:xfrm>
                <a:off x="3457903" y="2974383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F7813603-E9F1-48DD-90C5-E553D9F82365}"/>
                  </a:ext>
                </a:extLst>
              </p:cNvPr>
              <p:cNvSpPr/>
              <p:nvPr/>
            </p:nvSpPr>
            <p:spPr>
              <a:xfrm>
                <a:off x="4505306" y="2974383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2745CA4A-BFDA-4867-A42A-D5342AD2B7C7}"/>
                  </a:ext>
                </a:extLst>
              </p:cNvPr>
              <p:cNvSpPr/>
              <p:nvPr/>
            </p:nvSpPr>
            <p:spPr>
              <a:xfrm>
                <a:off x="5552709" y="2974383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83A5521B-BC4B-41C3-AA1A-41D8F2770A70}"/>
                  </a:ext>
                </a:extLst>
              </p:cNvPr>
              <p:cNvSpPr/>
              <p:nvPr/>
            </p:nvSpPr>
            <p:spPr>
              <a:xfrm>
                <a:off x="6600112" y="2974383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51C13B63-D1A7-4DF8-A7AD-2ADE37A92FE0}"/>
                  </a:ext>
                </a:extLst>
              </p:cNvPr>
              <p:cNvSpPr/>
              <p:nvPr/>
            </p:nvSpPr>
            <p:spPr>
              <a:xfrm>
                <a:off x="7647515" y="2974383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EDEDBCEA-E051-43A1-BC6B-A43E2BFF1CAD}"/>
                  </a:ext>
                </a:extLst>
              </p:cNvPr>
              <p:cNvSpPr/>
              <p:nvPr/>
            </p:nvSpPr>
            <p:spPr>
              <a:xfrm>
                <a:off x="8694918" y="2974383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1EB6ED27-4E98-43FC-99C4-E7236E51698D}"/>
                  </a:ext>
                </a:extLst>
              </p:cNvPr>
              <p:cNvSpPr/>
              <p:nvPr/>
            </p:nvSpPr>
            <p:spPr>
              <a:xfrm>
                <a:off x="9742321" y="2974383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CB9527E1-6093-481C-BB80-89698E2FC480}"/>
                  </a:ext>
                </a:extLst>
              </p:cNvPr>
              <p:cNvSpPr/>
              <p:nvPr/>
            </p:nvSpPr>
            <p:spPr>
              <a:xfrm>
                <a:off x="10789724" y="2974383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D9F9C75C-1682-482E-A407-2C2199DE6C59}"/>
                  </a:ext>
                </a:extLst>
              </p:cNvPr>
              <p:cNvSpPr/>
              <p:nvPr/>
            </p:nvSpPr>
            <p:spPr>
              <a:xfrm>
                <a:off x="11837130" y="2974383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EF112A31-AD40-4A69-B5C8-B3ADB699DE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2988153"/>
                <a:ext cx="12188825" cy="0"/>
              </a:xfrm>
              <a:prstGeom prst="lin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4128B56-55F2-4BC3-81C0-6383D5FC6C80}"/>
                </a:ext>
              </a:extLst>
            </p:cNvPr>
            <p:cNvGrpSpPr/>
            <p:nvPr/>
          </p:nvGrpSpPr>
          <p:grpSpPr>
            <a:xfrm>
              <a:off x="0" y="3681710"/>
              <a:ext cx="12188825" cy="36000"/>
              <a:chOff x="0" y="3523766"/>
              <a:chExt cx="12188825" cy="36000"/>
            </a:xfrm>
          </p:grpSpPr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A4C0A38E-2E6B-49BE-B4E1-F70823DB7A45}"/>
                  </a:ext>
                </a:extLst>
              </p:cNvPr>
              <p:cNvSpPr/>
              <p:nvPr/>
            </p:nvSpPr>
            <p:spPr>
              <a:xfrm>
                <a:off x="315694" y="3523766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6C4C2493-D785-4503-BCE3-5195A1FF6542}"/>
                  </a:ext>
                </a:extLst>
              </p:cNvPr>
              <p:cNvSpPr/>
              <p:nvPr/>
            </p:nvSpPr>
            <p:spPr>
              <a:xfrm>
                <a:off x="1363097" y="3523766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6FFBE297-E96D-42E2-ADE8-1157AEB16C74}"/>
                  </a:ext>
                </a:extLst>
              </p:cNvPr>
              <p:cNvSpPr/>
              <p:nvPr/>
            </p:nvSpPr>
            <p:spPr>
              <a:xfrm>
                <a:off x="2410500" y="3523766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9DD983C6-E5A8-4602-9ED7-7542C5BBA0B1}"/>
                  </a:ext>
                </a:extLst>
              </p:cNvPr>
              <p:cNvSpPr/>
              <p:nvPr/>
            </p:nvSpPr>
            <p:spPr>
              <a:xfrm>
                <a:off x="3457903" y="3523766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D3169E68-DD07-4ADA-B6DA-07433BE99656}"/>
                  </a:ext>
                </a:extLst>
              </p:cNvPr>
              <p:cNvSpPr/>
              <p:nvPr/>
            </p:nvSpPr>
            <p:spPr>
              <a:xfrm>
                <a:off x="4505306" y="3523766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A45D21EB-7657-4AFB-8957-5F629CA5F967}"/>
                  </a:ext>
                </a:extLst>
              </p:cNvPr>
              <p:cNvSpPr/>
              <p:nvPr/>
            </p:nvSpPr>
            <p:spPr>
              <a:xfrm>
                <a:off x="5552709" y="3523766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500A0B30-6F7A-4B56-8480-9A5FA878CBCE}"/>
                  </a:ext>
                </a:extLst>
              </p:cNvPr>
              <p:cNvSpPr/>
              <p:nvPr/>
            </p:nvSpPr>
            <p:spPr>
              <a:xfrm>
                <a:off x="6600112" y="3523766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F4B6C4F1-ACC7-49B4-8E58-419CDD0E3CF9}"/>
                  </a:ext>
                </a:extLst>
              </p:cNvPr>
              <p:cNvSpPr/>
              <p:nvPr/>
            </p:nvSpPr>
            <p:spPr>
              <a:xfrm>
                <a:off x="7647515" y="3523766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F9AC94C4-A7BF-4BAC-8B3D-B697994DD789}"/>
                  </a:ext>
                </a:extLst>
              </p:cNvPr>
              <p:cNvSpPr/>
              <p:nvPr/>
            </p:nvSpPr>
            <p:spPr>
              <a:xfrm>
                <a:off x="8694918" y="3523766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78D5855D-6B95-438F-B1AF-C274E6345A6E}"/>
                  </a:ext>
                </a:extLst>
              </p:cNvPr>
              <p:cNvSpPr/>
              <p:nvPr/>
            </p:nvSpPr>
            <p:spPr>
              <a:xfrm>
                <a:off x="9742321" y="3523766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44F386B0-C492-495B-8269-2BC1F37D982A}"/>
                  </a:ext>
                </a:extLst>
              </p:cNvPr>
              <p:cNvSpPr/>
              <p:nvPr/>
            </p:nvSpPr>
            <p:spPr>
              <a:xfrm>
                <a:off x="10789724" y="3523766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CA3C6CCF-F00D-40E3-95F7-D7B44724D1DC}"/>
                  </a:ext>
                </a:extLst>
              </p:cNvPr>
              <p:cNvSpPr/>
              <p:nvPr/>
            </p:nvSpPr>
            <p:spPr>
              <a:xfrm>
                <a:off x="11837130" y="3523766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F0F10710-3379-4222-B4B6-7CB42420ED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3537170"/>
                <a:ext cx="12188825" cy="0"/>
              </a:xfrm>
              <a:prstGeom prst="lin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B8A85CE-B63D-42A7-9451-4C2CB77525C2}"/>
                </a:ext>
              </a:extLst>
            </p:cNvPr>
            <p:cNvGrpSpPr/>
            <p:nvPr/>
          </p:nvGrpSpPr>
          <p:grpSpPr>
            <a:xfrm>
              <a:off x="0" y="4257417"/>
              <a:ext cx="12188825" cy="36000"/>
              <a:chOff x="0" y="4073149"/>
              <a:chExt cx="12188825" cy="36000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02E55395-18BA-4324-A7BE-906DE25EC1A2}"/>
                  </a:ext>
                </a:extLst>
              </p:cNvPr>
              <p:cNvSpPr/>
              <p:nvPr/>
            </p:nvSpPr>
            <p:spPr>
              <a:xfrm>
                <a:off x="315694" y="4073149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31E1A03D-2B31-4977-A5C1-02BA009CAE43}"/>
                  </a:ext>
                </a:extLst>
              </p:cNvPr>
              <p:cNvSpPr/>
              <p:nvPr/>
            </p:nvSpPr>
            <p:spPr>
              <a:xfrm>
                <a:off x="1363097" y="4073149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89FB894-2A56-4ACB-BBB1-4ADEF7F07AFE}"/>
                  </a:ext>
                </a:extLst>
              </p:cNvPr>
              <p:cNvSpPr/>
              <p:nvPr/>
            </p:nvSpPr>
            <p:spPr>
              <a:xfrm>
                <a:off x="2410500" y="4073149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97DF98D1-13E4-408A-86B4-77EE04DEB9C4}"/>
                  </a:ext>
                </a:extLst>
              </p:cNvPr>
              <p:cNvSpPr/>
              <p:nvPr/>
            </p:nvSpPr>
            <p:spPr>
              <a:xfrm>
                <a:off x="3457903" y="4073149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5C8BE805-8E24-4C25-BD88-E7E558909E57}"/>
                  </a:ext>
                </a:extLst>
              </p:cNvPr>
              <p:cNvSpPr/>
              <p:nvPr/>
            </p:nvSpPr>
            <p:spPr>
              <a:xfrm>
                <a:off x="4505306" y="4073149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3A74766-4055-4CAF-BCD8-4AE6E4B9F6B5}"/>
                  </a:ext>
                </a:extLst>
              </p:cNvPr>
              <p:cNvSpPr/>
              <p:nvPr/>
            </p:nvSpPr>
            <p:spPr>
              <a:xfrm>
                <a:off x="5552709" y="4073149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ACC67DCB-AF14-484A-8275-BD52E073E001}"/>
                  </a:ext>
                </a:extLst>
              </p:cNvPr>
              <p:cNvSpPr/>
              <p:nvPr/>
            </p:nvSpPr>
            <p:spPr>
              <a:xfrm>
                <a:off x="6600112" y="4073149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8C0617D0-FFC9-401F-8F5A-70555D93DFD7}"/>
                  </a:ext>
                </a:extLst>
              </p:cNvPr>
              <p:cNvSpPr/>
              <p:nvPr/>
            </p:nvSpPr>
            <p:spPr>
              <a:xfrm>
                <a:off x="7647515" y="4073149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B1DFE65-991B-42AA-9D3E-BB7E91CD4C07}"/>
                  </a:ext>
                </a:extLst>
              </p:cNvPr>
              <p:cNvSpPr/>
              <p:nvPr/>
            </p:nvSpPr>
            <p:spPr>
              <a:xfrm>
                <a:off x="8694918" y="4073149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19835A73-F46E-42F8-BB56-63A8E018B4D2}"/>
                  </a:ext>
                </a:extLst>
              </p:cNvPr>
              <p:cNvSpPr/>
              <p:nvPr/>
            </p:nvSpPr>
            <p:spPr>
              <a:xfrm>
                <a:off x="9742321" y="4073149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98C64691-8A8A-4594-BFF6-3EF46752F1B5}"/>
                  </a:ext>
                </a:extLst>
              </p:cNvPr>
              <p:cNvSpPr/>
              <p:nvPr/>
            </p:nvSpPr>
            <p:spPr>
              <a:xfrm>
                <a:off x="10789724" y="4073149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F9D35A08-D020-47F2-BBCC-A28C31118CBD}"/>
                  </a:ext>
                </a:extLst>
              </p:cNvPr>
              <p:cNvSpPr/>
              <p:nvPr/>
            </p:nvSpPr>
            <p:spPr>
              <a:xfrm>
                <a:off x="11837130" y="4073149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65FB5A33-DEF0-4443-A78C-8994CB9652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4086187"/>
                <a:ext cx="12188825" cy="0"/>
              </a:xfrm>
              <a:prstGeom prst="lin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F5BFB82-3B1B-430F-B209-23741FCBE20C}"/>
                </a:ext>
              </a:extLst>
            </p:cNvPr>
            <p:cNvGrpSpPr/>
            <p:nvPr/>
          </p:nvGrpSpPr>
          <p:grpSpPr>
            <a:xfrm>
              <a:off x="0" y="4833124"/>
              <a:ext cx="12188825" cy="36000"/>
              <a:chOff x="0" y="4622532"/>
              <a:chExt cx="12188825" cy="36000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6ED800A9-E730-410C-A2D5-FA57BC305E94}"/>
                  </a:ext>
                </a:extLst>
              </p:cNvPr>
              <p:cNvSpPr/>
              <p:nvPr/>
            </p:nvSpPr>
            <p:spPr>
              <a:xfrm>
                <a:off x="315694" y="462253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294EF2A2-AC90-4C64-A6FC-E44C449C7890}"/>
                  </a:ext>
                </a:extLst>
              </p:cNvPr>
              <p:cNvSpPr/>
              <p:nvPr/>
            </p:nvSpPr>
            <p:spPr>
              <a:xfrm>
                <a:off x="1363097" y="462253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5FE50832-E579-4D43-B73B-BEEA8451A586}"/>
                  </a:ext>
                </a:extLst>
              </p:cNvPr>
              <p:cNvSpPr/>
              <p:nvPr/>
            </p:nvSpPr>
            <p:spPr>
              <a:xfrm>
                <a:off x="2410500" y="462253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2EBD4C4A-FABC-4B58-B9E7-9A263C0D2361}"/>
                  </a:ext>
                </a:extLst>
              </p:cNvPr>
              <p:cNvSpPr/>
              <p:nvPr/>
            </p:nvSpPr>
            <p:spPr>
              <a:xfrm>
                <a:off x="3457903" y="462253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9BA7E58F-B4FE-4744-9762-B0D353867C70}"/>
                  </a:ext>
                </a:extLst>
              </p:cNvPr>
              <p:cNvSpPr/>
              <p:nvPr/>
            </p:nvSpPr>
            <p:spPr>
              <a:xfrm>
                <a:off x="4505306" y="462253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FC39649B-5D47-4D92-8CC2-DA2ECFD0D63E}"/>
                  </a:ext>
                </a:extLst>
              </p:cNvPr>
              <p:cNvSpPr/>
              <p:nvPr/>
            </p:nvSpPr>
            <p:spPr>
              <a:xfrm>
                <a:off x="5552709" y="462253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5281D0AA-6087-4082-AD47-6FB76C4FC798}"/>
                  </a:ext>
                </a:extLst>
              </p:cNvPr>
              <p:cNvSpPr/>
              <p:nvPr/>
            </p:nvSpPr>
            <p:spPr>
              <a:xfrm>
                <a:off x="6600112" y="462253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EC968DC3-A714-4798-82F1-86668560869C}"/>
                  </a:ext>
                </a:extLst>
              </p:cNvPr>
              <p:cNvSpPr/>
              <p:nvPr/>
            </p:nvSpPr>
            <p:spPr>
              <a:xfrm>
                <a:off x="7647515" y="462253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90BB5E51-254A-458C-8BFC-EFED6D0BCAC8}"/>
                  </a:ext>
                </a:extLst>
              </p:cNvPr>
              <p:cNvSpPr/>
              <p:nvPr/>
            </p:nvSpPr>
            <p:spPr>
              <a:xfrm>
                <a:off x="8694918" y="462253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012B4467-7AE9-4A04-B6F3-2DEC6BD26308}"/>
                  </a:ext>
                </a:extLst>
              </p:cNvPr>
              <p:cNvSpPr/>
              <p:nvPr/>
            </p:nvSpPr>
            <p:spPr>
              <a:xfrm>
                <a:off x="9742321" y="462253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A29199B9-AB79-4BEB-A1A7-82F45C99175B}"/>
                  </a:ext>
                </a:extLst>
              </p:cNvPr>
              <p:cNvSpPr/>
              <p:nvPr/>
            </p:nvSpPr>
            <p:spPr>
              <a:xfrm>
                <a:off x="10789724" y="462253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94B83DF2-F742-4B1F-B527-43D31F78A381}"/>
                  </a:ext>
                </a:extLst>
              </p:cNvPr>
              <p:cNvSpPr/>
              <p:nvPr/>
            </p:nvSpPr>
            <p:spPr>
              <a:xfrm>
                <a:off x="11837130" y="462253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33AE786-5889-4D01-9147-33733778E1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4635204"/>
                <a:ext cx="12188825" cy="0"/>
              </a:xfrm>
              <a:prstGeom prst="lin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D4E1309-F28C-4A60-B14B-4A1A17D0BCF2}"/>
                </a:ext>
              </a:extLst>
            </p:cNvPr>
            <p:cNvGrpSpPr/>
            <p:nvPr/>
          </p:nvGrpSpPr>
          <p:grpSpPr>
            <a:xfrm>
              <a:off x="0" y="5408831"/>
              <a:ext cx="12188825" cy="36000"/>
              <a:chOff x="0" y="5171915"/>
              <a:chExt cx="12188825" cy="36000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FBF8F357-D30D-4B09-A324-73BCDD4B9524}"/>
                  </a:ext>
                </a:extLst>
              </p:cNvPr>
              <p:cNvSpPr/>
              <p:nvPr/>
            </p:nvSpPr>
            <p:spPr>
              <a:xfrm>
                <a:off x="315694" y="5171915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79C6FAAC-97E9-4DDE-ACC4-76D611D542CC}"/>
                  </a:ext>
                </a:extLst>
              </p:cNvPr>
              <p:cNvSpPr/>
              <p:nvPr/>
            </p:nvSpPr>
            <p:spPr>
              <a:xfrm>
                <a:off x="1363097" y="5171915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7B1C920E-2582-43AA-AB36-842273EA8B08}"/>
                  </a:ext>
                </a:extLst>
              </p:cNvPr>
              <p:cNvSpPr/>
              <p:nvPr/>
            </p:nvSpPr>
            <p:spPr>
              <a:xfrm>
                <a:off x="2410500" y="5171915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2A15BAD5-6AB3-464B-92DF-1B38AE666C4A}"/>
                  </a:ext>
                </a:extLst>
              </p:cNvPr>
              <p:cNvSpPr/>
              <p:nvPr/>
            </p:nvSpPr>
            <p:spPr>
              <a:xfrm>
                <a:off x="3457903" y="5171915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60F8739-C153-4DD0-B9C6-90C099B07848}"/>
                  </a:ext>
                </a:extLst>
              </p:cNvPr>
              <p:cNvSpPr/>
              <p:nvPr/>
            </p:nvSpPr>
            <p:spPr>
              <a:xfrm>
                <a:off x="4505306" y="5171915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38C3560A-8282-4EBC-9385-85CC3F9A28D0}"/>
                  </a:ext>
                </a:extLst>
              </p:cNvPr>
              <p:cNvSpPr/>
              <p:nvPr/>
            </p:nvSpPr>
            <p:spPr>
              <a:xfrm>
                <a:off x="5552709" y="5171915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F6A74B1D-6AB6-4DEA-90C3-963380CE52FF}"/>
                  </a:ext>
                </a:extLst>
              </p:cNvPr>
              <p:cNvSpPr/>
              <p:nvPr/>
            </p:nvSpPr>
            <p:spPr>
              <a:xfrm>
                <a:off x="6600112" y="5171915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2FFE0432-1247-41FA-A603-6C95054F961B}"/>
                  </a:ext>
                </a:extLst>
              </p:cNvPr>
              <p:cNvSpPr/>
              <p:nvPr/>
            </p:nvSpPr>
            <p:spPr>
              <a:xfrm>
                <a:off x="7647515" y="5171915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986427D9-5663-43C4-8D17-AFF37BF6247E}"/>
                  </a:ext>
                </a:extLst>
              </p:cNvPr>
              <p:cNvSpPr/>
              <p:nvPr/>
            </p:nvSpPr>
            <p:spPr>
              <a:xfrm>
                <a:off x="8694918" y="5171915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1684B651-B789-4DB1-A00F-23B645D6E874}"/>
                  </a:ext>
                </a:extLst>
              </p:cNvPr>
              <p:cNvSpPr/>
              <p:nvPr/>
            </p:nvSpPr>
            <p:spPr>
              <a:xfrm>
                <a:off x="9742321" y="5171915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5FE22948-28D6-4280-A706-B001459BB62F}"/>
                  </a:ext>
                </a:extLst>
              </p:cNvPr>
              <p:cNvSpPr/>
              <p:nvPr/>
            </p:nvSpPr>
            <p:spPr>
              <a:xfrm>
                <a:off x="10789724" y="5171915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2E0AE971-68F4-4AE2-A56E-81BCA1741C38}"/>
                  </a:ext>
                </a:extLst>
              </p:cNvPr>
              <p:cNvSpPr/>
              <p:nvPr/>
            </p:nvSpPr>
            <p:spPr>
              <a:xfrm>
                <a:off x="11837130" y="5171915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826A9DCC-882D-4A51-A3B1-C1A009223F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5184221"/>
                <a:ext cx="12188825" cy="0"/>
              </a:xfrm>
              <a:prstGeom prst="lin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7126E21-6C6B-4023-ADD9-3DFECB5445BB}"/>
                </a:ext>
              </a:extLst>
            </p:cNvPr>
            <p:cNvGrpSpPr/>
            <p:nvPr/>
          </p:nvGrpSpPr>
          <p:grpSpPr>
            <a:xfrm>
              <a:off x="0" y="5984538"/>
              <a:ext cx="12188825" cy="36000"/>
              <a:chOff x="0" y="5721298"/>
              <a:chExt cx="12188825" cy="36000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9ED3AAEC-AC76-4535-AE1F-AE83A332A06A}"/>
                  </a:ext>
                </a:extLst>
              </p:cNvPr>
              <p:cNvSpPr/>
              <p:nvPr/>
            </p:nvSpPr>
            <p:spPr>
              <a:xfrm>
                <a:off x="315694" y="572129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D91FD064-C21B-49C7-AE20-9A6827845C87}"/>
                  </a:ext>
                </a:extLst>
              </p:cNvPr>
              <p:cNvSpPr/>
              <p:nvPr/>
            </p:nvSpPr>
            <p:spPr>
              <a:xfrm>
                <a:off x="1363097" y="572129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2057B33E-E735-4187-B346-83C588F3D9D0}"/>
                  </a:ext>
                </a:extLst>
              </p:cNvPr>
              <p:cNvSpPr/>
              <p:nvPr/>
            </p:nvSpPr>
            <p:spPr>
              <a:xfrm>
                <a:off x="2410500" y="572129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95BE2E0-43DD-4CB8-AAE6-C63FE5CBE393}"/>
                  </a:ext>
                </a:extLst>
              </p:cNvPr>
              <p:cNvSpPr/>
              <p:nvPr/>
            </p:nvSpPr>
            <p:spPr>
              <a:xfrm>
                <a:off x="3457903" y="572129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5DB8EB4-CD76-4115-BB84-BEB63EB01A80}"/>
                  </a:ext>
                </a:extLst>
              </p:cNvPr>
              <p:cNvSpPr/>
              <p:nvPr/>
            </p:nvSpPr>
            <p:spPr>
              <a:xfrm>
                <a:off x="4505306" y="572129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EA877521-B675-4ED9-83C9-BD00428D88B9}"/>
                  </a:ext>
                </a:extLst>
              </p:cNvPr>
              <p:cNvSpPr/>
              <p:nvPr/>
            </p:nvSpPr>
            <p:spPr>
              <a:xfrm>
                <a:off x="5552709" y="572129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8EE9AC43-E827-4D80-A40C-DB379251CE1E}"/>
                  </a:ext>
                </a:extLst>
              </p:cNvPr>
              <p:cNvSpPr/>
              <p:nvPr/>
            </p:nvSpPr>
            <p:spPr>
              <a:xfrm>
                <a:off x="6600112" y="572129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2624850-E5A9-462D-865D-1D956D81DEE6}"/>
                  </a:ext>
                </a:extLst>
              </p:cNvPr>
              <p:cNvSpPr/>
              <p:nvPr/>
            </p:nvSpPr>
            <p:spPr>
              <a:xfrm>
                <a:off x="7647515" y="572129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92C8F1E7-C02C-4B2F-8C4E-2493EEDF998B}"/>
                  </a:ext>
                </a:extLst>
              </p:cNvPr>
              <p:cNvSpPr/>
              <p:nvPr/>
            </p:nvSpPr>
            <p:spPr>
              <a:xfrm>
                <a:off x="8694918" y="572129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9875F882-E893-4BF7-AB01-0272158E480D}"/>
                  </a:ext>
                </a:extLst>
              </p:cNvPr>
              <p:cNvSpPr/>
              <p:nvPr/>
            </p:nvSpPr>
            <p:spPr>
              <a:xfrm>
                <a:off x="9742321" y="572129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D10AD46E-12A0-4649-A783-B9DA7F38E39B}"/>
                  </a:ext>
                </a:extLst>
              </p:cNvPr>
              <p:cNvSpPr/>
              <p:nvPr/>
            </p:nvSpPr>
            <p:spPr>
              <a:xfrm>
                <a:off x="10789724" y="572129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EBD7EF54-4A4A-4EBF-B1EB-070394A6E99F}"/>
                  </a:ext>
                </a:extLst>
              </p:cNvPr>
              <p:cNvSpPr/>
              <p:nvPr/>
            </p:nvSpPr>
            <p:spPr>
              <a:xfrm>
                <a:off x="11837130" y="5721298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A1EBB11A-18A1-42CC-9DCB-FFE9DBE92B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5733238"/>
                <a:ext cx="12188825" cy="0"/>
              </a:xfrm>
              <a:prstGeom prst="lin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D35CFC2-D588-485E-AC44-A35CC6795AE0}"/>
                </a:ext>
              </a:extLst>
            </p:cNvPr>
            <p:cNvGrpSpPr/>
            <p:nvPr/>
          </p:nvGrpSpPr>
          <p:grpSpPr>
            <a:xfrm>
              <a:off x="0" y="6560242"/>
              <a:ext cx="12188825" cy="36000"/>
              <a:chOff x="0" y="6270682"/>
              <a:chExt cx="12188825" cy="36000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B4340BEA-8FA7-423B-9F8D-213BB0D6AD65}"/>
                  </a:ext>
                </a:extLst>
              </p:cNvPr>
              <p:cNvSpPr/>
              <p:nvPr/>
            </p:nvSpPr>
            <p:spPr>
              <a:xfrm>
                <a:off x="315694" y="627068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16B8C4E4-720A-466F-9D79-83C97679E028}"/>
                  </a:ext>
                </a:extLst>
              </p:cNvPr>
              <p:cNvSpPr/>
              <p:nvPr/>
            </p:nvSpPr>
            <p:spPr>
              <a:xfrm>
                <a:off x="1363097" y="627068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586A182D-8422-4D68-BA39-BCD97859C426}"/>
                  </a:ext>
                </a:extLst>
              </p:cNvPr>
              <p:cNvSpPr/>
              <p:nvPr/>
            </p:nvSpPr>
            <p:spPr>
              <a:xfrm>
                <a:off x="2410500" y="627068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2AE2D11-7446-4321-9760-1DC21A419644}"/>
                  </a:ext>
                </a:extLst>
              </p:cNvPr>
              <p:cNvSpPr/>
              <p:nvPr/>
            </p:nvSpPr>
            <p:spPr>
              <a:xfrm>
                <a:off x="3457903" y="627068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26CC853D-2FFF-4B25-87C5-47122D66318B}"/>
                  </a:ext>
                </a:extLst>
              </p:cNvPr>
              <p:cNvSpPr/>
              <p:nvPr/>
            </p:nvSpPr>
            <p:spPr>
              <a:xfrm>
                <a:off x="4505306" y="627068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E55A8F38-A260-4477-B7DC-95123996FB9B}"/>
                  </a:ext>
                </a:extLst>
              </p:cNvPr>
              <p:cNvSpPr/>
              <p:nvPr/>
            </p:nvSpPr>
            <p:spPr>
              <a:xfrm>
                <a:off x="5552709" y="627068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9A4604E-1515-4DB2-90D0-BF49B1904868}"/>
                  </a:ext>
                </a:extLst>
              </p:cNvPr>
              <p:cNvSpPr/>
              <p:nvPr/>
            </p:nvSpPr>
            <p:spPr>
              <a:xfrm>
                <a:off x="6600112" y="627068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2911532-C7E5-485C-86DC-79E88F5A20FB}"/>
                  </a:ext>
                </a:extLst>
              </p:cNvPr>
              <p:cNvSpPr/>
              <p:nvPr/>
            </p:nvSpPr>
            <p:spPr>
              <a:xfrm>
                <a:off x="7647515" y="627068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F49CFFCE-C153-441F-82A3-13299E908C9C}"/>
                  </a:ext>
                </a:extLst>
              </p:cNvPr>
              <p:cNvSpPr/>
              <p:nvPr/>
            </p:nvSpPr>
            <p:spPr>
              <a:xfrm>
                <a:off x="8694918" y="627068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5931518-68BE-4DB9-B467-7766E65DB12C}"/>
                  </a:ext>
                </a:extLst>
              </p:cNvPr>
              <p:cNvSpPr/>
              <p:nvPr/>
            </p:nvSpPr>
            <p:spPr>
              <a:xfrm>
                <a:off x="9742321" y="627068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D7833A54-B66F-43ED-A97E-8F7A7E63127D}"/>
                  </a:ext>
                </a:extLst>
              </p:cNvPr>
              <p:cNvSpPr/>
              <p:nvPr/>
            </p:nvSpPr>
            <p:spPr>
              <a:xfrm>
                <a:off x="10789724" y="627068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F954BB3-117D-4A04-89E2-7D9E20A2FA16}"/>
                  </a:ext>
                </a:extLst>
              </p:cNvPr>
              <p:cNvSpPr/>
              <p:nvPr/>
            </p:nvSpPr>
            <p:spPr>
              <a:xfrm>
                <a:off x="11837130" y="6270682"/>
                <a:ext cx="36000" cy="36000"/>
              </a:xfrm>
              <a:prstGeom prst="ellips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987"/>
                <a:endParaRPr lang="en-IN" sz="240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67A46B72-8DDB-443A-9678-E98E8BD26F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6282257"/>
                <a:ext cx="12188825" cy="0"/>
              </a:xfrm>
              <a:prstGeom prst="line">
                <a:avLst/>
              </a:prstGeom>
              <a:solidFill>
                <a:schemeClr val="bg1">
                  <a:alpha val="6000"/>
                </a:schemeClr>
              </a:solidFill>
              <a:ln>
                <a:solidFill>
                  <a:schemeClr val="bg1">
                    <a:alpha val="6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87" name="Picture 186">
            <a:extLst>
              <a:ext uri="{FF2B5EF4-FFF2-40B4-BE49-F238E27FC236}">
                <a16:creationId xmlns:a16="http://schemas.microsoft.com/office/drawing/2014/main" id="{34A02D3C-1CD9-46D1-BEFD-85A087E50F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8828" y="215023"/>
            <a:ext cx="1375954" cy="38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4332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12889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91655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10581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9588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2" y="2870634"/>
            <a:ext cx="5932223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77274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ong headline">
    <p:bg>
      <p:bgPr>
        <a:gradFill>
          <a:gsLst>
            <a:gs pos="0">
              <a:srgbClr val="E9ECF2"/>
            </a:gs>
            <a:gs pos="92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6DB70C-55E7-4F1D-B94E-4BDEDCA930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8570350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BBBF51C-5BB4-4D91-B0BA-EB1249F01D98}"/>
              </a:ext>
            </a:extLst>
          </p:cNvPr>
          <p:cNvSpPr/>
          <p:nvPr userDrawn="1"/>
        </p:nvSpPr>
        <p:spPr>
          <a:xfrm>
            <a:off x="0" y="0"/>
            <a:ext cx="12200586" cy="6862216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aleway Light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DA4D18-B685-4708-A675-75A964B5FE09}"/>
              </a:ext>
            </a:extLst>
          </p:cNvPr>
          <p:cNvSpPr/>
          <p:nvPr userDrawn="1"/>
        </p:nvSpPr>
        <p:spPr>
          <a:xfrm>
            <a:off x="4432786" y="0"/>
            <a:ext cx="7759214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92000">
                <a:schemeClr val="tx1">
                  <a:lumMod val="50000"/>
                  <a:lumOff val="5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aphic 17">
            <a:extLst>
              <a:ext uri="{FF2B5EF4-FFF2-40B4-BE49-F238E27FC236}">
                <a16:creationId xmlns:a16="http://schemas.microsoft.com/office/drawing/2014/main" id="{DBBC200C-F978-419B-B984-C1B8B0BFC1AB}"/>
              </a:ext>
            </a:extLst>
          </p:cNvPr>
          <p:cNvGrpSpPr/>
          <p:nvPr userDrawn="1"/>
        </p:nvGrpSpPr>
        <p:grpSpPr>
          <a:xfrm>
            <a:off x="10780762" y="144730"/>
            <a:ext cx="1243820" cy="426736"/>
            <a:chOff x="786989" y="1035574"/>
            <a:chExt cx="1964189" cy="625048"/>
          </a:xfrm>
        </p:grpSpPr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02C4CEAF-115E-49FB-B54F-D734B88AACD4}"/>
                </a:ext>
              </a:extLst>
            </p:cNvPr>
            <p:cNvSpPr/>
            <p:nvPr/>
          </p:nvSpPr>
          <p:spPr>
            <a:xfrm>
              <a:off x="1554406" y="1035574"/>
              <a:ext cx="332113" cy="512756"/>
            </a:xfrm>
            <a:custGeom>
              <a:avLst/>
              <a:gdLst>
                <a:gd name="connsiteX0" fmla="*/ 174199 w 332113"/>
                <a:gd name="connsiteY0" fmla="*/ 167762 h 512756"/>
                <a:gd name="connsiteX1" fmla="*/ 63345 w 332113"/>
                <a:gd name="connsiteY1" fmla="*/ 167762 h 512756"/>
                <a:gd name="connsiteX2" fmla="*/ 63345 w 332113"/>
                <a:gd name="connsiteY2" fmla="*/ 31568 h 512756"/>
                <a:gd name="connsiteX3" fmla="*/ 63345 w 332113"/>
                <a:gd name="connsiteY3" fmla="*/ 31568 h 512756"/>
                <a:gd name="connsiteX4" fmla="*/ 31673 w 332113"/>
                <a:gd name="connsiteY4" fmla="*/ 0 h 512756"/>
                <a:gd name="connsiteX5" fmla="*/ 0 w 332113"/>
                <a:gd name="connsiteY5" fmla="*/ 31568 h 512756"/>
                <a:gd name="connsiteX6" fmla="*/ 0 w 332113"/>
                <a:gd name="connsiteY6" fmla="*/ 31568 h 512756"/>
                <a:gd name="connsiteX7" fmla="*/ 0 w 332113"/>
                <a:gd name="connsiteY7" fmla="*/ 480737 h 512756"/>
                <a:gd name="connsiteX8" fmla="*/ 31673 w 332113"/>
                <a:gd name="connsiteY8" fmla="*/ 512306 h 512756"/>
                <a:gd name="connsiteX9" fmla="*/ 63345 w 332113"/>
                <a:gd name="connsiteY9" fmla="*/ 480737 h 512756"/>
                <a:gd name="connsiteX10" fmla="*/ 63345 w 332113"/>
                <a:gd name="connsiteY10" fmla="*/ 228192 h 512756"/>
                <a:gd name="connsiteX11" fmla="*/ 174199 w 332113"/>
                <a:gd name="connsiteY11" fmla="*/ 228192 h 512756"/>
                <a:gd name="connsiteX12" fmla="*/ 268765 w 332113"/>
                <a:gd name="connsiteY12" fmla="*/ 304858 h 512756"/>
                <a:gd name="connsiteX13" fmla="*/ 268765 w 332113"/>
                <a:gd name="connsiteY13" fmla="*/ 481188 h 512756"/>
                <a:gd name="connsiteX14" fmla="*/ 268765 w 332113"/>
                <a:gd name="connsiteY14" fmla="*/ 481188 h 512756"/>
                <a:gd name="connsiteX15" fmla="*/ 300437 w 332113"/>
                <a:gd name="connsiteY15" fmla="*/ 512757 h 512756"/>
                <a:gd name="connsiteX16" fmla="*/ 332110 w 332113"/>
                <a:gd name="connsiteY16" fmla="*/ 481188 h 512756"/>
                <a:gd name="connsiteX17" fmla="*/ 332110 w 332113"/>
                <a:gd name="connsiteY17" fmla="*/ 304858 h 512756"/>
                <a:gd name="connsiteX18" fmla="*/ 174199 w 332113"/>
                <a:gd name="connsiteY18" fmla="*/ 167762 h 512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2113" h="512756">
                  <a:moveTo>
                    <a:pt x="174199" y="167762"/>
                  </a:moveTo>
                  <a:lnTo>
                    <a:pt x="63345" y="167762"/>
                  </a:lnTo>
                  <a:lnTo>
                    <a:pt x="63345" y="31568"/>
                  </a:lnTo>
                  <a:lnTo>
                    <a:pt x="63345" y="31568"/>
                  </a:lnTo>
                  <a:cubicBezTo>
                    <a:pt x="63345" y="13980"/>
                    <a:pt x="49319" y="0"/>
                    <a:pt x="31673" y="0"/>
                  </a:cubicBezTo>
                  <a:cubicBezTo>
                    <a:pt x="14026" y="0"/>
                    <a:pt x="0" y="13980"/>
                    <a:pt x="0" y="31568"/>
                  </a:cubicBezTo>
                  <a:lnTo>
                    <a:pt x="0" y="31568"/>
                  </a:lnTo>
                  <a:lnTo>
                    <a:pt x="0" y="480737"/>
                  </a:lnTo>
                  <a:cubicBezTo>
                    <a:pt x="0" y="498325"/>
                    <a:pt x="14026" y="512306"/>
                    <a:pt x="31673" y="512306"/>
                  </a:cubicBezTo>
                  <a:cubicBezTo>
                    <a:pt x="49319" y="512306"/>
                    <a:pt x="63345" y="498325"/>
                    <a:pt x="63345" y="480737"/>
                  </a:cubicBezTo>
                  <a:lnTo>
                    <a:pt x="63345" y="228192"/>
                  </a:lnTo>
                  <a:lnTo>
                    <a:pt x="174199" y="228192"/>
                  </a:lnTo>
                  <a:cubicBezTo>
                    <a:pt x="239807" y="228192"/>
                    <a:pt x="268765" y="256604"/>
                    <a:pt x="268765" y="304858"/>
                  </a:cubicBezTo>
                  <a:lnTo>
                    <a:pt x="268765" y="481188"/>
                  </a:lnTo>
                  <a:lnTo>
                    <a:pt x="268765" y="481188"/>
                  </a:lnTo>
                  <a:cubicBezTo>
                    <a:pt x="268765" y="498776"/>
                    <a:pt x="282791" y="512757"/>
                    <a:pt x="300437" y="512757"/>
                  </a:cubicBezTo>
                  <a:cubicBezTo>
                    <a:pt x="318084" y="512757"/>
                    <a:pt x="332110" y="498776"/>
                    <a:pt x="332110" y="481188"/>
                  </a:cubicBezTo>
                  <a:lnTo>
                    <a:pt x="332110" y="304858"/>
                  </a:lnTo>
                  <a:cubicBezTo>
                    <a:pt x="332563" y="218722"/>
                    <a:pt x="280529" y="167762"/>
                    <a:pt x="174199" y="167762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500" dirty="0">
                <a:latin typeface="Calibri" panose="020F0502020204030204" pitchFamily="34" charset="0"/>
              </a:endParaRPr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96EAC1E6-41CA-4857-97C0-646CBD00C9E1}"/>
                </a:ext>
              </a:extLst>
            </p:cNvPr>
            <p:cNvSpPr/>
            <p:nvPr/>
          </p:nvSpPr>
          <p:spPr>
            <a:xfrm>
              <a:off x="1959363" y="1206943"/>
              <a:ext cx="350208" cy="453679"/>
            </a:xfrm>
            <a:custGeom>
              <a:avLst/>
              <a:gdLst>
                <a:gd name="connsiteX0" fmla="*/ 230758 w 350208"/>
                <a:gd name="connsiteY0" fmla="*/ 0 h 453679"/>
                <a:gd name="connsiteX1" fmla="*/ 140717 w 350208"/>
                <a:gd name="connsiteY1" fmla="*/ 0 h 453679"/>
                <a:gd name="connsiteX2" fmla="*/ 0 w 350208"/>
                <a:gd name="connsiteY2" fmla="*/ 154684 h 453679"/>
                <a:gd name="connsiteX3" fmla="*/ 140717 w 350208"/>
                <a:gd name="connsiteY3" fmla="*/ 310270 h 453679"/>
                <a:gd name="connsiteX4" fmla="*/ 284149 w 350208"/>
                <a:gd name="connsiteY4" fmla="*/ 310270 h 453679"/>
                <a:gd name="connsiteX5" fmla="*/ 284149 w 350208"/>
                <a:gd name="connsiteY5" fmla="*/ 325152 h 453679"/>
                <a:gd name="connsiteX6" fmla="*/ 219446 w 350208"/>
                <a:gd name="connsiteY6" fmla="*/ 390994 h 453679"/>
                <a:gd name="connsiteX7" fmla="*/ 33482 w 350208"/>
                <a:gd name="connsiteY7" fmla="*/ 390994 h 453679"/>
                <a:gd name="connsiteX8" fmla="*/ 905 w 350208"/>
                <a:gd name="connsiteY8" fmla="*/ 421209 h 453679"/>
                <a:gd name="connsiteX9" fmla="*/ 31220 w 350208"/>
                <a:gd name="connsiteY9" fmla="*/ 453679 h 453679"/>
                <a:gd name="connsiteX10" fmla="*/ 33482 w 350208"/>
                <a:gd name="connsiteY10" fmla="*/ 453679 h 453679"/>
                <a:gd name="connsiteX11" fmla="*/ 227138 w 350208"/>
                <a:gd name="connsiteY11" fmla="*/ 453679 h 453679"/>
                <a:gd name="connsiteX12" fmla="*/ 350209 w 350208"/>
                <a:gd name="connsiteY12" fmla="*/ 325603 h 453679"/>
                <a:gd name="connsiteX13" fmla="*/ 350209 w 350208"/>
                <a:gd name="connsiteY13" fmla="*/ 138449 h 453679"/>
                <a:gd name="connsiteX14" fmla="*/ 230758 w 350208"/>
                <a:gd name="connsiteY14" fmla="*/ 0 h 453679"/>
                <a:gd name="connsiteX15" fmla="*/ 284149 w 350208"/>
                <a:gd name="connsiteY15" fmla="*/ 251192 h 453679"/>
                <a:gd name="connsiteX16" fmla="*/ 147051 w 350208"/>
                <a:gd name="connsiteY16" fmla="*/ 251192 h 453679"/>
                <a:gd name="connsiteX17" fmla="*/ 65608 w 350208"/>
                <a:gd name="connsiteY17" fmla="*/ 156939 h 453679"/>
                <a:gd name="connsiteX18" fmla="*/ 147051 w 350208"/>
                <a:gd name="connsiteY18" fmla="*/ 62685 h 453679"/>
                <a:gd name="connsiteX19" fmla="*/ 211754 w 350208"/>
                <a:gd name="connsiteY19" fmla="*/ 62685 h 453679"/>
                <a:gd name="connsiteX20" fmla="*/ 284149 w 350208"/>
                <a:gd name="connsiteY20" fmla="*/ 137998 h 453679"/>
                <a:gd name="connsiteX21" fmla="*/ 284149 w 350208"/>
                <a:gd name="connsiteY21" fmla="*/ 251192 h 45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0208" h="453679">
                  <a:moveTo>
                    <a:pt x="230758" y="0"/>
                  </a:moveTo>
                  <a:lnTo>
                    <a:pt x="140717" y="0"/>
                  </a:lnTo>
                  <a:cubicBezTo>
                    <a:pt x="53843" y="0"/>
                    <a:pt x="0" y="50058"/>
                    <a:pt x="0" y="154684"/>
                  </a:cubicBezTo>
                  <a:cubicBezTo>
                    <a:pt x="0" y="259310"/>
                    <a:pt x="54296" y="310270"/>
                    <a:pt x="140717" y="310270"/>
                  </a:cubicBezTo>
                  <a:lnTo>
                    <a:pt x="284149" y="310270"/>
                  </a:lnTo>
                  <a:lnTo>
                    <a:pt x="284149" y="325152"/>
                  </a:lnTo>
                  <a:cubicBezTo>
                    <a:pt x="284149" y="371602"/>
                    <a:pt x="268312" y="390994"/>
                    <a:pt x="219446" y="390994"/>
                  </a:cubicBezTo>
                  <a:lnTo>
                    <a:pt x="33482" y="390994"/>
                  </a:lnTo>
                  <a:cubicBezTo>
                    <a:pt x="16289" y="390543"/>
                    <a:pt x="1357" y="403621"/>
                    <a:pt x="905" y="421209"/>
                  </a:cubicBezTo>
                  <a:cubicBezTo>
                    <a:pt x="452" y="438346"/>
                    <a:pt x="13574" y="453228"/>
                    <a:pt x="31220" y="453679"/>
                  </a:cubicBezTo>
                  <a:cubicBezTo>
                    <a:pt x="32125" y="453679"/>
                    <a:pt x="33030" y="453679"/>
                    <a:pt x="33482" y="453679"/>
                  </a:cubicBezTo>
                  <a:lnTo>
                    <a:pt x="227138" y="453679"/>
                  </a:lnTo>
                  <a:cubicBezTo>
                    <a:pt x="318084" y="453679"/>
                    <a:pt x="350209" y="417601"/>
                    <a:pt x="350209" y="325603"/>
                  </a:cubicBezTo>
                  <a:lnTo>
                    <a:pt x="350209" y="138449"/>
                  </a:lnTo>
                  <a:cubicBezTo>
                    <a:pt x="349756" y="45097"/>
                    <a:pt x="308129" y="0"/>
                    <a:pt x="230758" y="0"/>
                  </a:cubicBezTo>
                  <a:close/>
                  <a:moveTo>
                    <a:pt x="284149" y="251192"/>
                  </a:moveTo>
                  <a:lnTo>
                    <a:pt x="147051" y="251192"/>
                  </a:lnTo>
                  <a:cubicBezTo>
                    <a:pt x="90946" y="251192"/>
                    <a:pt x="65608" y="222781"/>
                    <a:pt x="65608" y="156939"/>
                  </a:cubicBezTo>
                  <a:cubicBezTo>
                    <a:pt x="65608" y="91097"/>
                    <a:pt x="90946" y="62685"/>
                    <a:pt x="147051" y="62685"/>
                  </a:cubicBezTo>
                  <a:lnTo>
                    <a:pt x="211754" y="62685"/>
                  </a:lnTo>
                  <a:cubicBezTo>
                    <a:pt x="263788" y="62685"/>
                    <a:pt x="284149" y="85234"/>
                    <a:pt x="284149" y="137998"/>
                  </a:cubicBezTo>
                  <a:lnTo>
                    <a:pt x="284149" y="251192"/>
                  </a:ln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500" dirty="0">
                <a:latin typeface="Calibri" panose="020F0502020204030204" pitchFamily="34" charset="0"/>
              </a:endParaRPr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767CFE0-928D-4843-8C8F-1D0E2049C97C}"/>
                </a:ext>
              </a:extLst>
            </p:cNvPr>
            <p:cNvSpPr/>
            <p:nvPr/>
          </p:nvSpPr>
          <p:spPr>
            <a:xfrm>
              <a:off x="2384641" y="1206943"/>
              <a:ext cx="366537" cy="341837"/>
            </a:xfrm>
            <a:custGeom>
              <a:avLst/>
              <a:gdLst>
                <a:gd name="connsiteX0" fmla="*/ 143924 w 366537"/>
                <a:gd name="connsiteY0" fmla="*/ 65842 h 341837"/>
                <a:gd name="connsiteX1" fmla="*/ 333508 w 366537"/>
                <a:gd name="connsiteY1" fmla="*/ 65842 h 341837"/>
                <a:gd name="connsiteX2" fmla="*/ 366538 w 366537"/>
                <a:gd name="connsiteY2" fmla="*/ 32921 h 341837"/>
                <a:gd name="connsiteX3" fmla="*/ 333508 w 366537"/>
                <a:gd name="connsiteY3" fmla="*/ 0 h 341837"/>
                <a:gd name="connsiteX4" fmla="*/ 333508 w 366537"/>
                <a:gd name="connsiteY4" fmla="*/ 0 h 341837"/>
                <a:gd name="connsiteX5" fmla="*/ 143472 w 366537"/>
                <a:gd name="connsiteY5" fmla="*/ 0 h 341837"/>
                <a:gd name="connsiteX6" fmla="*/ 31713 w 366537"/>
                <a:gd name="connsiteY6" fmla="*/ 99665 h 341837"/>
                <a:gd name="connsiteX7" fmla="*/ 149807 w 366537"/>
                <a:gd name="connsiteY7" fmla="*/ 199330 h 341837"/>
                <a:gd name="connsiteX8" fmla="*/ 230798 w 366537"/>
                <a:gd name="connsiteY8" fmla="*/ 199330 h 341837"/>
                <a:gd name="connsiteX9" fmla="*/ 279664 w 366537"/>
                <a:gd name="connsiteY9" fmla="*/ 237663 h 341837"/>
                <a:gd name="connsiteX10" fmla="*/ 234870 w 366537"/>
                <a:gd name="connsiteY10" fmla="*/ 275094 h 341837"/>
                <a:gd name="connsiteX11" fmla="*/ 34880 w 366537"/>
                <a:gd name="connsiteY11" fmla="*/ 275094 h 341837"/>
                <a:gd name="connsiteX12" fmla="*/ 40 w 366537"/>
                <a:gd name="connsiteY12" fmla="*/ 307113 h 341837"/>
                <a:gd name="connsiteX13" fmla="*/ 32165 w 366537"/>
                <a:gd name="connsiteY13" fmla="*/ 341838 h 341837"/>
                <a:gd name="connsiteX14" fmla="*/ 34428 w 366537"/>
                <a:gd name="connsiteY14" fmla="*/ 341838 h 341837"/>
                <a:gd name="connsiteX15" fmla="*/ 234870 w 366537"/>
                <a:gd name="connsiteY15" fmla="*/ 341838 h 341837"/>
                <a:gd name="connsiteX16" fmla="*/ 347082 w 366537"/>
                <a:gd name="connsiteY16" fmla="*/ 238114 h 341837"/>
                <a:gd name="connsiteX17" fmla="*/ 228536 w 366537"/>
                <a:gd name="connsiteY17" fmla="*/ 141606 h 341837"/>
                <a:gd name="connsiteX18" fmla="*/ 147997 w 366537"/>
                <a:gd name="connsiteY18" fmla="*/ 141606 h 341837"/>
                <a:gd name="connsiteX19" fmla="*/ 99130 w 366537"/>
                <a:gd name="connsiteY19" fmla="*/ 104626 h 341837"/>
                <a:gd name="connsiteX20" fmla="*/ 143924 w 366537"/>
                <a:gd name="connsiteY20" fmla="*/ 65842 h 34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6537" h="341837">
                  <a:moveTo>
                    <a:pt x="143924" y="65842"/>
                  </a:moveTo>
                  <a:lnTo>
                    <a:pt x="333508" y="65842"/>
                  </a:lnTo>
                  <a:cubicBezTo>
                    <a:pt x="351606" y="65842"/>
                    <a:pt x="366538" y="50960"/>
                    <a:pt x="366538" y="32921"/>
                  </a:cubicBezTo>
                  <a:cubicBezTo>
                    <a:pt x="366538" y="14882"/>
                    <a:pt x="351606" y="0"/>
                    <a:pt x="333508" y="0"/>
                  </a:cubicBezTo>
                  <a:cubicBezTo>
                    <a:pt x="333508" y="0"/>
                    <a:pt x="333508" y="0"/>
                    <a:pt x="333508" y="0"/>
                  </a:cubicBezTo>
                  <a:lnTo>
                    <a:pt x="143472" y="0"/>
                  </a:lnTo>
                  <a:cubicBezTo>
                    <a:pt x="63838" y="0"/>
                    <a:pt x="31713" y="38333"/>
                    <a:pt x="31713" y="99665"/>
                  </a:cubicBezTo>
                  <a:cubicBezTo>
                    <a:pt x="31713" y="151978"/>
                    <a:pt x="55241" y="199330"/>
                    <a:pt x="149807" y="199330"/>
                  </a:cubicBezTo>
                  <a:lnTo>
                    <a:pt x="230798" y="199330"/>
                  </a:lnTo>
                  <a:cubicBezTo>
                    <a:pt x="265185" y="199330"/>
                    <a:pt x="279664" y="210154"/>
                    <a:pt x="279664" y="237663"/>
                  </a:cubicBezTo>
                  <a:cubicBezTo>
                    <a:pt x="279664" y="265172"/>
                    <a:pt x="266543" y="275094"/>
                    <a:pt x="234870" y="275094"/>
                  </a:cubicBezTo>
                  <a:lnTo>
                    <a:pt x="34880" y="275094"/>
                  </a:lnTo>
                  <a:cubicBezTo>
                    <a:pt x="16329" y="274192"/>
                    <a:pt x="945" y="288623"/>
                    <a:pt x="40" y="307113"/>
                  </a:cubicBezTo>
                  <a:cubicBezTo>
                    <a:pt x="-865" y="325603"/>
                    <a:pt x="13614" y="340936"/>
                    <a:pt x="32165" y="341838"/>
                  </a:cubicBezTo>
                  <a:cubicBezTo>
                    <a:pt x="33070" y="341838"/>
                    <a:pt x="33975" y="341838"/>
                    <a:pt x="34428" y="341838"/>
                  </a:cubicBezTo>
                  <a:lnTo>
                    <a:pt x="234870" y="341838"/>
                  </a:lnTo>
                  <a:cubicBezTo>
                    <a:pt x="315409" y="341838"/>
                    <a:pt x="347082" y="298995"/>
                    <a:pt x="347082" y="238114"/>
                  </a:cubicBezTo>
                  <a:cubicBezTo>
                    <a:pt x="347082" y="184899"/>
                    <a:pt x="323101" y="141606"/>
                    <a:pt x="228536" y="141606"/>
                  </a:cubicBezTo>
                  <a:lnTo>
                    <a:pt x="147997" y="141606"/>
                  </a:lnTo>
                  <a:cubicBezTo>
                    <a:pt x="109537" y="141606"/>
                    <a:pt x="99130" y="128527"/>
                    <a:pt x="99130" y="104626"/>
                  </a:cubicBezTo>
                  <a:cubicBezTo>
                    <a:pt x="99130" y="78469"/>
                    <a:pt x="112252" y="65842"/>
                    <a:pt x="143924" y="65842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500" dirty="0">
                <a:latin typeface="Calibri" panose="020F0502020204030204" pitchFamily="34" charset="0"/>
              </a:endParaRPr>
            </a:p>
          </p:txBody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389183C7-1F11-4320-9525-C20F4B91D75D}"/>
                </a:ext>
              </a:extLst>
            </p:cNvPr>
            <p:cNvSpPr/>
            <p:nvPr/>
          </p:nvSpPr>
          <p:spPr>
            <a:xfrm>
              <a:off x="788438" y="1133821"/>
              <a:ext cx="331090" cy="262474"/>
            </a:xfrm>
            <a:custGeom>
              <a:avLst/>
              <a:gdLst>
                <a:gd name="connsiteX0" fmla="*/ 297213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33425 w 331090"/>
                <a:gd name="connsiteY3" fmla="*/ 258022 h 262474"/>
                <a:gd name="connsiteX4" fmla="*/ 323003 w 331090"/>
                <a:gd name="connsiteY4" fmla="*/ 36594 h 262474"/>
                <a:gd name="connsiteX5" fmla="*/ 326623 w 331090"/>
                <a:gd name="connsiteY5" fmla="*/ 7732 h 262474"/>
                <a:gd name="connsiteX6" fmla="*/ 326623 w 331090"/>
                <a:gd name="connsiteY6" fmla="*/ 7732 h 262474"/>
                <a:gd name="connsiteX7" fmla="*/ 297213 w 331090"/>
                <a:gd name="connsiteY7" fmla="*/ 4124 h 262474"/>
                <a:gd name="connsiteX8" fmla="*/ 297213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213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cubicBezTo>
                    <a:pt x="11707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lnTo>
                    <a:pt x="326623" y="7732"/>
                  </a:lnTo>
                  <a:cubicBezTo>
                    <a:pt x="319384" y="-837"/>
                    <a:pt x="306714" y="-2641"/>
                    <a:pt x="297213" y="4124"/>
                  </a:cubicBezTo>
                  <a:cubicBezTo>
                    <a:pt x="297213" y="4124"/>
                    <a:pt x="297213" y="4124"/>
                    <a:pt x="297213" y="4124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500" dirty="0">
                <a:latin typeface="Calibri" panose="020F0502020204030204" pitchFamily="34" charset="0"/>
              </a:endParaRPr>
            </a:p>
          </p:txBody>
        </p:sp>
        <p:sp>
          <p:nvSpPr>
            <p:cNvPr id="15" name="Freeform 21">
              <a:extLst>
                <a:ext uri="{FF2B5EF4-FFF2-40B4-BE49-F238E27FC236}">
                  <a16:creationId xmlns:a16="http://schemas.microsoft.com/office/drawing/2014/main" id="{46B23DCB-1A94-425B-8322-E1526B164685}"/>
                </a:ext>
              </a:extLst>
            </p:cNvPr>
            <p:cNvSpPr/>
            <p:nvPr/>
          </p:nvSpPr>
          <p:spPr>
            <a:xfrm>
              <a:off x="788438" y="1213765"/>
              <a:ext cx="354288" cy="280841"/>
            </a:xfrm>
            <a:custGeom>
              <a:avLst/>
              <a:gdLst>
                <a:gd name="connsiteX0" fmla="*/ 350151 w 354288"/>
                <a:gd name="connsiteY0" fmla="*/ 8060 h 280841"/>
                <a:gd name="connsiteX1" fmla="*/ 321193 w 354288"/>
                <a:gd name="connsiteY1" fmla="*/ 4452 h 280841"/>
                <a:gd name="connsiteX2" fmla="*/ 8087 w 354288"/>
                <a:gd name="connsiteY2" fmla="*/ 243919 h 280841"/>
                <a:gd name="connsiteX3" fmla="*/ 4467 w 354288"/>
                <a:gd name="connsiteY3" fmla="*/ 272781 h 280841"/>
                <a:gd name="connsiteX4" fmla="*/ 33425 w 354288"/>
                <a:gd name="connsiteY4" fmla="*/ 276389 h 280841"/>
                <a:gd name="connsiteX5" fmla="*/ 346531 w 354288"/>
                <a:gd name="connsiteY5" fmla="*/ 36922 h 280841"/>
                <a:gd name="connsiteX6" fmla="*/ 350151 w 354288"/>
                <a:gd name="connsiteY6" fmla="*/ 8060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288" h="280841">
                  <a:moveTo>
                    <a:pt x="350151" y="8060"/>
                  </a:moveTo>
                  <a:cubicBezTo>
                    <a:pt x="343364" y="-959"/>
                    <a:pt x="330243" y="-2763"/>
                    <a:pt x="321193" y="4452"/>
                  </a:cubicBezTo>
                  <a:lnTo>
                    <a:pt x="8087" y="243919"/>
                  </a:lnTo>
                  <a:cubicBezTo>
                    <a:pt x="-963" y="250684"/>
                    <a:pt x="-2772" y="263762"/>
                    <a:pt x="4467" y="272781"/>
                  </a:cubicBezTo>
                  <a:cubicBezTo>
                    <a:pt x="11254" y="281801"/>
                    <a:pt x="24376" y="283605"/>
                    <a:pt x="33425" y="276389"/>
                  </a:cubicBezTo>
                  <a:lnTo>
                    <a:pt x="346531" y="36922"/>
                  </a:lnTo>
                  <a:cubicBezTo>
                    <a:pt x="355128" y="30158"/>
                    <a:pt x="356938" y="17080"/>
                    <a:pt x="350151" y="8060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500" dirty="0">
                <a:latin typeface="Calibri" panose="020F0502020204030204" pitchFamily="34" charset="0"/>
              </a:endParaRPr>
            </a:p>
          </p:txBody>
        </p:sp>
        <p:sp>
          <p:nvSpPr>
            <p:cNvPr id="16" name="Freeform 22">
              <a:extLst>
                <a:ext uri="{FF2B5EF4-FFF2-40B4-BE49-F238E27FC236}">
                  <a16:creationId xmlns:a16="http://schemas.microsoft.com/office/drawing/2014/main" id="{6BB90884-B6ED-48D1-81F9-2A5102B3B4AA}"/>
                </a:ext>
              </a:extLst>
            </p:cNvPr>
            <p:cNvSpPr/>
            <p:nvPr/>
          </p:nvSpPr>
          <p:spPr>
            <a:xfrm>
              <a:off x="786989" y="1036025"/>
              <a:ext cx="521792" cy="294296"/>
            </a:xfrm>
            <a:custGeom>
              <a:avLst/>
              <a:gdLst>
                <a:gd name="connsiteX0" fmla="*/ 4106 w 521792"/>
                <a:gd name="connsiteY0" fmla="*/ 254349 h 294296"/>
                <a:gd name="connsiteX1" fmla="*/ 33064 w 521792"/>
                <a:gd name="connsiteY1" fmla="*/ 257957 h 294296"/>
                <a:gd name="connsiteX2" fmla="*/ 33064 w 521792"/>
                <a:gd name="connsiteY2" fmla="*/ 257957 h 294296"/>
                <a:gd name="connsiteX3" fmla="*/ 309973 w 521792"/>
                <a:gd name="connsiteY3" fmla="*/ 46450 h 294296"/>
                <a:gd name="connsiteX4" fmla="*/ 467884 w 521792"/>
                <a:gd name="connsiteY4" fmla="*/ 166860 h 294296"/>
                <a:gd name="connsiteX5" fmla="*/ 350695 w 521792"/>
                <a:gd name="connsiteY5" fmla="*/ 256604 h 294296"/>
                <a:gd name="connsiteX6" fmla="*/ 344813 w 521792"/>
                <a:gd name="connsiteY6" fmla="*/ 285015 h 294296"/>
                <a:gd name="connsiteX7" fmla="*/ 373319 w 521792"/>
                <a:gd name="connsiteY7" fmla="*/ 290878 h 294296"/>
                <a:gd name="connsiteX8" fmla="*/ 375581 w 521792"/>
                <a:gd name="connsiteY8" fmla="*/ 289074 h 294296"/>
                <a:gd name="connsiteX9" fmla="*/ 514036 w 521792"/>
                <a:gd name="connsiteY9" fmla="*/ 183095 h 294296"/>
                <a:gd name="connsiteX10" fmla="*/ 514036 w 521792"/>
                <a:gd name="connsiteY10" fmla="*/ 183095 h 294296"/>
                <a:gd name="connsiteX11" fmla="*/ 515393 w 521792"/>
                <a:gd name="connsiteY11" fmla="*/ 181742 h 294296"/>
                <a:gd name="connsiteX12" fmla="*/ 515393 w 521792"/>
                <a:gd name="connsiteY12" fmla="*/ 181742 h 294296"/>
                <a:gd name="connsiteX13" fmla="*/ 517655 w 521792"/>
                <a:gd name="connsiteY13" fmla="*/ 179487 h 294296"/>
                <a:gd name="connsiteX14" fmla="*/ 514036 w 521792"/>
                <a:gd name="connsiteY14" fmla="*/ 150625 h 294296"/>
                <a:gd name="connsiteX15" fmla="*/ 322642 w 521792"/>
                <a:gd name="connsiteY15" fmla="*/ 4059 h 294296"/>
                <a:gd name="connsiteX16" fmla="*/ 312688 w 521792"/>
                <a:gd name="connsiteY16" fmla="*/ 0 h 294296"/>
                <a:gd name="connsiteX17" fmla="*/ 312688 w 521792"/>
                <a:gd name="connsiteY17" fmla="*/ 0 h 294296"/>
                <a:gd name="connsiteX18" fmla="*/ 310878 w 521792"/>
                <a:gd name="connsiteY18" fmla="*/ 0 h 294296"/>
                <a:gd name="connsiteX19" fmla="*/ 309068 w 521792"/>
                <a:gd name="connsiteY19" fmla="*/ 0 h 294296"/>
                <a:gd name="connsiteX20" fmla="*/ 307711 w 521792"/>
                <a:gd name="connsiteY20" fmla="*/ 0 h 294296"/>
                <a:gd name="connsiteX21" fmla="*/ 307711 w 521792"/>
                <a:gd name="connsiteY21" fmla="*/ 0 h 294296"/>
                <a:gd name="connsiteX22" fmla="*/ 297757 w 521792"/>
                <a:gd name="connsiteY22" fmla="*/ 4059 h 294296"/>
                <a:gd name="connsiteX23" fmla="*/ 8178 w 521792"/>
                <a:gd name="connsiteY23" fmla="*/ 225487 h 294296"/>
                <a:gd name="connsiteX24" fmla="*/ 4106 w 521792"/>
                <a:gd name="connsiteY24" fmla="*/ 254349 h 294296"/>
                <a:gd name="connsiteX25" fmla="*/ 4106 w 521792"/>
                <a:gd name="connsiteY25" fmla="*/ 254349 h 29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1792" h="294296">
                  <a:moveTo>
                    <a:pt x="4106" y="254349"/>
                  </a:moveTo>
                  <a:cubicBezTo>
                    <a:pt x="10893" y="263368"/>
                    <a:pt x="24015" y="265172"/>
                    <a:pt x="33064" y="257957"/>
                  </a:cubicBezTo>
                  <a:cubicBezTo>
                    <a:pt x="33064" y="257957"/>
                    <a:pt x="33064" y="257957"/>
                    <a:pt x="33064" y="257957"/>
                  </a:cubicBezTo>
                  <a:lnTo>
                    <a:pt x="309973" y="46450"/>
                  </a:lnTo>
                  <a:lnTo>
                    <a:pt x="467884" y="166860"/>
                  </a:lnTo>
                  <a:lnTo>
                    <a:pt x="350695" y="256604"/>
                  </a:lnTo>
                  <a:cubicBezTo>
                    <a:pt x="341194" y="262917"/>
                    <a:pt x="338479" y="275545"/>
                    <a:pt x="344813" y="285015"/>
                  </a:cubicBezTo>
                  <a:cubicBezTo>
                    <a:pt x="351148" y="294486"/>
                    <a:pt x="363817" y="297191"/>
                    <a:pt x="373319" y="290878"/>
                  </a:cubicBezTo>
                  <a:cubicBezTo>
                    <a:pt x="374224" y="290427"/>
                    <a:pt x="375129" y="289525"/>
                    <a:pt x="375581" y="289074"/>
                  </a:cubicBezTo>
                  <a:lnTo>
                    <a:pt x="514036" y="183095"/>
                  </a:lnTo>
                  <a:lnTo>
                    <a:pt x="514036" y="183095"/>
                  </a:lnTo>
                  <a:lnTo>
                    <a:pt x="515393" y="181742"/>
                  </a:lnTo>
                  <a:lnTo>
                    <a:pt x="515393" y="181742"/>
                  </a:lnTo>
                  <a:cubicBezTo>
                    <a:pt x="516298" y="180840"/>
                    <a:pt x="516750" y="180389"/>
                    <a:pt x="517655" y="179487"/>
                  </a:cubicBezTo>
                  <a:cubicBezTo>
                    <a:pt x="524442" y="170468"/>
                    <a:pt x="522632" y="157390"/>
                    <a:pt x="514036" y="150625"/>
                  </a:cubicBezTo>
                  <a:lnTo>
                    <a:pt x="322642" y="4059"/>
                  </a:lnTo>
                  <a:cubicBezTo>
                    <a:pt x="319928" y="1804"/>
                    <a:pt x="316308" y="451"/>
                    <a:pt x="312688" y="0"/>
                  </a:cubicBezTo>
                  <a:lnTo>
                    <a:pt x="312688" y="0"/>
                  </a:lnTo>
                  <a:lnTo>
                    <a:pt x="310878" y="0"/>
                  </a:lnTo>
                  <a:lnTo>
                    <a:pt x="309068" y="0"/>
                  </a:lnTo>
                  <a:lnTo>
                    <a:pt x="307711" y="0"/>
                  </a:lnTo>
                  <a:lnTo>
                    <a:pt x="307711" y="0"/>
                  </a:lnTo>
                  <a:cubicBezTo>
                    <a:pt x="304091" y="451"/>
                    <a:pt x="300924" y="1804"/>
                    <a:pt x="297757" y="4059"/>
                  </a:cubicBezTo>
                  <a:lnTo>
                    <a:pt x="8178" y="225487"/>
                  </a:lnTo>
                  <a:cubicBezTo>
                    <a:pt x="-871" y="232251"/>
                    <a:pt x="-2681" y="245329"/>
                    <a:pt x="4106" y="254349"/>
                  </a:cubicBezTo>
                  <a:cubicBezTo>
                    <a:pt x="4106" y="254349"/>
                    <a:pt x="4106" y="254349"/>
                    <a:pt x="4106" y="254349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500" dirty="0">
                <a:latin typeface="Calibri" panose="020F0502020204030204" pitchFamily="34" charset="0"/>
              </a:endParaRPr>
            </a:p>
          </p:txBody>
        </p:sp>
        <p:sp>
          <p:nvSpPr>
            <p:cNvPr id="20" name="Freeform 23">
              <a:extLst>
                <a:ext uri="{FF2B5EF4-FFF2-40B4-BE49-F238E27FC236}">
                  <a16:creationId xmlns:a16="http://schemas.microsoft.com/office/drawing/2014/main" id="{FF47BD49-3733-4798-9612-71529122222C}"/>
                </a:ext>
              </a:extLst>
            </p:cNvPr>
            <p:cNvSpPr/>
            <p:nvPr/>
          </p:nvSpPr>
          <p:spPr>
            <a:xfrm>
              <a:off x="1078922" y="1299779"/>
              <a:ext cx="331090" cy="262474"/>
            </a:xfrm>
            <a:custGeom>
              <a:avLst/>
              <a:gdLst>
                <a:gd name="connsiteX0" fmla="*/ 297665 w 331090"/>
                <a:gd name="connsiteY0" fmla="*/ 4124 h 262474"/>
                <a:gd name="connsiteX1" fmla="*/ 8087 w 331090"/>
                <a:gd name="connsiteY1" fmla="*/ 225552 h 262474"/>
                <a:gd name="connsiteX2" fmla="*/ 4467 w 331090"/>
                <a:gd name="connsiteY2" fmla="*/ 254414 h 262474"/>
                <a:gd name="connsiteX3" fmla="*/ 4467 w 331090"/>
                <a:gd name="connsiteY3" fmla="*/ 254414 h 262474"/>
                <a:gd name="connsiteX4" fmla="*/ 33425 w 331090"/>
                <a:gd name="connsiteY4" fmla="*/ 258022 h 262474"/>
                <a:gd name="connsiteX5" fmla="*/ 323003 w 331090"/>
                <a:gd name="connsiteY5" fmla="*/ 36594 h 262474"/>
                <a:gd name="connsiteX6" fmla="*/ 326623 w 331090"/>
                <a:gd name="connsiteY6" fmla="*/ 7732 h 262474"/>
                <a:gd name="connsiteX7" fmla="*/ 297665 w 331090"/>
                <a:gd name="connsiteY7" fmla="*/ 4124 h 262474"/>
                <a:gd name="connsiteX8" fmla="*/ 297665 w 331090"/>
                <a:gd name="connsiteY8" fmla="*/ 4124 h 26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1090" h="262474">
                  <a:moveTo>
                    <a:pt x="297665" y="4124"/>
                  </a:moveTo>
                  <a:lnTo>
                    <a:pt x="8087" y="225552"/>
                  </a:lnTo>
                  <a:cubicBezTo>
                    <a:pt x="-963" y="232316"/>
                    <a:pt x="-2772" y="245395"/>
                    <a:pt x="4467" y="254414"/>
                  </a:cubicBezTo>
                  <a:lnTo>
                    <a:pt x="4467" y="254414"/>
                  </a:lnTo>
                  <a:cubicBezTo>
                    <a:pt x="11254" y="263433"/>
                    <a:pt x="24376" y="265237"/>
                    <a:pt x="33425" y="258022"/>
                  </a:cubicBezTo>
                  <a:lnTo>
                    <a:pt x="323003" y="36594"/>
                  </a:lnTo>
                  <a:cubicBezTo>
                    <a:pt x="332053" y="29829"/>
                    <a:pt x="333862" y="16751"/>
                    <a:pt x="326623" y="7732"/>
                  </a:cubicBezTo>
                  <a:cubicBezTo>
                    <a:pt x="319384" y="-837"/>
                    <a:pt x="306714" y="-2641"/>
                    <a:pt x="297665" y="4124"/>
                  </a:cubicBezTo>
                  <a:lnTo>
                    <a:pt x="297665" y="4124"/>
                  </a:ln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500" dirty="0">
                <a:latin typeface="Calibri" panose="020F0502020204030204" pitchFamily="34" charset="0"/>
              </a:endParaRPr>
            </a:p>
          </p:txBody>
        </p:sp>
        <p:sp>
          <p:nvSpPr>
            <p:cNvPr id="21" name="Freeform 24">
              <a:extLst>
                <a:ext uri="{FF2B5EF4-FFF2-40B4-BE49-F238E27FC236}">
                  <a16:creationId xmlns:a16="http://schemas.microsoft.com/office/drawing/2014/main" id="{36E383FE-4F77-4ABD-96CB-99A2AAE5A4D1}"/>
                </a:ext>
              </a:extLst>
            </p:cNvPr>
            <p:cNvSpPr/>
            <p:nvPr/>
          </p:nvSpPr>
          <p:spPr>
            <a:xfrm>
              <a:off x="1055302" y="1201138"/>
              <a:ext cx="354709" cy="280841"/>
            </a:xfrm>
            <a:custGeom>
              <a:avLst/>
              <a:gdLst>
                <a:gd name="connsiteX0" fmla="*/ 4106 w 354709"/>
                <a:gd name="connsiteY0" fmla="*/ 272781 h 280841"/>
                <a:gd name="connsiteX1" fmla="*/ 33064 w 354709"/>
                <a:gd name="connsiteY1" fmla="*/ 276389 h 280841"/>
                <a:gd name="connsiteX2" fmla="*/ 346623 w 354709"/>
                <a:gd name="connsiteY2" fmla="*/ 36922 h 280841"/>
                <a:gd name="connsiteX3" fmla="*/ 350243 w 354709"/>
                <a:gd name="connsiteY3" fmla="*/ 8060 h 280841"/>
                <a:gd name="connsiteX4" fmla="*/ 321285 w 354709"/>
                <a:gd name="connsiteY4" fmla="*/ 4452 h 280841"/>
                <a:gd name="connsiteX5" fmla="*/ 8178 w 354709"/>
                <a:gd name="connsiteY5" fmla="*/ 243919 h 280841"/>
                <a:gd name="connsiteX6" fmla="*/ 4106 w 354709"/>
                <a:gd name="connsiteY6" fmla="*/ 272781 h 28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709" h="280841">
                  <a:moveTo>
                    <a:pt x="4106" y="272781"/>
                  </a:moveTo>
                  <a:cubicBezTo>
                    <a:pt x="10893" y="281801"/>
                    <a:pt x="24015" y="283605"/>
                    <a:pt x="33064" y="276389"/>
                  </a:cubicBezTo>
                  <a:lnTo>
                    <a:pt x="346623" y="36922"/>
                  </a:lnTo>
                  <a:cubicBezTo>
                    <a:pt x="355672" y="30158"/>
                    <a:pt x="357482" y="17080"/>
                    <a:pt x="350243" y="8060"/>
                  </a:cubicBezTo>
                  <a:cubicBezTo>
                    <a:pt x="343456" y="-959"/>
                    <a:pt x="330334" y="-2763"/>
                    <a:pt x="321285" y="4452"/>
                  </a:cubicBezTo>
                  <a:lnTo>
                    <a:pt x="8178" y="243919"/>
                  </a:lnTo>
                  <a:cubicBezTo>
                    <a:pt x="-871" y="250684"/>
                    <a:pt x="-2681" y="263762"/>
                    <a:pt x="4106" y="272781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500" dirty="0">
                <a:latin typeface="Calibri" panose="020F0502020204030204" pitchFamily="34" charset="0"/>
              </a:endParaRPr>
            </a:p>
          </p:txBody>
        </p:sp>
        <p:sp>
          <p:nvSpPr>
            <p:cNvPr id="22" name="Freeform 25">
              <a:extLst>
                <a:ext uri="{FF2B5EF4-FFF2-40B4-BE49-F238E27FC236}">
                  <a16:creationId xmlns:a16="http://schemas.microsoft.com/office/drawing/2014/main" id="{D81DC59B-4A88-49B4-8C9E-6C8F83E9B329}"/>
                </a:ext>
              </a:extLst>
            </p:cNvPr>
            <p:cNvSpPr/>
            <p:nvPr/>
          </p:nvSpPr>
          <p:spPr>
            <a:xfrm>
              <a:off x="888763" y="1366194"/>
              <a:ext cx="522276" cy="293526"/>
            </a:xfrm>
            <a:custGeom>
              <a:avLst/>
              <a:gdLst>
                <a:gd name="connsiteX0" fmla="*/ 518139 w 522276"/>
                <a:gd name="connsiteY0" fmla="*/ 39628 h 293526"/>
                <a:gd name="connsiteX1" fmla="*/ 518139 w 522276"/>
                <a:gd name="connsiteY1" fmla="*/ 39628 h 293526"/>
                <a:gd name="connsiteX2" fmla="*/ 489181 w 522276"/>
                <a:gd name="connsiteY2" fmla="*/ 36020 h 293526"/>
                <a:gd name="connsiteX3" fmla="*/ 212272 w 522276"/>
                <a:gd name="connsiteY3" fmla="*/ 247527 h 293526"/>
                <a:gd name="connsiteX4" fmla="*/ 54361 w 522276"/>
                <a:gd name="connsiteY4" fmla="*/ 126666 h 293526"/>
                <a:gd name="connsiteX5" fmla="*/ 171550 w 522276"/>
                <a:gd name="connsiteY5" fmla="*/ 36922 h 293526"/>
                <a:gd name="connsiteX6" fmla="*/ 175170 w 522276"/>
                <a:gd name="connsiteY6" fmla="*/ 8060 h 293526"/>
                <a:gd name="connsiteX7" fmla="*/ 146212 w 522276"/>
                <a:gd name="connsiteY7" fmla="*/ 4452 h 293526"/>
                <a:gd name="connsiteX8" fmla="*/ 7757 w 522276"/>
                <a:gd name="connsiteY8" fmla="*/ 110431 h 293526"/>
                <a:gd name="connsiteX9" fmla="*/ 7757 w 522276"/>
                <a:gd name="connsiteY9" fmla="*/ 110431 h 293526"/>
                <a:gd name="connsiteX10" fmla="*/ 6400 w 522276"/>
                <a:gd name="connsiteY10" fmla="*/ 111784 h 293526"/>
                <a:gd name="connsiteX11" fmla="*/ 6400 w 522276"/>
                <a:gd name="connsiteY11" fmla="*/ 111784 h 293526"/>
                <a:gd name="connsiteX12" fmla="*/ 4138 w 522276"/>
                <a:gd name="connsiteY12" fmla="*/ 114039 h 293526"/>
                <a:gd name="connsiteX13" fmla="*/ 7757 w 522276"/>
                <a:gd name="connsiteY13" fmla="*/ 142901 h 293526"/>
                <a:gd name="connsiteX14" fmla="*/ 199603 w 522276"/>
                <a:gd name="connsiteY14" fmla="*/ 289467 h 293526"/>
                <a:gd name="connsiteX15" fmla="*/ 209557 w 522276"/>
                <a:gd name="connsiteY15" fmla="*/ 293526 h 293526"/>
                <a:gd name="connsiteX16" fmla="*/ 209557 w 522276"/>
                <a:gd name="connsiteY16" fmla="*/ 293526 h 293526"/>
                <a:gd name="connsiteX17" fmla="*/ 211367 w 522276"/>
                <a:gd name="connsiteY17" fmla="*/ 293526 h 293526"/>
                <a:gd name="connsiteX18" fmla="*/ 213177 w 522276"/>
                <a:gd name="connsiteY18" fmla="*/ 293526 h 293526"/>
                <a:gd name="connsiteX19" fmla="*/ 214987 w 522276"/>
                <a:gd name="connsiteY19" fmla="*/ 293526 h 293526"/>
                <a:gd name="connsiteX20" fmla="*/ 214987 w 522276"/>
                <a:gd name="connsiteY20" fmla="*/ 293526 h 293526"/>
                <a:gd name="connsiteX21" fmla="*/ 224941 w 522276"/>
                <a:gd name="connsiteY21" fmla="*/ 289467 h 293526"/>
                <a:gd name="connsiteX22" fmla="*/ 514519 w 522276"/>
                <a:gd name="connsiteY22" fmla="*/ 68040 h 293526"/>
                <a:gd name="connsiteX23" fmla="*/ 518139 w 522276"/>
                <a:gd name="connsiteY23" fmla="*/ 39628 h 293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2276" h="293526">
                  <a:moveTo>
                    <a:pt x="518139" y="39628"/>
                  </a:moveTo>
                  <a:lnTo>
                    <a:pt x="518139" y="39628"/>
                  </a:lnTo>
                  <a:cubicBezTo>
                    <a:pt x="511352" y="30609"/>
                    <a:pt x="498231" y="28805"/>
                    <a:pt x="489181" y="36020"/>
                  </a:cubicBezTo>
                  <a:lnTo>
                    <a:pt x="212272" y="247527"/>
                  </a:lnTo>
                  <a:lnTo>
                    <a:pt x="54361" y="126666"/>
                  </a:lnTo>
                  <a:lnTo>
                    <a:pt x="171550" y="36922"/>
                  </a:lnTo>
                  <a:cubicBezTo>
                    <a:pt x="180599" y="30158"/>
                    <a:pt x="182409" y="17080"/>
                    <a:pt x="175170" y="8060"/>
                  </a:cubicBezTo>
                  <a:cubicBezTo>
                    <a:pt x="168383" y="-959"/>
                    <a:pt x="155261" y="-2763"/>
                    <a:pt x="146212" y="4452"/>
                  </a:cubicBezTo>
                  <a:lnTo>
                    <a:pt x="7757" y="110431"/>
                  </a:lnTo>
                  <a:lnTo>
                    <a:pt x="7757" y="110431"/>
                  </a:lnTo>
                  <a:cubicBezTo>
                    <a:pt x="7305" y="110882"/>
                    <a:pt x="6852" y="111333"/>
                    <a:pt x="6400" y="111784"/>
                  </a:cubicBezTo>
                  <a:lnTo>
                    <a:pt x="6400" y="111784"/>
                  </a:lnTo>
                  <a:cubicBezTo>
                    <a:pt x="5495" y="112686"/>
                    <a:pt x="5042" y="113137"/>
                    <a:pt x="4138" y="114039"/>
                  </a:cubicBezTo>
                  <a:cubicBezTo>
                    <a:pt x="-2649" y="123058"/>
                    <a:pt x="-840" y="135686"/>
                    <a:pt x="7757" y="142901"/>
                  </a:cubicBezTo>
                  <a:lnTo>
                    <a:pt x="199603" y="289467"/>
                  </a:lnTo>
                  <a:cubicBezTo>
                    <a:pt x="202318" y="291722"/>
                    <a:pt x="205937" y="293075"/>
                    <a:pt x="209557" y="293526"/>
                  </a:cubicBezTo>
                  <a:lnTo>
                    <a:pt x="209557" y="293526"/>
                  </a:lnTo>
                  <a:lnTo>
                    <a:pt x="211367" y="293526"/>
                  </a:lnTo>
                  <a:lnTo>
                    <a:pt x="213177" y="293526"/>
                  </a:lnTo>
                  <a:lnTo>
                    <a:pt x="214987" y="293526"/>
                  </a:lnTo>
                  <a:lnTo>
                    <a:pt x="214987" y="293526"/>
                  </a:lnTo>
                  <a:cubicBezTo>
                    <a:pt x="218606" y="293075"/>
                    <a:pt x="221774" y="291722"/>
                    <a:pt x="224941" y="289467"/>
                  </a:cubicBezTo>
                  <a:lnTo>
                    <a:pt x="514519" y="68040"/>
                  </a:lnTo>
                  <a:cubicBezTo>
                    <a:pt x="523116" y="61275"/>
                    <a:pt x="524926" y="48648"/>
                    <a:pt x="518139" y="39628"/>
                  </a:cubicBezTo>
                  <a:close/>
                </a:path>
              </a:pathLst>
            </a:custGeom>
            <a:solidFill>
              <a:srgbClr val="00B0F0"/>
            </a:solidFill>
            <a:ln w="45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50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8058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71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0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63B24C14-4D8B-2446-948C-3F1F70B2399F}"/>
              </a:ext>
            </a:extLst>
          </p:cNvPr>
          <p:cNvSpPr txBox="1">
            <a:spLocks/>
          </p:cNvSpPr>
          <p:nvPr userDrawn="1"/>
        </p:nvSpPr>
        <p:spPr>
          <a:xfrm>
            <a:off x="11736541" y="6496216"/>
            <a:ext cx="181139" cy="180690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lvl1pPr marL="0" indent="0" algn="r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2542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Raleway" panose="020B0503030101060003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65137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Courier New" panose="02070309020205020404" pitchFamily="49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0B9218-6AA5-4AB8-867E-7D4B43D04A60}" type="slidenum">
              <a:rPr lang="en-US" sz="1000" b="0" i="0" smtClean="0">
                <a:solidFill>
                  <a:srgbClr val="9798A5">
                    <a:alpha val="49804"/>
                  </a:srgbClr>
                </a:solidFill>
                <a:latin typeface="Raleway" panose="020B0003030101060003" pitchFamily="34" charset="0"/>
              </a:rPr>
              <a:pPr/>
              <a:t>‹#›</a:t>
            </a:fld>
            <a:endParaRPr lang="en-US" sz="1000" b="0" i="0" dirty="0">
              <a:solidFill>
                <a:srgbClr val="9798A5">
                  <a:alpha val="49804"/>
                </a:srgbClr>
              </a:solidFill>
              <a:latin typeface="Raleway" panose="020B0003030101060003" pitchFamily="34" charset="0"/>
            </a:endParaRPr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6AA735D2-5D5C-494D-84D3-21CC871CB308}"/>
              </a:ext>
            </a:extLst>
          </p:cNvPr>
          <p:cNvSpPr txBox="1">
            <a:spLocks/>
          </p:cNvSpPr>
          <p:nvPr userDrawn="1"/>
        </p:nvSpPr>
        <p:spPr>
          <a:xfrm>
            <a:off x="274479" y="6493502"/>
            <a:ext cx="6116381" cy="18069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r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2542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Raleway" panose="020B0503030101060003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65137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Courier New" panose="02070309020205020404" pitchFamily="49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75" b="0" i="0" spc="0" dirty="0">
                <a:solidFill>
                  <a:srgbClr val="9798A5">
                    <a:alpha val="75000"/>
                  </a:srgbClr>
                </a:solidFill>
                <a:latin typeface="Raleway" panose="020B0003030101060003" pitchFamily="34" charset="0"/>
              </a:rPr>
              <a:t>© </a:t>
            </a:r>
            <a:r>
              <a:rPr lang="en-US" sz="975" b="0" i="0" spc="300" dirty="0">
                <a:solidFill>
                  <a:srgbClr val="9798A5">
                    <a:alpha val="75000"/>
                  </a:srgbClr>
                </a:solidFill>
                <a:latin typeface="Raleway" panose="020B0003030101060003" pitchFamily="34" charset="0"/>
              </a:rPr>
              <a:t>HINDUJA GLOBAL SOLUTIONS</a:t>
            </a:r>
          </a:p>
        </p:txBody>
      </p:sp>
    </p:spTree>
    <p:extLst>
      <p:ext uri="{BB962C8B-B14F-4D97-AF65-F5344CB8AC3E}">
        <p14:creationId xmlns:p14="http://schemas.microsoft.com/office/powerpoint/2010/main" val="2638234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rgbClr val="353746"/>
        </a:buClr>
        <a:buFont typeface="Wingdings" panose="05000000000000000000" pitchFamily="2" charset="2"/>
        <a:buChar char="§"/>
        <a:defRPr lang="en-US" sz="1400" b="0" i="0" kern="1200" smtClean="0">
          <a:solidFill>
            <a:srgbClr val="353746"/>
          </a:solidFill>
          <a:latin typeface="Raleway" pitchFamily="2" charset="77"/>
          <a:ea typeface="+mn-ea"/>
          <a:cs typeface="+mn-cs"/>
        </a:defRPr>
      </a:lvl1pPr>
      <a:lvl2pPr marL="465138" indent="-239713" algn="l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rgbClr val="353746"/>
        </a:buClr>
        <a:buFont typeface="Raleway" panose="020B0503030101060003" pitchFamily="34" charset="0"/>
        <a:buChar char="–"/>
        <a:defRPr lang="en-US" sz="1400" b="0" i="0" kern="1200" smtClean="0">
          <a:solidFill>
            <a:srgbClr val="353746"/>
          </a:solidFill>
          <a:latin typeface="Raleway" pitchFamily="2" charset="77"/>
          <a:ea typeface="+mn-ea"/>
          <a:cs typeface="+mn-cs"/>
        </a:defRPr>
      </a:lvl2pPr>
      <a:lvl3pPr marL="688975" indent="-223838" algn="l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rgbClr val="353746"/>
        </a:buClr>
        <a:buFont typeface="Arial" panose="020B0604020202020204" pitchFamily="34" charset="0"/>
        <a:buChar char="•"/>
        <a:defRPr lang="en-US" sz="1400" b="0" i="0" kern="1200" smtClean="0">
          <a:solidFill>
            <a:srgbClr val="353746"/>
          </a:solidFill>
          <a:latin typeface="Raleway" pitchFamily="2" charset="77"/>
          <a:ea typeface="+mn-ea"/>
          <a:cs typeface="+mn-cs"/>
        </a:defRPr>
      </a:lvl3pPr>
      <a:lvl4pPr marL="914400" indent="-225425" algn="l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rgbClr val="353746"/>
        </a:buClr>
        <a:buFont typeface="Courier New" panose="02070309020205020404" pitchFamily="49" charset="0"/>
        <a:buChar char="o"/>
        <a:defRPr lang="en-US" sz="1400" b="0" i="0" kern="1200" smtClean="0">
          <a:solidFill>
            <a:srgbClr val="353746"/>
          </a:solidFill>
          <a:latin typeface="Raleway" pitchFamily="2" charset="77"/>
          <a:ea typeface="+mn-ea"/>
          <a:cs typeface="+mn-cs"/>
        </a:defRPr>
      </a:lvl4pPr>
      <a:lvl5pPr marL="1139825" indent="-225425" algn="l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rgbClr val="353746"/>
        </a:buClr>
        <a:buFont typeface="Wingdings" panose="05000000000000000000" pitchFamily="2" charset="2"/>
        <a:buChar char="ü"/>
        <a:defRPr lang="en-US" sz="1400" b="0" i="0" kern="1200" smtClean="0">
          <a:solidFill>
            <a:srgbClr val="353746"/>
          </a:solidFill>
          <a:latin typeface="Raleway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1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6"/>
            <a:ext cx="10972801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32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89000">
              <a:schemeClr val="bg1">
                <a:lumMod val="95000"/>
              </a:schemeClr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F32C4-DD1C-D788-FE57-559722F5C6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>
                <a:solidFill>
                  <a:schemeClr val="bg1">
                    <a:lumMod val="95000"/>
                  </a:schemeClr>
                </a:solidFill>
              </a:rPr>
              <a:t>HGS Approach for KPI Management 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AA1BB9-23C3-9111-300E-AAB5EA5E64D0}"/>
              </a:ext>
            </a:extLst>
          </p:cNvPr>
          <p:cNvSpPr/>
          <p:nvPr/>
        </p:nvSpPr>
        <p:spPr>
          <a:xfrm>
            <a:off x="0" y="3589704"/>
            <a:ext cx="12192000" cy="3268295"/>
          </a:xfrm>
          <a:prstGeom prst="rect">
            <a:avLst/>
          </a:prstGeom>
          <a:gradFill>
            <a:gsLst>
              <a:gs pos="0">
                <a:srgbClr val="003D8D"/>
              </a:gs>
              <a:gs pos="92000">
                <a:srgbClr val="001D4C"/>
              </a:gs>
            </a:gsLst>
            <a:lin ang="4800000" scaled="0"/>
          </a:gradFill>
          <a:ln>
            <a:noFill/>
          </a:ln>
          <a:effectLst>
            <a:outerShdw blurRad="254000" dist="127000" dir="54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96044F24-A9DD-F5B3-CA95-A4A0948411CE}"/>
              </a:ext>
            </a:extLst>
          </p:cNvPr>
          <p:cNvSpPr txBox="1">
            <a:spLocks/>
          </p:cNvSpPr>
          <p:nvPr/>
        </p:nvSpPr>
        <p:spPr>
          <a:xfrm>
            <a:off x="274479" y="6493502"/>
            <a:ext cx="6116381" cy="18069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 algn="r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2542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Raleway" panose="020B0503030101060003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65137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Courier New" panose="02070309020205020404" pitchFamily="49" charset="0"/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Font typeface="Wingdings" panose="05000000000000000000" pitchFamily="2" charset="2"/>
              <a:buNone/>
              <a:def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353746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975" b="1" i="0" u="none" strike="noStrike" kern="1200" cap="none" spc="0" normalizeH="0" baseline="0" noProof="0">
                <a:ln>
                  <a:noFill/>
                </a:ln>
                <a:solidFill>
                  <a:srgbClr val="9798A5">
                    <a:alpha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© </a:t>
            </a:r>
            <a:r>
              <a:rPr kumimoji="0" lang="en-US" sz="975" b="1" i="0" u="none" strike="noStrike" kern="1200" cap="none" spc="300" normalizeH="0" baseline="0" noProof="0">
                <a:ln>
                  <a:noFill/>
                </a:ln>
                <a:solidFill>
                  <a:srgbClr val="9798A5">
                    <a:alpha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HINDUJA GLOBAL SOLUTIONS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41F42D-B0F2-E180-23C2-9AAE97D3AF19}"/>
              </a:ext>
            </a:extLst>
          </p:cNvPr>
          <p:cNvSpPr txBox="1"/>
          <p:nvPr/>
        </p:nvSpPr>
        <p:spPr>
          <a:xfrm>
            <a:off x="187985" y="1230950"/>
            <a:ext cx="2006973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Critical</a:t>
            </a:r>
            <a:endParaRPr kumimoji="0" lang="en-PH" sz="14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CA2FD3-C3C6-7868-CF44-609F8E5D6186}"/>
              </a:ext>
            </a:extLst>
          </p:cNvPr>
          <p:cNvSpPr txBox="1"/>
          <p:nvPr/>
        </p:nvSpPr>
        <p:spPr>
          <a:xfrm>
            <a:off x="377639" y="1539139"/>
            <a:ext cx="2365562" cy="738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Measures operational performance contributing to profitability &amp; growth</a:t>
            </a:r>
            <a:endParaRPr kumimoji="0" lang="en-PH" sz="12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E1E113-7C0B-6B66-52DC-09A724AFEF0D}"/>
              </a:ext>
            </a:extLst>
          </p:cNvPr>
          <p:cNvSpPr txBox="1"/>
          <p:nvPr/>
        </p:nvSpPr>
        <p:spPr>
          <a:xfrm>
            <a:off x="3374612" y="1230950"/>
            <a:ext cx="1817321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Critical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620592-0609-B7F7-42CE-09CDA85C4736}"/>
              </a:ext>
            </a:extLst>
          </p:cNvPr>
          <p:cNvSpPr txBox="1"/>
          <p:nvPr/>
        </p:nvSpPr>
        <p:spPr>
          <a:xfrm>
            <a:off x="3374612" y="1539139"/>
            <a:ext cx="2721387" cy="738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Measures the quality of interactions and levels of satisfaction from the customer’s perspective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654D70-52F7-E57B-9A94-FEACBAC65D37}"/>
              </a:ext>
            </a:extLst>
          </p:cNvPr>
          <p:cNvSpPr txBox="1"/>
          <p:nvPr/>
        </p:nvSpPr>
        <p:spPr>
          <a:xfrm>
            <a:off x="6371587" y="1230950"/>
            <a:ext cx="1602778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Legal Critical</a:t>
            </a:r>
            <a:endParaRPr kumimoji="0" lang="en-PH" sz="1400" b="1" i="0" u="none" strike="noStrike" kern="1200" cap="none" spc="0" normalizeH="0" baseline="0" noProof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68C686-2FE9-C2D6-D397-CDD93FC62854}"/>
              </a:ext>
            </a:extLst>
          </p:cNvPr>
          <p:cNvSpPr txBox="1"/>
          <p:nvPr/>
        </p:nvSpPr>
        <p:spPr>
          <a:xfrm>
            <a:off x="6371586" y="1539139"/>
            <a:ext cx="2721387" cy="738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Adherence to regulations  established by authorities, industry associations, or company policies.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4FB16C-D8B9-6DA3-4EDB-A427B29BF55D}"/>
              </a:ext>
            </a:extLst>
          </p:cNvPr>
          <p:cNvSpPr txBox="1"/>
          <p:nvPr/>
        </p:nvSpPr>
        <p:spPr>
          <a:xfrm>
            <a:off x="9368560" y="1230950"/>
            <a:ext cx="1602778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People Critical</a:t>
            </a:r>
            <a:endParaRPr kumimoji="0" lang="en-PH" sz="14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9B59F4-BDD6-E393-F1D0-2D7264A610A5}"/>
              </a:ext>
            </a:extLst>
          </p:cNvPr>
          <p:cNvSpPr txBox="1"/>
          <p:nvPr/>
        </p:nvSpPr>
        <p:spPr>
          <a:xfrm>
            <a:off x="9368560" y="1539139"/>
            <a:ext cx="2365562" cy="738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Measures workforce performance and well-being to drive business success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A4FF9A-73F6-B377-16AC-39E80E124B8F}"/>
              </a:ext>
            </a:extLst>
          </p:cNvPr>
          <p:cNvSpPr txBox="1"/>
          <p:nvPr/>
        </p:nvSpPr>
        <p:spPr>
          <a:xfrm>
            <a:off x="377640" y="2419349"/>
            <a:ext cx="2365562" cy="697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 Level, Abandon Rate, AHT, Non-Talk, Productivity, ASA, TAT</a:t>
            </a:r>
            <a:endParaRPr kumimoji="0" lang="en-PH" sz="1100" b="0" i="1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40DA92F-90FC-64BA-1922-7F9AA403EA72}"/>
              </a:ext>
            </a:extLst>
          </p:cNvPr>
          <p:cNvCxnSpPr>
            <a:cxnSpLocks/>
          </p:cNvCxnSpPr>
          <p:nvPr/>
        </p:nvCxnSpPr>
        <p:spPr>
          <a:xfrm>
            <a:off x="468987" y="2366575"/>
            <a:ext cx="2274214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  <a:prstDash val="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A83D2A7-7C2D-521D-73E1-0208B424C08F}"/>
              </a:ext>
            </a:extLst>
          </p:cNvPr>
          <p:cNvSpPr txBox="1"/>
          <p:nvPr/>
        </p:nvSpPr>
        <p:spPr>
          <a:xfrm>
            <a:off x="3374613" y="2419349"/>
            <a:ext cx="2365562" cy="913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C-SAT, NPS, Call Quality,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Call Resolution, Customer Retention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B82EE97-BDCA-813D-76AB-8764C168D8A7}"/>
              </a:ext>
            </a:extLst>
          </p:cNvPr>
          <p:cNvCxnSpPr>
            <a:cxnSpLocks/>
          </p:cNvCxnSpPr>
          <p:nvPr/>
        </p:nvCxnSpPr>
        <p:spPr>
          <a:xfrm>
            <a:off x="3465960" y="2366575"/>
            <a:ext cx="2274214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  <a:prstDash val="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F543A16-1609-7970-D0A8-24A25AD17B0C}"/>
              </a:ext>
            </a:extLst>
          </p:cNvPr>
          <p:cNvSpPr txBox="1"/>
          <p:nvPr/>
        </p:nvSpPr>
        <p:spPr>
          <a:xfrm>
            <a:off x="6371587" y="2419349"/>
            <a:ext cx="2365562" cy="1103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Verification, Fatal Errors, Sales Misconduct, Transaction Tagging Accuracy, Disclosure BOT Adoption Rate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25D2E9-F289-F180-72F8-3F6C36BED063}"/>
              </a:ext>
            </a:extLst>
          </p:cNvPr>
          <p:cNvCxnSpPr>
            <a:cxnSpLocks/>
          </p:cNvCxnSpPr>
          <p:nvPr/>
        </p:nvCxnSpPr>
        <p:spPr>
          <a:xfrm>
            <a:off x="6462934" y="2366575"/>
            <a:ext cx="2274214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  <a:prstDash val="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C53DCDE-6E6F-4CC1-EFD9-89D647C38AB4}"/>
              </a:ext>
            </a:extLst>
          </p:cNvPr>
          <p:cNvSpPr txBox="1"/>
          <p:nvPr/>
        </p:nvSpPr>
        <p:spPr>
          <a:xfrm>
            <a:off x="9459130" y="2419349"/>
            <a:ext cx="2365562" cy="481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Attrition, Absenteeism, Coaching Adherence &amp; Effectiveness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7894FC4-F896-3BA7-48CC-D9AED23A88E2}"/>
              </a:ext>
            </a:extLst>
          </p:cNvPr>
          <p:cNvCxnSpPr>
            <a:cxnSpLocks/>
          </p:cNvCxnSpPr>
          <p:nvPr/>
        </p:nvCxnSpPr>
        <p:spPr>
          <a:xfrm>
            <a:off x="9550477" y="2366575"/>
            <a:ext cx="2274214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  <a:prstDash val="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1E30495-3AD6-4E77-BB7F-135872151C60}"/>
              </a:ext>
            </a:extLst>
          </p:cNvPr>
          <p:cNvSpPr/>
          <p:nvPr/>
        </p:nvSpPr>
        <p:spPr>
          <a:xfrm>
            <a:off x="377639" y="3273684"/>
            <a:ext cx="2996973" cy="62878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254000" dist="127000" dir="54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Governance Structure</a:t>
            </a:r>
            <a:endParaRPr kumimoji="0" lang="en-PH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pic>
        <p:nvPicPr>
          <p:cNvPr id="38" name="Graphic 37" descr="Bullseye">
            <a:extLst>
              <a:ext uri="{FF2B5EF4-FFF2-40B4-BE49-F238E27FC236}">
                <a16:creationId xmlns:a16="http://schemas.microsoft.com/office/drawing/2014/main" id="{0C734505-75A6-C0ED-477C-5598F60C6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888" y="4235702"/>
            <a:ext cx="534566" cy="53456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685B7FD-1429-4032-52D5-C0B60C9F28AA}"/>
              </a:ext>
            </a:extLst>
          </p:cNvPr>
          <p:cNvSpPr txBox="1"/>
          <p:nvPr/>
        </p:nvSpPr>
        <p:spPr>
          <a:xfrm>
            <a:off x="1009906" y="4272153"/>
            <a:ext cx="2050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tracking and reporting of KPIs</a:t>
            </a:r>
          </a:p>
        </p:txBody>
      </p:sp>
      <p:pic>
        <p:nvPicPr>
          <p:cNvPr id="36" name="Graphic 35" descr="Meeting">
            <a:extLst>
              <a:ext uri="{FF2B5EF4-FFF2-40B4-BE49-F238E27FC236}">
                <a16:creationId xmlns:a16="http://schemas.microsoft.com/office/drawing/2014/main" id="{7D38C0BB-04D5-25B9-67A6-99EF0FF7F2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888" y="4923307"/>
            <a:ext cx="534566" cy="534566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42522422-8AA1-8A68-661F-98F0D5D674BA}"/>
              </a:ext>
            </a:extLst>
          </p:cNvPr>
          <p:cNvSpPr txBox="1"/>
          <p:nvPr/>
        </p:nvSpPr>
        <p:spPr>
          <a:xfrm>
            <a:off x="1009906" y="4959758"/>
            <a:ext cx="2050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Account and Geo-level Management reviews</a:t>
            </a:r>
          </a:p>
        </p:txBody>
      </p:sp>
      <p:pic>
        <p:nvPicPr>
          <p:cNvPr id="39" name="Graphic 38" descr="Target Audience">
            <a:extLst>
              <a:ext uri="{FF2B5EF4-FFF2-40B4-BE49-F238E27FC236}">
                <a16:creationId xmlns:a16="http://schemas.microsoft.com/office/drawing/2014/main" id="{9DB835CD-F48E-7188-3BC7-E958A68396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05696" y="4237070"/>
            <a:ext cx="534566" cy="534566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4924298-F945-C643-C833-E9E29F60C0E5}"/>
              </a:ext>
            </a:extLst>
          </p:cNvPr>
          <p:cNvSpPr txBox="1"/>
          <p:nvPr/>
        </p:nvSpPr>
        <p:spPr>
          <a:xfrm>
            <a:off x="3722781" y="4273521"/>
            <a:ext cx="2050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 cause analysis and action planning</a:t>
            </a:r>
          </a:p>
        </p:txBody>
      </p:sp>
      <p:pic>
        <p:nvPicPr>
          <p:cNvPr id="37" name="Graphic 36" descr="Rocket">
            <a:extLst>
              <a:ext uri="{FF2B5EF4-FFF2-40B4-BE49-F238E27FC236}">
                <a16:creationId xmlns:a16="http://schemas.microsoft.com/office/drawing/2014/main" id="{7CD54AD4-F89C-98C3-BD9C-A79B5CC44F7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18456" y="4928597"/>
            <a:ext cx="534566" cy="534566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E8EFD4E3-4470-3BC3-910F-C9D37BC645F4}"/>
              </a:ext>
            </a:extLst>
          </p:cNvPr>
          <p:cNvSpPr txBox="1"/>
          <p:nvPr/>
        </p:nvSpPr>
        <p:spPr>
          <a:xfrm>
            <a:off x="3722781" y="4965048"/>
            <a:ext cx="2484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Partner with Clients on Process and Product Improvement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8445ED-2FB6-44BF-9469-0AB06ABC2137}"/>
              </a:ext>
            </a:extLst>
          </p:cNvPr>
          <p:cNvSpPr txBox="1"/>
          <p:nvPr/>
        </p:nvSpPr>
        <p:spPr>
          <a:xfrm>
            <a:off x="1009906" y="5650622"/>
            <a:ext cx="2050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analytics for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decision-making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A3C2EC-9C53-4B8A-BB74-B4544DDAAC01}"/>
              </a:ext>
            </a:extLst>
          </p:cNvPr>
          <p:cNvSpPr txBox="1"/>
          <p:nvPr/>
        </p:nvSpPr>
        <p:spPr>
          <a:xfrm>
            <a:off x="3722781" y="5617155"/>
            <a:ext cx="248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aleway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Benchmark KPIs for continuous improvement</a:t>
            </a:r>
          </a:p>
        </p:txBody>
      </p:sp>
      <p:pic>
        <p:nvPicPr>
          <p:cNvPr id="4" name="Graphic 3" descr="Research">
            <a:extLst>
              <a:ext uri="{FF2B5EF4-FFF2-40B4-BE49-F238E27FC236}">
                <a16:creationId xmlns:a16="http://schemas.microsoft.com/office/drawing/2014/main" id="{017C1764-60F8-4D2B-BE35-A00242BC0AB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4013" y="5617123"/>
            <a:ext cx="544415" cy="544415"/>
          </a:xfrm>
          <a:prstGeom prst="rect">
            <a:avLst/>
          </a:prstGeom>
        </p:spPr>
      </p:pic>
      <p:pic>
        <p:nvPicPr>
          <p:cNvPr id="11" name="Graphic 10" descr="Bar graph with upward trend">
            <a:extLst>
              <a:ext uri="{FF2B5EF4-FFF2-40B4-BE49-F238E27FC236}">
                <a16:creationId xmlns:a16="http://schemas.microsoft.com/office/drawing/2014/main" id="{8CEC50B8-041F-48DD-8D7C-D215FD4C4C3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21588" y="5619262"/>
            <a:ext cx="507092" cy="50709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032339A-2586-BC17-B664-2F351F04F09B}"/>
              </a:ext>
            </a:extLst>
          </p:cNvPr>
          <p:cNvSpPr/>
          <p:nvPr/>
        </p:nvSpPr>
        <p:spPr>
          <a:xfrm>
            <a:off x="7394116" y="3769972"/>
            <a:ext cx="1704170" cy="13860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254000" dist="127000" dir="54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B07F82-128C-6299-4351-1B5163D5F566}"/>
              </a:ext>
            </a:extLst>
          </p:cNvPr>
          <p:cNvSpPr/>
          <p:nvPr/>
        </p:nvSpPr>
        <p:spPr>
          <a:xfrm>
            <a:off x="7394116" y="5299434"/>
            <a:ext cx="1704170" cy="13860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254000" dist="127000" dir="54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2123D8-90FA-A9A4-8D72-161F557E9A62}"/>
              </a:ext>
            </a:extLst>
          </p:cNvPr>
          <p:cNvSpPr/>
          <p:nvPr/>
        </p:nvSpPr>
        <p:spPr>
          <a:xfrm>
            <a:off x="9244785" y="3769972"/>
            <a:ext cx="1704170" cy="13860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254000" dist="127000" dir="54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3D903E-8FE6-5635-3FC3-053AF904FA32}"/>
              </a:ext>
            </a:extLst>
          </p:cNvPr>
          <p:cNvSpPr/>
          <p:nvPr/>
        </p:nvSpPr>
        <p:spPr>
          <a:xfrm>
            <a:off x="9244785" y="5299434"/>
            <a:ext cx="1704170" cy="13860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254000" dist="127000" dir="54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aleway"/>
              <a:ea typeface="+mn-ea"/>
              <a:cs typeface="+mn-cs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7A8C40E-53B5-429B-AE1C-D2407DFB2A45}"/>
              </a:ext>
            </a:extLst>
          </p:cNvPr>
          <p:cNvGrpSpPr/>
          <p:nvPr/>
        </p:nvGrpSpPr>
        <p:grpSpPr>
          <a:xfrm>
            <a:off x="7601164" y="3811422"/>
            <a:ext cx="1290074" cy="1261605"/>
            <a:chOff x="7056692" y="4447591"/>
            <a:chExt cx="1290074" cy="126160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EDF6607-5DEE-E53B-F452-D6D954B2AB44}"/>
                </a:ext>
              </a:extLst>
            </p:cNvPr>
            <p:cNvSpPr txBox="1"/>
            <p:nvPr/>
          </p:nvSpPr>
          <p:spPr>
            <a:xfrm>
              <a:off x="7056692" y="4447591"/>
              <a:ext cx="1290074" cy="6337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Oswald" pitchFamily="2" charset="77"/>
                  <a:ea typeface="+mn-ea"/>
                  <a:cs typeface="+mn-cs"/>
                </a:rPr>
                <a:t>296 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AFDB267-10B6-4F90-E7FA-8C76074C05C2}"/>
                </a:ext>
              </a:extLst>
            </p:cNvPr>
            <p:cNvSpPr/>
            <p:nvPr/>
          </p:nvSpPr>
          <p:spPr>
            <a:xfrm>
              <a:off x="7134281" y="5050746"/>
              <a:ext cx="1134896" cy="658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Metrics Managed</a:t>
              </a:r>
              <a:endParaRPr kumimoji="0" lang="en-PH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9C53250-EBE2-91FD-4445-6742E7CD826E}"/>
              </a:ext>
            </a:extLst>
          </p:cNvPr>
          <p:cNvGrpSpPr/>
          <p:nvPr/>
        </p:nvGrpSpPr>
        <p:grpSpPr>
          <a:xfrm>
            <a:off x="9308029" y="3817886"/>
            <a:ext cx="1577682" cy="1290179"/>
            <a:chOff x="8574438" y="4447591"/>
            <a:chExt cx="1577682" cy="1290179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2FBC081-9EEA-1AE8-0CF4-83843E45166E}"/>
                </a:ext>
              </a:extLst>
            </p:cNvPr>
            <p:cNvSpPr txBox="1"/>
            <p:nvPr/>
          </p:nvSpPr>
          <p:spPr>
            <a:xfrm>
              <a:off x="8646340" y="4447591"/>
              <a:ext cx="1433878" cy="628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Oswald" pitchFamily="2" charset="77"/>
                  <a:ea typeface="+mn-ea"/>
                  <a:cs typeface="+mn-cs"/>
                </a:rPr>
                <a:t>97.9%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046C43E-52B7-23C0-7FA4-A66572CFD63C}"/>
                </a:ext>
              </a:extLst>
            </p:cNvPr>
            <p:cNvSpPr/>
            <p:nvPr/>
          </p:nvSpPr>
          <p:spPr>
            <a:xfrm>
              <a:off x="8574438" y="5079320"/>
              <a:ext cx="1577682" cy="658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Contractual Compliance</a:t>
              </a:r>
              <a:endParaRPr kumimoji="0" lang="en-PH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ED01B6F-995E-4403-F8D1-1956900F8B8E}"/>
              </a:ext>
            </a:extLst>
          </p:cNvPr>
          <p:cNvGrpSpPr/>
          <p:nvPr/>
        </p:nvGrpSpPr>
        <p:grpSpPr>
          <a:xfrm>
            <a:off x="7601164" y="5329927"/>
            <a:ext cx="1290074" cy="1261669"/>
            <a:chOff x="10379793" y="4447591"/>
            <a:chExt cx="1290074" cy="1261669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ACA840F-4CF4-3B37-F416-AA7918A6A12F}"/>
                </a:ext>
              </a:extLst>
            </p:cNvPr>
            <p:cNvSpPr txBox="1"/>
            <p:nvPr/>
          </p:nvSpPr>
          <p:spPr>
            <a:xfrm>
              <a:off x="10379793" y="4447591"/>
              <a:ext cx="1290074" cy="631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Oswald" pitchFamily="2" charset="77"/>
                  <a:ea typeface="+mn-ea"/>
                  <a:cs typeface="+mn-cs"/>
                </a:rPr>
                <a:t>3.5%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1FB9D00-E9A2-A1AC-2500-4878BA2B6F00}"/>
                </a:ext>
              </a:extLst>
            </p:cNvPr>
            <p:cNvSpPr/>
            <p:nvPr/>
          </p:nvSpPr>
          <p:spPr>
            <a:xfrm>
              <a:off x="10429524" y="5050746"/>
              <a:ext cx="1190613" cy="6585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YTD Attrition</a:t>
              </a:r>
              <a:endParaRPr kumimoji="0" lang="en-PH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6CEB857-626A-704F-93BF-88C1A6AEE793}"/>
              </a:ext>
            </a:extLst>
          </p:cNvPr>
          <p:cNvGrpSpPr/>
          <p:nvPr/>
        </p:nvGrpSpPr>
        <p:grpSpPr>
          <a:xfrm>
            <a:off x="9092973" y="5309938"/>
            <a:ext cx="2000388" cy="1281657"/>
            <a:chOff x="10260406" y="4410286"/>
            <a:chExt cx="1696961" cy="128165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A4DE506-B9CC-803C-3DAB-B635B0F95D5C}"/>
                </a:ext>
              </a:extLst>
            </p:cNvPr>
            <p:cNvSpPr txBox="1"/>
            <p:nvPr/>
          </p:nvSpPr>
          <p:spPr>
            <a:xfrm>
              <a:off x="10494186" y="4410286"/>
              <a:ext cx="1290074" cy="639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5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Oswald" pitchFamily="2" charset="77"/>
                  <a:ea typeface="+mn-ea"/>
                  <a:cs typeface="+mn-cs"/>
                </a:rPr>
                <a:t>93.2%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E8A3001-B0D3-D39D-DE3D-7CBD6AB50C6E}"/>
                </a:ext>
              </a:extLst>
            </p:cNvPr>
            <p:cNvSpPr/>
            <p:nvPr/>
          </p:nvSpPr>
          <p:spPr>
            <a:xfrm>
              <a:off x="10260406" y="5068824"/>
              <a:ext cx="1696961" cy="6231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Raleway"/>
                  <a:ea typeface="+mn-ea"/>
                  <a:cs typeface="+mn-cs"/>
                </a:rPr>
                <a:t>% </a:t>
              </a: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Metrics Meeting Accuracy Target</a:t>
              </a:r>
              <a:endParaRPr kumimoji="0" lang="en-PH" sz="15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8688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323233-43C2-4A2F-B8A2-B71FD47ACD82}"/>
              </a:ext>
            </a:extLst>
          </p:cNvPr>
          <p:cNvSpPr txBox="1"/>
          <p:nvPr/>
        </p:nvSpPr>
        <p:spPr>
          <a:xfrm>
            <a:off x="318977" y="308344"/>
            <a:ext cx="8059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AUTOMATED AUDIT MANAGEMENT - FRAMEWORK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92DC755-2657-40D9-AD7E-FAF195235C9C}"/>
              </a:ext>
            </a:extLst>
          </p:cNvPr>
          <p:cNvGrpSpPr/>
          <p:nvPr/>
        </p:nvGrpSpPr>
        <p:grpSpPr>
          <a:xfrm>
            <a:off x="0" y="1139573"/>
            <a:ext cx="12192000" cy="583768"/>
            <a:chOff x="0" y="831565"/>
            <a:chExt cx="12192000" cy="58376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465190-BB9A-45C2-B0EC-E429266BD6CB}"/>
                </a:ext>
              </a:extLst>
            </p:cNvPr>
            <p:cNvSpPr/>
            <p:nvPr/>
          </p:nvSpPr>
          <p:spPr>
            <a:xfrm>
              <a:off x="0" y="831565"/>
              <a:ext cx="12192000" cy="583768"/>
            </a:xfrm>
            <a:prstGeom prst="rect">
              <a:avLst/>
            </a:prstGeom>
            <a:solidFill>
              <a:srgbClr val="03548F">
                <a:alpha val="7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62E1DBA-AE76-4776-8608-E894EDFAD7DE}"/>
                </a:ext>
              </a:extLst>
            </p:cNvPr>
            <p:cNvSpPr/>
            <p:nvPr/>
          </p:nvSpPr>
          <p:spPr>
            <a:xfrm>
              <a:off x="1298713" y="978025"/>
              <a:ext cx="1089328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To develop an automated Quality Audit system capable of mining 100% of customer interactions identifying quality and compliance opportunities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6D877E-D3B7-48EC-B48D-13980A7D972A}"/>
                </a:ext>
              </a:extLst>
            </p:cNvPr>
            <p:cNvSpPr txBox="1"/>
            <p:nvPr/>
          </p:nvSpPr>
          <p:spPr>
            <a:xfrm>
              <a:off x="256141" y="962636"/>
              <a:ext cx="114328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OBJECTIVE: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CB09C65-B098-40B5-AA92-A5BFA3F4647F}"/>
              </a:ext>
            </a:extLst>
          </p:cNvPr>
          <p:cNvGrpSpPr/>
          <p:nvPr/>
        </p:nvGrpSpPr>
        <p:grpSpPr>
          <a:xfrm>
            <a:off x="702365" y="2481662"/>
            <a:ext cx="10787270" cy="3354221"/>
            <a:chOff x="702365" y="2481662"/>
            <a:chExt cx="10787270" cy="3354221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031A9528-0573-4786-8831-27C6ECDECBD8}"/>
                </a:ext>
              </a:extLst>
            </p:cNvPr>
            <p:cNvSpPr/>
            <p:nvPr/>
          </p:nvSpPr>
          <p:spPr>
            <a:xfrm>
              <a:off x="702365" y="2481662"/>
              <a:ext cx="10787270" cy="1704018"/>
            </a:xfrm>
            <a:prstGeom prst="roundRect">
              <a:avLst>
                <a:gd name="adj" fmla="val 40962"/>
              </a:avLst>
            </a:prstGeom>
            <a:gradFill>
              <a:gsLst>
                <a:gs pos="0">
                  <a:schemeClr val="accent3"/>
                </a:gs>
                <a:gs pos="88000">
                  <a:schemeClr val="accent1"/>
                </a:gs>
              </a:gsLst>
              <a:lin ang="81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DEBFFDC8-5C88-4302-950E-D91BF9F1A8FB}"/>
                </a:ext>
              </a:extLst>
            </p:cNvPr>
            <p:cNvGrpSpPr/>
            <p:nvPr/>
          </p:nvGrpSpPr>
          <p:grpSpPr>
            <a:xfrm>
              <a:off x="1358074" y="2531397"/>
              <a:ext cx="1191611" cy="1604549"/>
              <a:chOff x="2389397" y="2643863"/>
              <a:chExt cx="1150508" cy="1604549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4083844-5509-42F7-91FC-3EE2933BB814}"/>
                  </a:ext>
                </a:extLst>
              </p:cNvPr>
              <p:cNvSpPr/>
              <p:nvPr/>
            </p:nvSpPr>
            <p:spPr>
              <a:xfrm>
                <a:off x="2389397" y="2643863"/>
                <a:ext cx="115050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defTabSz="1045068">
                  <a:defRPr/>
                </a:pPr>
                <a:r>
                  <a:rPr lang="en-US" sz="1600" b="1" cap="all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ea typeface="Guardian Egyp Light" panose="02060403050503060803" pitchFamily="18" charset="0"/>
                    <a:cs typeface="Guardian Egyp Light" panose="02060403050503060803" pitchFamily="18" charset="0"/>
                  </a:rPr>
                  <a:t>DISCOVERY</a:t>
                </a:r>
                <a:endParaRPr lang="en-US" sz="16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C3690F47-EF4F-4BDB-90EF-BC1D3F42FF40}"/>
                  </a:ext>
                </a:extLst>
              </p:cNvPr>
              <p:cNvGrpSpPr/>
              <p:nvPr/>
            </p:nvGrpSpPr>
            <p:grpSpPr>
              <a:xfrm>
                <a:off x="2425157" y="3020752"/>
                <a:ext cx="1078992" cy="1227660"/>
                <a:chOff x="2367406" y="3016575"/>
                <a:chExt cx="1078992" cy="1227660"/>
              </a:xfrm>
            </p:grpSpPr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DE0AD74E-B02D-47EE-9C11-ED591C62206C}"/>
                    </a:ext>
                  </a:extLst>
                </p:cNvPr>
                <p:cNvGrpSpPr/>
                <p:nvPr/>
              </p:nvGrpSpPr>
              <p:grpSpPr>
                <a:xfrm>
                  <a:off x="2367406" y="3016575"/>
                  <a:ext cx="1078992" cy="1078992"/>
                  <a:chOff x="2381340" y="2889504"/>
                  <a:chExt cx="1078992" cy="1078992"/>
                </a:xfrm>
              </p:grpSpPr>
              <p:sp>
                <p:nvSpPr>
                  <p:cNvPr id="3" name="Freeform 121">
                    <a:extLst>
                      <a:ext uri="{FF2B5EF4-FFF2-40B4-BE49-F238E27FC236}">
                        <a16:creationId xmlns:a16="http://schemas.microsoft.com/office/drawing/2014/main" id="{4DB22DDF-2ABB-49DA-B76A-998835DEE1A4}"/>
                      </a:ext>
                    </a:extLst>
                  </p:cNvPr>
                  <p:cNvSpPr/>
                  <p:nvPr/>
                </p:nvSpPr>
                <p:spPr>
                  <a:xfrm>
                    <a:off x="2381340" y="2889504"/>
                    <a:ext cx="1078992" cy="1078992"/>
                  </a:xfrm>
                  <a:custGeom>
                    <a:avLst/>
                    <a:gdLst>
                      <a:gd name="connsiteX0" fmla="*/ 789366 w 879839"/>
                      <a:gd name="connsiteY0" fmla="*/ 555334 h 882066"/>
                      <a:gd name="connsiteX1" fmla="*/ 879839 w 879839"/>
                      <a:gd name="connsiteY1" fmla="*/ 555334 h 882066"/>
                      <a:gd name="connsiteX2" fmla="*/ 876564 w 879839"/>
                      <a:gd name="connsiteY2" fmla="*/ 576991 h 882066"/>
                      <a:gd name="connsiteX3" fmla="*/ 617882 w 879839"/>
                      <a:gd name="connsiteY3" fmla="*/ 862304 h 882066"/>
                      <a:gd name="connsiteX4" fmla="*/ 554219 w 879839"/>
                      <a:gd name="connsiteY4" fmla="*/ 882066 h 882066"/>
                      <a:gd name="connsiteX5" fmla="*/ 554219 w 879839"/>
                      <a:gd name="connsiteY5" fmla="*/ 789413 h 882066"/>
                      <a:gd name="connsiteX6" fmla="*/ 583279 w 879839"/>
                      <a:gd name="connsiteY6" fmla="*/ 780392 h 882066"/>
                      <a:gd name="connsiteX7" fmla="*/ 745321 w 879839"/>
                      <a:gd name="connsiteY7" fmla="*/ 646954 h 882066"/>
                      <a:gd name="connsiteX8" fmla="*/ 0 w 879839"/>
                      <a:gd name="connsiteY8" fmla="*/ 555334 h 882066"/>
                      <a:gd name="connsiteX9" fmla="*/ 90472 w 879839"/>
                      <a:gd name="connsiteY9" fmla="*/ 555334 h 882066"/>
                      <a:gd name="connsiteX10" fmla="*/ 134517 w 879839"/>
                      <a:gd name="connsiteY10" fmla="*/ 646954 h 882066"/>
                      <a:gd name="connsiteX11" fmla="*/ 296559 w 879839"/>
                      <a:gd name="connsiteY11" fmla="*/ 780392 h 882066"/>
                      <a:gd name="connsiteX12" fmla="*/ 325619 w 879839"/>
                      <a:gd name="connsiteY12" fmla="*/ 789413 h 882066"/>
                      <a:gd name="connsiteX13" fmla="*/ 325619 w 879839"/>
                      <a:gd name="connsiteY13" fmla="*/ 882066 h 882066"/>
                      <a:gd name="connsiteX14" fmla="*/ 261956 w 879839"/>
                      <a:gd name="connsiteY14" fmla="*/ 862304 h 882066"/>
                      <a:gd name="connsiteX15" fmla="*/ 3274 w 879839"/>
                      <a:gd name="connsiteY15" fmla="*/ 576991 h 882066"/>
                      <a:gd name="connsiteX16" fmla="*/ 554219 w 879839"/>
                      <a:gd name="connsiteY16" fmla="*/ 0 h 882066"/>
                      <a:gd name="connsiteX17" fmla="*/ 617882 w 879839"/>
                      <a:gd name="connsiteY17" fmla="*/ 19762 h 882066"/>
                      <a:gd name="connsiteX18" fmla="*/ 876564 w 879839"/>
                      <a:gd name="connsiteY18" fmla="*/ 305076 h 882066"/>
                      <a:gd name="connsiteX19" fmla="*/ 879839 w 879839"/>
                      <a:gd name="connsiteY19" fmla="*/ 326734 h 882066"/>
                      <a:gd name="connsiteX20" fmla="*/ 789366 w 879839"/>
                      <a:gd name="connsiteY20" fmla="*/ 326734 h 882066"/>
                      <a:gd name="connsiteX21" fmla="*/ 745321 w 879839"/>
                      <a:gd name="connsiteY21" fmla="*/ 235112 h 882066"/>
                      <a:gd name="connsiteX22" fmla="*/ 583279 w 879839"/>
                      <a:gd name="connsiteY22" fmla="*/ 101674 h 882066"/>
                      <a:gd name="connsiteX23" fmla="*/ 554219 w 879839"/>
                      <a:gd name="connsiteY23" fmla="*/ 92653 h 882066"/>
                      <a:gd name="connsiteX24" fmla="*/ 325619 w 879839"/>
                      <a:gd name="connsiteY24" fmla="*/ 0 h 882066"/>
                      <a:gd name="connsiteX25" fmla="*/ 325619 w 879839"/>
                      <a:gd name="connsiteY25" fmla="*/ 92653 h 882066"/>
                      <a:gd name="connsiteX26" fmla="*/ 296559 w 879839"/>
                      <a:gd name="connsiteY26" fmla="*/ 101674 h 882066"/>
                      <a:gd name="connsiteX27" fmla="*/ 134517 w 879839"/>
                      <a:gd name="connsiteY27" fmla="*/ 235112 h 882066"/>
                      <a:gd name="connsiteX28" fmla="*/ 90472 w 879839"/>
                      <a:gd name="connsiteY28" fmla="*/ 326734 h 882066"/>
                      <a:gd name="connsiteX29" fmla="*/ 0 w 879839"/>
                      <a:gd name="connsiteY29" fmla="*/ 326734 h 882066"/>
                      <a:gd name="connsiteX30" fmla="*/ 3274 w 879839"/>
                      <a:gd name="connsiteY30" fmla="*/ 305076 h 882066"/>
                      <a:gd name="connsiteX31" fmla="*/ 261956 w 879839"/>
                      <a:gd name="connsiteY31" fmla="*/ 19762 h 882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879839" h="882066">
                        <a:moveTo>
                          <a:pt x="789366" y="555334"/>
                        </a:moveTo>
                        <a:lnTo>
                          <a:pt x="879839" y="555334"/>
                        </a:lnTo>
                        <a:lnTo>
                          <a:pt x="876564" y="576991"/>
                        </a:lnTo>
                        <a:cubicBezTo>
                          <a:pt x="836489" y="705837"/>
                          <a:pt x="740954" y="810249"/>
                          <a:pt x="617882" y="862304"/>
                        </a:cubicBezTo>
                        <a:lnTo>
                          <a:pt x="554219" y="882066"/>
                        </a:lnTo>
                        <a:lnTo>
                          <a:pt x="554219" y="789413"/>
                        </a:lnTo>
                        <a:lnTo>
                          <a:pt x="583279" y="780392"/>
                        </a:lnTo>
                        <a:cubicBezTo>
                          <a:pt x="649374" y="752437"/>
                          <a:pt x="705609" y="705736"/>
                          <a:pt x="745321" y="646954"/>
                        </a:cubicBezTo>
                        <a:close/>
                        <a:moveTo>
                          <a:pt x="0" y="555334"/>
                        </a:moveTo>
                        <a:lnTo>
                          <a:pt x="90472" y="555334"/>
                        </a:lnTo>
                        <a:lnTo>
                          <a:pt x="134517" y="646954"/>
                        </a:lnTo>
                        <a:cubicBezTo>
                          <a:pt x="174229" y="705736"/>
                          <a:pt x="230465" y="752437"/>
                          <a:pt x="296559" y="780392"/>
                        </a:cubicBezTo>
                        <a:lnTo>
                          <a:pt x="325619" y="789413"/>
                        </a:lnTo>
                        <a:lnTo>
                          <a:pt x="325619" y="882066"/>
                        </a:lnTo>
                        <a:lnTo>
                          <a:pt x="261956" y="862304"/>
                        </a:lnTo>
                        <a:cubicBezTo>
                          <a:pt x="138884" y="810249"/>
                          <a:pt x="43349" y="705837"/>
                          <a:pt x="3274" y="576991"/>
                        </a:cubicBezTo>
                        <a:close/>
                        <a:moveTo>
                          <a:pt x="554219" y="0"/>
                        </a:moveTo>
                        <a:lnTo>
                          <a:pt x="617882" y="19762"/>
                        </a:lnTo>
                        <a:cubicBezTo>
                          <a:pt x="740954" y="71817"/>
                          <a:pt x="836489" y="176229"/>
                          <a:pt x="876564" y="305076"/>
                        </a:cubicBezTo>
                        <a:lnTo>
                          <a:pt x="879839" y="326734"/>
                        </a:lnTo>
                        <a:lnTo>
                          <a:pt x="789366" y="326734"/>
                        </a:lnTo>
                        <a:lnTo>
                          <a:pt x="745321" y="235112"/>
                        </a:lnTo>
                        <a:cubicBezTo>
                          <a:pt x="705609" y="176331"/>
                          <a:pt x="649374" y="129630"/>
                          <a:pt x="583279" y="101674"/>
                        </a:cubicBezTo>
                        <a:lnTo>
                          <a:pt x="554219" y="92653"/>
                        </a:lnTo>
                        <a:close/>
                        <a:moveTo>
                          <a:pt x="325619" y="0"/>
                        </a:moveTo>
                        <a:lnTo>
                          <a:pt x="325619" y="92653"/>
                        </a:lnTo>
                        <a:lnTo>
                          <a:pt x="296559" y="101674"/>
                        </a:lnTo>
                        <a:cubicBezTo>
                          <a:pt x="230465" y="129630"/>
                          <a:pt x="174229" y="176331"/>
                          <a:pt x="134517" y="235112"/>
                        </a:cubicBezTo>
                        <a:lnTo>
                          <a:pt x="90472" y="326734"/>
                        </a:lnTo>
                        <a:lnTo>
                          <a:pt x="0" y="326734"/>
                        </a:lnTo>
                        <a:lnTo>
                          <a:pt x="3274" y="305076"/>
                        </a:lnTo>
                        <a:cubicBezTo>
                          <a:pt x="43349" y="176229"/>
                          <a:pt x="138884" y="71817"/>
                          <a:pt x="261956" y="19762"/>
                        </a:cubicBezTo>
                        <a:close/>
                      </a:path>
                    </a:pathLst>
                  </a:custGeom>
                  <a:solidFill>
                    <a:srgbClr val="01E1F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PH">
                      <a:solidFill>
                        <a:schemeClr val="tx1"/>
                      </a:solidFill>
                    </a:endParaRPr>
                  </a:p>
                </p:txBody>
              </p:sp>
              <p:pic>
                <p:nvPicPr>
                  <p:cNvPr id="39" name="Picture 38">
                    <a:extLst>
                      <a:ext uri="{FF2B5EF4-FFF2-40B4-BE49-F238E27FC236}">
                        <a16:creationId xmlns:a16="http://schemas.microsoft.com/office/drawing/2014/main" id="{2FF61301-540E-49DC-A963-5F2DDE556FC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lum bright="70000" contrast="-70000"/>
                  </a:blip>
                  <a:stretch>
                    <a:fillRect/>
                  </a:stretch>
                </p:blipFill>
                <p:spPr>
                  <a:xfrm>
                    <a:off x="2610679" y="3118844"/>
                    <a:ext cx="620313" cy="62031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42" name="Arrow: Right 41">
                  <a:extLst>
                    <a:ext uri="{FF2B5EF4-FFF2-40B4-BE49-F238E27FC236}">
                      <a16:creationId xmlns:a16="http://schemas.microsoft.com/office/drawing/2014/main" id="{3E0E275C-B3F8-4A0D-B903-FF9FB0FF68F8}"/>
                    </a:ext>
                  </a:extLst>
                </p:cNvPr>
                <p:cNvSpPr/>
                <p:nvPr/>
              </p:nvSpPr>
              <p:spPr>
                <a:xfrm rot="5400000">
                  <a:off x="2791607" y="3999512"/>
                  <a:ext cx="230587" cy="258859"/>
                </a:xfrm>
                <a:prstGeom prst="rightArrow">
                  <a:avLst>
                    <a:gd name="adj1" fmla="val 48268"/>
                    <a:gd name="adj2" fmla="val 42611"/>
                  </a:avLst>
                </a:prstGeom>
                <a:noFill/>
                <a:ln>
                  <a:solidFill>
                    <a:srgbClr val="01E1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4BC2CFC-F811-43C7-B10A-E0BE6919919B}"/>
                </a:ext>
              </a:extLst>
            </p:cNvPr>
            <p:cNvGrpSpPr/>
            <p:nvPr/>
          </p:nvGrpSpPr>
          <p:grpSpPr>
            <a:xfrm>
              <a:off x="3319144" y="2531397"/>
              <a:ext cx="1128066" cy="1604549"/>
              <a:chOff x="4487061" y="2643863"/>
              <a:chExt cx="1089155" cy="1604549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CE8E1C2C-2B56-444E-889C-60B71EB649F0}"/>
                  </a:ext>
                </a:extLst>
              </p:cNvPr>
              <p:cNvGrpSpPr/>
              <p:nvPr/>
            </p:nvGrpSpPr>
            <p:grpSpPr>
              <a:xfrm>
                <a:off x="4492142" y="3020752"/>
                <a:ext cx="1078992" cy="1227660"/>
                <a:chOff x="4492142" y="3020752"/>
                <a:chExt cx="1078992" cy="1227660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F34D7D64-570F-429F-9B91-8DCDC0C55BED}"/>
                    </a:ext>
                  </a:extLst>
                </p:cNvPr>
                <p:cNvGrpSpPr/>
                <p:nvPr/>
              </p:nvGrpSpPr>
              <p:grpSpPr>
                <a:xfrm>
                  <a:off x="4492142" y="3020752"/>
                  <a:ext cx="1078992" cy="1227660"/>
                  <a:chOff x="2367406" y="3016575"/>
                  <a:chExt cx="1078992" cy="1227660"/>
                </a:xfrm>
              </p:grpSpPr>
              <p:sp>
                <p:nvSpPr>
                  <p:cNvPr id="47" name="Freeform 121">
                    <a:extLst>
                      <a:ext uri="{FF2B5EF4-FFF2-40B4-BE49-F238E27FC236}">
                        <a16:creationId xmlns:a16="http://schemas.microsoft.com/office/drawing/2014/main" id="{BB359567-F3F5-489C-A4DC-0A424787ACC3}"/>
                      </a:ext>
                    </a:extLst>
                  </p:cNvPr>
                  <p:cNvSpPr/>
                  <p:nvPr/>
                </p:nvSpPr>
                <p:spPr>
                  <a:xfrm>
                    <a:off x="2367406" y="3016575"/>
                    <a:ext cx="1078992" cy="1078992"/>
                  </a:xfrm>
                  <a:custGeom>
                    <a:avLst/>
                    <a:gdLst>
                      <a:gd name="connsiteX0" fmla="*/ 789366 w 879839"/>
                      <a:gd name="connsiteY0" fmla="*/ 555334 h 882066"/>
                      <a:gd name="connsiteX1" fmla="*/ 879839 w 879839"/>
                      <a:gd name="connsiteY1" fmla="*/ 555334 h 882066"/>
                      <a:gd name="connsiteX2" fmla="*/ 876564 w 879839"/>
                      <a:gd name="connsiteY2" fmla="*/ 576991 h 882066"/>
                      <a:gd name="connsiteX3" fmla="*/ 617882 w 879839"/>
                      <a:gd name="connsiteY3" fmla="*/ 862304 h 882066"/>
                      <a:gd name="connsiteX4" fmla="*/ 554219 w 879839"/>
                      <a:gd name="connsiteY4" fmla="*/ 882066 h 882066"/>
                      <a:gd name="connsiteX5" fmla="*/ 554219 w 879839"/>
                      <a:gd name="connsiteY5" fmla="*/ 789413 h 882066"/>
                      <a:gd name="connsiteX6" fmla="*/ 583279 w 879839"/>
                      <a:gd name="connsiteY6" fmla="*/ 780392 h 882066"/>
                      <a:gd name="connsiteX7" fmla="*/ 745321 w 879839"/>
                      <a:gd name="connsiteY7" fmla="*/ 646954 h 882066"/>
                      <a:gd name="connsiteX8" fmla="*/ 0 w 879839"/>
                      <a:gd name="connsiteY8" fmla="*/ 555334 h 882066"/>
                      <a:gd name="connsiteX9" fmla="*/ 90472 w 879839"/>
                      <a:gd name="connsiteY9" fmla="*/ 555334 h 882066"/>
                      <a:gd name="connsiteX10" fmla="*/ 134517 w 879839"/>
                      <a:gd name="connsiteY10" fmla="*/ 646954 h 882066"/>
                      <a:gd name="connsiteX11" fmla="*/ 296559 w 879839"/>
                      <a:gd name="connsiteY11" fmla="*/ 780392 h 882066"/>
                      <a:gd name="connsiteX12" fmla="*/ 325619 w 879839"/>
                      <a:gd name="connsiteY12" fmla="*/ 789413 h 882066"/>
                      <a:gd name="connsiteX13" fmla="*/ 325619 w 879839"/>
                      <a:gd name="connsiteY13" fmla="*/ 882066 h 882066"/>
                      <a:gd name="connsiteX14" fmla="*/ 261956 w 879839"/>
                      <a:gd name="connsiteY14" fmla="*/ 862304 h 882066"/>
                      <a:gd name="connsiteX15" fmla="*/ 3274 w 879839"/>
                      <a:gd name="connsiteY15" fmla="*/ 576991 h 882066"/>
                      <a:gd name="connsiteX16" fmla="*/ 554219 w 879839"/>
                      <a:gd name="connsiteY16" fmla="*/ 0 h 882066"/>
                      <a:gd name="connsiteX17" fmla="*/ 617882 w 879839"/>
                      <a:gd name="connsiteY17" fmla="*/ 19762 h 882066"/>
                      <a:gd name="connsiteX18" fmla="*/ 876564 w 879839"/>
                      <a:gd name="connsiteY18" fmla="*/ 305076 h 882066"/>
                      <a:gd name="connsiteX19" fmla="*/ 879839 w 879839"/>
                      <a:gd name="connsiteY19" fmla="*/ 326734 h 882066"/>
                      <a:gd name="connsiteX20" fmla="*/ 789366 w 879839"/>
                      <a:gd name="connsiteY20" fmla="*/ 326734 h 882066"/>
                      <a:gd name="connsiteX21" fmla="*/ 745321 w 879839"/>
                      <a:gd name="connsiteY21" fmla="*/ 235112 h 882066"/>
                      <a:gd name="connsiteX22" fmla="*/ 583279 w 879839"/>
                      <a:gd name="connsiteY22" fmla="*/ 101674 h 882066"/>
                      <a:gd name="connsiteX23" fmla="*/ 554219 w 879839"/>
                      <a:gd name="connsiteY23" fmla="*/ 92653 h 882066"/>
                      <a:gd name="connsiteX24" fmla="*/ 325619 w 879839"/>
                      <a:gd name="connsiteY24" fmla="*/ 0 h 882066"/>
                      <a:gd name="connsiteX25" fmla="*/ 325619 w 879839"/>
                      <a:gd name="connsiteY25" fmla="*/ 92653 h 882066"/>
                      <a:gd name="connsiteX26" fmla="*/ 296559 w 879839"/>
                      <a:gd name="connsiteY26" fmla="*/ 101674 h 882066"/>
                      <a:gd name="connsiteX27" fmla="*/ 134517 w 879839"/>
                      <a:gd name="connsiteY27" fmla="*/ 235112 h 882066"/>
                      <a:gd name="connsiteX28" fmla="*/ 90472 w 879839"/>
                      <a:gd name="connsiteY28" fmla="*/ 326734 h 882066"/>
                      <a:gd name="connsiteX29" fmla="*/ 0 w 879839"/>
                      <a:gd name="connsiteY29" fmla="*/ 326734 h 882066"/>
                      <a:gd name="connsiteX30" fmla="*/ 3274 w 879839"/>
                      <a:gd name="connsiteY30" fmla="*/ 305076 h 882066"/>
                      <a:gd name="connsiteX31" fmla="*/ 261956 w 879839"/>
                      <a:gd name="connsiteY31" fmla="*/ 19762 h 882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879839" h="882066">
                        <a:moveTo>
                          <a:pt x="789366" y="555334"/>
                        </a:moveTo>
                        <a:lnTo>
                          <a:pt x="879839" y="555334"/>
                        </a:lnTo>
                        <a:lnTo>
                          <a:pt x="876564" y="576991"/>
                        </a:lnTo>
                        <a:cubicBezTo>
                          <a:pt x="836489" y="705837"/>
                          <a:pt x="740954" y="810249"/>
                          <a:pt x="617882" y="862304"/>
                        </a:cubicBezTo>
                        <a:lnTo>
                          <a:pt x="554219" y="882066"/>
                        </a:lnTo>
                        <a:lnTo>
                          <a:pt x="554219" y="789413"/>
                        </a:lnTo>
                        <a:lnTo>
                          <a:pt x="583279" y="780392"/>
                        </a:lnTo>
                        <a:cubicBezTo>
                          <a:pt x="649374" y="752437"/>
                          <a:pt x="705609" y="705736"/>
                          <a:pt x="745321" y="646954"/>
                        </a:cubicBezTo>
                        <a:close/>
                        <a:moveTo>
                          <a:pt x="0" y="555334"/>
                        </a:moveTo>
                        <a:lnTo>
                          <a:pt x="90472" y="555334"/>
                        </a:lnTo>
                        <a:lnTo>
                          <a:pt x="134517" y="646954"/>
                        </a:lnTo>
                        <a:cubicBezTo>
                          <a:pt x="174229" y="705736"/>
                          <a:pt x="230465" y="752437"/>
                          <a:pt x="296559" y="780392"/>
                        </a:cubicBezTo>
                        <a:lnTo>
                          <a:pt x="325619" y="789413"/>
                        </a:lnTo>
                        <a:lnTo>
                          <a:pt x="325619" y="882066"/>
                        </a:lnTo>
                        <a:lnTo>
                          <a:pt x="261956" y="862304"/>
                        </a:lnTo>
                        <a:cubicBezTo>
                          <a:pt x="138884" y="810249"/>
                          <a:pt x="43349" y="705837"/>
                          <a:pt x="3274" y="576991"/>
                        </a:cubicBezTo>
                        <a:close/>
                        <a:moveTo>
                          <a:pt x="554219" y="0"/>
                        </a:moveTo>
                        <a:lnTo>
                          <a:pt x="617882" y="19762"/>
                        </a:lnTo>
                        <a:cubicBezTo>
                          <a:pt x="740954" y="71817"/>
                          <a:pt x="836489" y="176229"/>
                          <a:pt x="876564" y="305076"/>
                        </a:cubicBezTo>
                        <a:lnTo>
                          <a:pt x="879839" y="326734"/>
                        </a:lnTo>
                        <a:lnTo>
                          <a:pt x="789366" y="326734"/>
                        </a:lnTo>
                        <a:lnTo>
                          <a:pt x="745321" y="235112"/>
                        </a:lnTo>
                        <a:cubicBezTo>
                          <a:pt x="705609" y="176331"/>
                          <a:pt x="649374" y="129630"/>
                          <a:pt x="583279" y="101674"/>
                        </a:cubicBezTo>
                        <a:lnTo>
                          <a:pt x="554219" y="92653"/>
                        </a:lnTo>
                        <a:close/>
                        <a:moveTo>
                          <a:pt x="325619" y="0"/>
                        </a:moveTo>
                        <a:lnTo>
                          <a:pt x="325619" y="92653"/>
                        </a:lnTo>
                        <a:lnTo>
                          <a:pt x="296559" y="101674"/>
                        </a:lnTo>
                        <a:cubicBezTo>
                          <a:pt x="230465" y="129630"/>
                          <a:pt x="174229" y="176331"/>
                          <a:pt x="134517" y="235112"/>
                        </a:cubicBezTo>
                        <a:lnTo>
                          <a:pt x="90472" y="326734"/>
                        </a:lnTo>
                        <a:lnTo>
                          <a:pt x="0" y="326734"/>
                        </a:lnTo>
                        <a:lnTo>
                          <a:pt x="3274" y="305076"/>
                        </a:lnTo>
                        <a:cubicBezTo>
                          <a:pt x="43349" y="176229"/>
                          <a:pt x="138884" y="71817"/>
                          <a:pt x="261956" y="19762"/>
                        </a:cubicBezTo>
                        <a:close/>
                      </a:path>
                    </a:pathLst>
                  </a:custGeom>
                  <a:solidFill>
                    <a:srgbClr val="01E1F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PH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Arrow: Right 45">
                    <a:extLst>
                      <a:ext uri="{FF2B5EF4-FFF2-40B4-BE49-F238E27FC236}">
                        <a16:creationId xmlns:a16="http://schemas.microsoft.com/office/drawing/2014/main" id="{7E7E02E2-42AA-4136-B76F-2D951F4A0E4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791607" y="3999512"/>
                    <a:ext cx="230587" cy="258859"/>
                  </a:xfrm>
                  <a:prstGeom prst="rightArrow">
                    <a:avLst>
                      <a:gd name="adj1" fmla="val 48268"/>
                      <a:gd name="adj2" fmla="val 42611"/>
                    </a:avLst>
                  </a:prstGeom>
                  <a:noFill/>
                  <a:ln>
                    <a:solidFill>
                      <a:srgbClr val="01E1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pic>
              <p:nvPicPr>
                <p:cNvPr id="59" name="Picture 58">
                  <a:extLst>
                    <a:ext uri="{FF2B5EF4-FFF2-40B4-BE49-F238E27FC236}">
                      <a16:creationId xmlns:a16="http://schemas.microsoft.com/office/drawing/2014/main" id="{7D036C3A-87DF-4084-A465-8A99955E51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lum bright="70000" contrast="-70000"/>
                </a:blip>
                <a:stretch>
                  <a:fillRect/>
                </a:stretch>
              </p:blipFill>
              <p:spPr>
                <a:xfrm>
                  <a:off x="4737750" y="3259717"/>
                  <a:ext cx="594623" cy="594622"/>
                </a:xfrm>
                <a:prstGeom prst="rect">
                  <a:avLst/>
                </a:prstGeom>
              </p:spPr>
            </p:pic>
          </p:grp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53F776E-3ED6-4E27-8B61-F6222DD1C6D6}"/>
                  </a:ext>
                </a:extLst>
              </p:cNvPr>
              <p:cNvSpPr/>
              <p:nvPr/>
            </p:nvSpPr>
            <p:spPr>
              <a:xfrm>
                <a:off x="4487061" y="2643863"/>
                <a:ext cx="108915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defTabSz="1045068">
                  <a:defRPr/>
                </a:pPr>
                <a:r>
                  <a:rPr lang="en-US" sz="1600" b="1" cap="all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ea typeface="Guardian Egyp Light" panose="02060403050503060803" pitchFamily="18" charset="0"/>
                    <a:cs typeface="Guardian Egyp Light" panose="02060403050503060803" pitchFamily="18" charset="0"/>
                  </a:rPr>
                  <a:t>INGESTION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2B476901-4B3C-48B5-848E-8A17D7B14C19}"/>
                </a:ext>
              </a:extLst>
            </p:cNvPr>
            <p:cNvGrpSpPr/>
            <p:nvPr/>
          </p:nvGrpSpPr>
          <p:grpSpPr>
            <a:xfrm>
              <a:off x="5216667" y="2531397"/>
              <a:ext cx="1534025" cy="1604549"/>
              <a:chOff x="6358065" y="2643863"/>
              <a:chExt cx="1481111" cy="1604549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B8DF76B-EBCF-4CEC-9F58-F8E0AE06BD17}"/>
                  </a:ext>
                </a:extLst>
              </p:cNvPr>
              <p:cNvGrpSpPr/>
              <p:nvPr/>
            </p:nvGrpSpPr>
            <p:grpSpPr>
              <a:xfrm>
                <a:off x="6559127" y="3020752"/>
                <a:ext cx="1078992" cy="1227660"/>
                <a:chOff x="2367406" y="3016575"/>
                <a:chExt cx="1078992" cy="1227660"/>
              </a:xfrm>
            </p:grpSpPr>
            <p:sp>
              <p:nvSpPr>
                <p:cNvPr id="52" name="Freeform 121">
                  <a:extLst>
                    <a:ext uri="{FF2B5EF4-FFF2-40B4-BE49-F238E27FC236}">
                      <a16:creationId xmlns:a16="http://schemas.microsoft.com/office/drawing/2014/main" id="{5FB0B7CA-E854-4181-B44B-F9E8E235CBA9}"/>
                    </a:ext>
                  </a:extLst>
                </p:cNvPr>
                <p:cNvSpPr/>
                <p:nvPr/>
              </p:nvSpPr>
              <p:spPr>
                <a:xfrm>
                  <a:off x="2367406" y="3016575"/>
                  <a:ext cx="1078992" cy="1078992"/>
                </a:xfrm>
                <a:custGeom>
                  <a:avLst/>
                  <a:gdLst>
                    <a:gd name="connsiteX0" fmla="*/ 789366 w 879839"/>
                    <a:gd name="connsiteY0" fmla="*/ 555334 h 882066"/>
                    <a:gd name="connsiteX1" fmla="*/ 879839 w 879839"/>
                    <a:gd name="connsiteY1" fmla="*/ 555334 h 882066"/>
                    <a:gd name="connsiteX2" fmla="*/ 876564 w 879839"/>
                    <a:gd name="connsiteY2" fmla="*/ 576991 h 882066"/>
                    <a:gd name="connsiteX3" fmla="*/ 617882 w 879839"/>
                    <a:gd name="connsiteY3" fmla="*/ 862304 h 882066"/>
                    <a:gd name="connsiteX4" fmla="*/ 554219 w 879839"/>
                    <a:gd name="connsiteY4" fmla="*/ 882066 h 882066"/>
                    <a:gd name="connsiteX5" fmla="*/ 554219 w 879839"/>
                    <a:gd name="connsiteY5" fmla="*/ 789413 h 882066"/>
                    <a:gd name="connsiteX6" fmla="*/ 583279 w 879839"/>
                    <a:gd name="connsiteY6" fmla="*/ 780392 h 882066"/>
                    <a:gd name="connsiteX7" fmla="*/ 745321 w 879839"/>
                    <a:gd name="connsiteY7" fmla="*/ 646954 h 882066"/>
                    <a:gd name="connsiteX8" fmla="*/ 0 w 879839"/>
                    <a:gd name="connsiteY8" fmla="*/ 555334 h 882066"/>
                    <a:gd name="connsiteX9" fmla="*/ 90472 w 879839"/>
                    <a:gd name="connsiteY9" fmla="*/ 555334 h 882066"/>
                    <a:gd name="connsiteX10" fmla="*/ 134517 w 879839"/>
                    <a:gd name="connsiteY10" fmla="*/ 646954 h 882066"/>
                    <a:gd name="connsiteX11" fmla="*/ 296559 w 879839"/>
                    <a:gd name="connsiteY11" fmla="*/ 780392 h 882066"/>
                    <a:gd name="connsiteX12" fmla="*/ 325619 w 879839"/>
                    <a:gd name="connsiteY12" fmla="*/ 789413 h 882066"/>
                    <a:gd name="connsiteX13" fmla="*/ 325619 w 879839"/>
                    <a:gd name="connsiteY13" fmla="*/ 882066 h 882066"/>
                    <a:gd name="connsiteX14" fmla="*/ 261956 w 879839"/>
                    <a:gd name="connsiteY14" fmla="*/ 862304 h 882066"/>
                    <a:gd name="connsiteX15" fmla="*/ 3274 w 879839"/>
                    <a:gd name="connsiteY15" fmla="*/ 576991 h 882066"/>
                    <a:gd name="connsiteX16" fmla="*/ 554219 w 879839"/>
                    <a:gd name="connsiteY16" fmla="*/ 0 h 882066"/>
                    <a:gd name="connsiteX17" fmla="*/ 617882 w 879839"/>
                    <a:gd name="connsiteY17" fmla="*/ 19762 h 882066"/>
                    <a:gd name="connsiteX18" fmla="*/ 876564 w 879839"/>
                    <a:gd name="connsiteY18" fmla="*/ 305076 h 882066"/>
                    <a:gd name="connsiteX19" fmla="*/ 879839 w 879839"/>
                    <a:gd name="connsiteY19" fmla="*/ 326734 h 882066"/>
                    <a:gd name="connsiteX20" fmla="*/ 789366 w 879839"/>
                    <a:gd name="connsiteY20" fmla="*/ 326734 h 882066"/>
                    <a:gd name="connsiteX21" fmla="*/ 745321 w 879839"/>
                    <a:gd name="connsiteY21" fmla="*/ 235112 h 882066"/>
                    <a:gd name="connsiteX22" fmla="*/ 583279 w 879839"/>
                    <a:gd name="connsiteY22" fmla="*/ 101674 h 882066"/>
                    <a:gd name="connsiteX23" fmla="*/ 554219 w 879839"/>
                    <a:gd name="connsiteY23" fmla="*/ 92653 h 882066"/>
                    <a:gd name="connsiteX24" fmla="*/ 325619 w 879839"/>
                    <a:gd name="connsiteY24" fmla="*/ 0 h 882066"/>
                    <a:gd name="connsiteX25" fmla="*/ 325619 w 879839"/>
                    <a:gd name="connsiteY25" fmla="*/ 92653 h 882066"/>
                    <a:gd name="connsiteX26" fmla="*/ 296559 w 879839"/>
                    <a:gd name="connsiteY26" fmla="*/ 101674 h 882066"/>
                    <a:gd name="connsiteX27" fmla="*/ 134517 w 879839"/>
                    <a:gd name="connsiteY27" fmla="*/ 235112 h 882066"/>
                    <a:gd name="connsiteX28" fmla="*/ 90472 w 879839"/>
                    <a:gd name="connsiteY28" fmla="*/ 326734 h 882066"/>
                    <a:gd name="connsiteX29" fmla="*/ 0 w 879839"/>
                    <a:gd name="connsiteY29" fmla="*/ 326734 h 882066"/>
                    <a:gd name="connsiteX30" fmla="*/ 3274 w 879839"/>
                    <a:gd name="connsiteY30" fmla="*/ 305076 h 882066"/>
                    <a:gd name="connsiteX31" fmla="*/ 261956 w 879839"/>
                    <a:gd name="connsiteY31" fmla="*/ 19762 h 882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879839" h="882066">
                      <a:moveTo>
                        <a:pt x="789366" y="555334"/>
                      </a:moveTo>
                      <a:lnTo>
                        <a:pt x="879839" y="555334"/>
                      </a:lnTo>
                      <a:lnTo>
                        <a:pt x="876564" y="576991"/>
                      </a:lnTo>
                      <a:cubicBezTo>
                        <a:pt x="836489" y="705837"/>
                        <a:pt x="740954" y="810249"/>
                        <a:pt x="617882" y="862304"/>
                      </a:cubicBezTo>
                      <a:lnTo>
                        <a:pt x="554219" y="882066"/>
                      </a:lnTo>
                      <a:lnTo>
                        <a:pt x="554219" y="789413"/>
                      </a:lnTo>
                      <a:lnTo>
                        <a:pt x="583279" y="780392"/>
                      </a:lnTo>
                      <a:cubicBezTo>
                        <a:pt x="649374" y="752437"/>
                        <a:pt x="705609" y="705736"/>
                        <a:pt x="745321" y="646954"/>
                      </a:cubicBezTo>
                      <a:close/>
                      <a:moveTo>
                        <a:pt x="0" y="555334"/>
                      </a:moveTo>
                      <a:lnTo>
                        <a:pt x="90472" y="555334"/>
                      </a:lnTo>
                      <a:lnTo>
                        <a:pt x="134517" y="646954"/>
                      </a:lnTo>
                      <a:cubicBezTo>
                        <a:pt x="174229" y="705736"/>
                        <a:pt x="230465" y="752437"/>
                        <a:pt x="296559" y="780392"/>
                      </a:cubicBezTo>
                      <a:lnTo>
                        <a:pt x="325619" y="789413"/>
                      </a:lnTo>
                      <a:lnTo>
                        <a:pt x="325619" y="882066"/>
                      </a:lnTo>
                      <a:lnTo>
                        <a:pt x="261956" y="862304"/>
                      </a:lnTo>
                      <a:cubicBezTo>
                        <a:pt x="138884" y="810249"/>
                        <a:pt x="43349" y="705837"/>
                        <a:pt x="3274" y="576991"/>
                      </a:cubicBezTo>
                      <a:close/>
                      <a:moveTo>
                        <a:pt x="554219" y="0"/>
                      </a:moveTo>
                      <a:lnTo>
                        <a:pt x="617882" y="19762"/>
                      </a:lnTo>
                      <a:cubicBezTo>
                        <a:pt x="740954" y="71817"/>
                        <a:pt x="836489" y="176229"/>
                        <a:pt x="876564" y="305076"/>
                      </a:cubicBezTo>
                      <a:lnTo>
                        <a:pt x="879839" y="326734"/>
                      </a:lnTo>
                      <a:lnTo>
                        <a:pt x="789366" y="326734"/>
                      </a:lnTo>
                      <a:lnTo>
                        <a:pt x="745321" y="235112"/>
                      </a:lnTo>
                      <a:cubicBezTo>
                        <a:pt x="705609" y="176331"/>
                        <a:pt x="649374" y="129630"/>
                        <a:pt x="583279" y="101674"/>
                      </a:cubicBezTo>
                      <a:lnTo>
                        <a:pt x="554219" y="92653"/>
                      </a:lnTo>
                      <a:close/>
                      <a:moveTo>
                        <a:pt x="325619" y="0"/>
                      </a:moveTo>
                      <a:lnTo>
                        <a:pt x="325619" y="92653"/>
                      </a:lnTo>
                      <a:lnTo>
                        <a:pt x="296559" y="101674"/>
                      </a:lnTo>
                      <a:cubicBezTo>
                        <a:pt x="230465" y="129630"/>
                        <a:pt x="174229" y="176331"/>
                        <a:pt x="134517" y="235112"/>
                      </a:cubicBezTo>
                      <a:lnTo>
                        <a:pt x="90472" y="326734"/>
                      </a:lnTo>
                      <a:lnTo>
                        <a:pt x="0" y="326734"/>
                      </a:lnTo>
                      <a:lnTo>
                        <a:pt x="3274" y="305076"/>
                      </a:lnTo>
                      <a:cubicBezTo>
                        <a:pt x="43349" y="176229"/>
                        <a:pt x="138884" y="71817"/>
                        <a:pt x="261956" y="19762"/>
                      </a:cubicBezTo>
                      <a:close/>
                    </a:path>
                  </a:pathLst>
                </a:custGeom>
                <a:solidFill>
                  <a:srgbClr val="01E1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" name="Arrow: Right 50">
                  <a:extLst>
                    <a:ext uri="{FF2B5EF4-FFF2-40B4-BE49-F238E27FC236}">
                      <a16:creationId xmlns:a16="http://schemas.microsoft.com/office/drawing/2014/main" id="{6F7451B3-3B24-479D-80C2-750B895BD5DB}"/>
                    </a:ext>
                  </a:extLst>
                </p:cNvPr>
                <p:cNvSpPr/>
                <p:nvPr/>
              </p:nvSpPr>
              <p:spPr>
                <a:xfrm rot="5400000">
                  <a:off x="2791607" y="3999512"/>
                  <a:ext cx="230587" cy="258859"/>
                </a:xfrm>
                <a:prstGeom prst="rightArrow">
                  <a:avLst>
                    <a:gd name="adj1" fmla="val 48268"/>
                    <a:gd name="adj2" fmla="val 42611"/>
                  </a:avLst>
                </a:prstGeom>
                <a:noFill/>
                <a:ln>
                  <a:solidFill>
                    <a:srgbClr val="01E1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1E49EA28-D508-484F-8374-8B3BEAA2D861}"/>
                  </a:ext>
                </a:extLst>
              </p:cNvPr>
              <p:cNvSpPr/>
              <p:nvPr/>
            </p:nvSpPr>
            <p:spPr>
              <a:xfrm>
                <a:off x="6358065" y="2643863"/>
                <a:ext cx="148111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defTabSz="1045068">
                  <a:defRPr/>
                </a:pPr>
                <a:r>
                  <a:rPr lang="en-US" sz="1600" b="1" cap="all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ea typeface="Guardian Egyp Light" panose="02060403050503060803" pitchFamily="18" charset="0"/>
                    <a:cs typeface="Guardian Egyp Light" panose="02060403050503060803" pitchFamily="18" charset="0"/>
                  </a:rPr>
                  <a:t>Development</a:t>
                </a:r>
              </a:p>
            </p:txBody>
          </p:sp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2B400CD1-FF08-4F7E-8D49-A49DB06DBE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</a:blip>
              <a:stretch>
                <a:fillRect/>
              </a:stretch>
            </p:blipFill>
            <p:spPr>
              <a:xfrm>
                <a:off x="6737908" y="3195161"/>
                <a:ext cx="721423" cy="723733"/>
              </a:xfrm>
              <a:prstGeom prst="rect">
                <a:avLst/>
              </a:prstGeom>
            </p:spPr>
          </p:pic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48339587-4390-4CCB-BA88-FFC3E85C7CFF}"/>
                </a:ext>
              </a:extLst>
            </p:cNvPr>
            <p:cNvGrpSpPr/>
            <p:nvPr/>
          </p:nvGrpSpPr>
          <p:grpSpPr>
            <a:xfrm>
              <a:off x="9546578" y="2531397"/>
              <a:ext cx="1117540" cy="1604549"/>
              <a:chOff x="8626112" y="2643863"/>
              <a:chExt cx="1078992" cy="1604549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4D89B29F-83B1-4BF9-B0B0-C02A677DD55D}"/>
                  </a:ext>
                </a:extLst>
              </p:cNvPr>
              <p:cNvGrpSpPr/>
              <p:nvPr/>
            </p:nvGrpSpPr>
            <p:grpSpPr>
              <a:xfrm>
                <a:off x="8626112" y="3020752"/>
                <a:ext cx="1078992" cy="1227660"/>
                <a:chOff x="2367406" y="3016575"/>
                <a:chExt cx="1078992" cy="1227660"/>
              </a:xfrm>
            </p:grpSpPr>
            <p:sp>
              <p:nvSpPr>
                <p:cNvPr id="57" name="Freeform 121">
                  <a:extLst>
                    <a:ext uri="{FF2B5EF4-FFF2-40B4-BE49-F238E27FC236}">
                      <a16:creationId xmlns:a16="http://schemas.microsoft.com/office/drawing/2014/main" id="{51EB25EC-AEE4-4181-984A-A0C2B2D0645E}"/>
                    </a:ext>
                  </a:extLst>
                </p:cNvPr>
                <p:cNvSpPr/>
                <p:nvPr/>
              </p:nvSpPr>
              <p:spPr>
                <a:xfrm>
                  <a:off x="2367406" y="3016575"/>
                  <a:ext cx="1078992" cy="1078992"/>
                </a:xfrm>
                <a:custGeom>
                  <a:avLst/>
                  <a:gdLst>
                    <a:gd name="connsiteX0" fmla="*/ 789366 w 879839"/>
                    <a:gd name="connsiteY0" fmla="*/ 555334 h 882066"/>
                    <a:gd name="connsiteX1" fmla="*/ 879839 w 879839"/>
                    <a:gd name="connsiteY1" fmla="*/ 555334 h 882066"/>
                    <a:gd name="connsiteX2" fmla="*/ 876564 w 879839"/>
                    <a:gd name="connsiteY2" fmla="*/ 576991 h 882066"/>
                    <a:gd name="connsiteX3" fmla="*/ 617882 w 879839"/>
                    <a:gd name="connsiteY3" fmla="*/ 862304 h 882066"/>
                    <a:gd name="connsiteX4" fmla="*/ 554219 w 879839"/>
                    <a:gd name="connsiteY4" fmla="*/ 882066 h 882066"/>
                    <a:gd name="connsiteX5" fmla="*/ 554219 w 879839"/>
                    <a:gd name="connsiteY5" fmla="*/ 789413 h 882066"/>
                    <a:gd name="connsiteX6" fmla="*/ 583279 w 879839"/>
                    <a:gd name="connsiteY6" fmla="*/ 780392 h 882066"/>
                    <a:gd name="connsiteX7" fmla="*/ 745321 w 879839"/>
                    <a:gd name="connsiteY7" fmla="*/ 646954 h 882066"/>
                    <a:gd name="connsiteX8" fmla="*/ 0 w 879839"/>
                    <a:gd name="connsiteY8" fmla="*/ 555334 h 882066"/>
                    <a:gd name="connsiteX9" fmla="*/ 90472 w 879839"/>
                    <a:gd name="connsiteY9" fmla="*/ 555334 h 882066"/>
                    <a:gd name="connsiteX10" fmla="*/ 134517 w 879839"/>
                    <a:gd name="connsiteY10" fmla="*/ 646954 h 882066"/>
                    <a:gd name="connsiteX11" fmla="*/ 296559 w 879839"/>
                    <a:gd name="connsiteY11" fmla="*/ 780392 h 882066"/>
                    <a:gd name="connsiteX12" fmla="*/ 325619 w 879839"/>
                    <a:gd name="connsiteY12" fmla="*/ 789413 h 882066"/>
                    <a:gd name="connsiteX13" fmla="*/ 325619 w 879839"/>
                    <a:gd name="connsiteY13" fmla="*/ 882066 h 882066"/>
                    <a:gd name="connsiteX14" fmla="*/ 261956 w 879839"/>
                    <a:gd name="connsiteY14" fmla="*/ 862304 h 882066"/>
                    <a:gd name="connsiteX15" fmla="*/ 3274 w 879839"/>
                    <a:gd name="connsiteY15" fmla="*/ 576991 h 882066"/>
                    <a:gd name="connsiteX16" fmla="*/ 554219 w 879839"/>
                    <a:gd name="connsiteY16" fmla="*/ 0 h 882066"/>
                    <a:gd name="connsiteX17" fmla="*/ 617882 w 879839"/>
                    <a:gd name="connsiteY17" fmla="*/ 19762 h 882066"/>
                    <a:gd name="connsiteX18" fmla="*/ 876564 w 879839"/>
                    <a:gd name="connsiteY18" fmla="*/ 305076 h 882066"/>
                    <a:gd name="connsiteX19" fmla="*/ 879839 w 879839"/>
                    <a:gd name="connsiteY19" fmla="*/ 326734 h 882066"/>
                    <a:gd name="connsiteX20" fmla="*/ 789366 w 879839"/>
                    <a:gd name="connsiteY20" fmla="*/ 326734 h 882066"/>
                    <a:gd name="connsiteX21" fmla="*/ 745321 w 879839"/>
                    <a:gd name="connsiteY21" fmla="*/ 235112 h 882066"/>
                    <a:gd name="connsiteX22" fmla="*/ 583279 w 879839"/>
                    <a:gd name="connsiteY22" fmla="*/ 101674 h 882066"/>
                    <a:gd name="connsiteX23" fmla="*/ 554219 w 879839"/>
                    <a:gd name="connsiteY23" fmla="*/ 92653 h 882066"/>
                    <a:gd name="connsiteX24" fmla="*/ 325619 w 879839"/>
                    <a:gd name="connsiteY24" fmla="*/ 0 h 882066"/>
                    <a:gd name="connsiteX25" fmla="*/ 325619 w 879839"/>
                    <a:gd name="connsiteY25" fmla="*/ 92653 h 882066"/>
                    <a:gd name="connsiteX26" fmla="*/ 296559 w 879839"/>
                    <a:gd name="connsiteY26" fmla="*/ 101674 h 882066"/>
                    <a:gd name="connsiteX27" fmla="*/ 134517 w 879839"/>
                    <a:gd name="connsiteY27" fmla="*/ 235112 h 882066"/>
                    <a:gd name="connsiteX28" fmla="*/ 90472 w 879839"/>
                    <a:gd name="connsiteY28" fmla="*/ 326734 h 882066"/>
                    <a:gd name="connsiteX29" fmla="*/ 0 w 879839"/>
                    <a:gd name="connsiteY29" fmla="*/ 326734 h 882066"/>
                    <a:gd name="connsiteX30" fmla="*/ 3274 w 879839"/>
                    <a:gd name="connsiteY30" fmla="*/ 305076 h 882066"/>
                    <a:gd name="connsiteX31" fmla="*/ 261956 w 879839"/>
                    <a:gd name="connsiteY31" fmla="*/ 19762 h 882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879839" h="882066">
                      <a:moveTo>
                        <a:pt x="789366" y="555334"/>
                      </a:moveTo>
                      <a:lnTo>
                        <a:pt x="879839" y="555334"/>
                      </a:lnTo>
                      <a:lnTo>
                        <a:pt x="876564" y="576991"/>
                      </a:lnTo>
                      <a:cubicBezTo>
                        <a:pt x="836489" y="705837"/>
                        <a:pt x="740954" y="810249"/>
                        <a:pt x="617882" y="862304"/>
                      </a:cubicBezTo>
                      <a:lnTo>
                        <a:pt x="554219" y="882066"/>
                      </a:lnTo>
                      <a:lnTo>
                        <a:pt x="554219" y="789413"/>
                      </a:lnTo>
                      <a:lnTo>
                        <a:pt x="583279" y="780392"/>
                      </a:lnTo>
                      <a:cubicBezTo>
                        <a:pt x="649374" y="752437"/>
                        <a:pt x="705609" y="705736"/>
                        <a:pt x="745321" y="646954"/>
                      </a:cubicBezTo>
                      <a:close/>
                      <a:moveTo>
                        <a:pt x="0" y="555334"/>
                      </a:moveTo>
                      <a:lnTo>
                        <a:pt x="90472" y="555334"/>
                      </a:lnTo>
                      <a:lnTo>
                        <a:pt x="134517" y="646954"/>
                      </a:lnTo>
                      <a:cubicBezTo>
                        <a:pt x="174229" y="705736"/>
                        <a:pt x="230465" y="752437"/>
                        <a:pt x="296559" y="780392"/>
                      </a:cubicBezTo>
                      <a:lnTo>
                        <a:pt x="325619" y="789413"/>
                      </a:lnTo>
                      <a:lnTo>
                        <a:pt x="325619" y="882066"/>
                      </a:lnTo>
                      <a:lnTo>
                        <a:pt x="261956" y="862304"/>
                      </a:lnTo>
                      <a:cubicBezTo>
                        <a:pt x="138884" y="810249"/>
                        <a:pt x="43349" y="705837"/>
                        <a:pt x="3274" y="576991"/>
                      </a:cubicBezTo>
                      <a:close/>
                      <a:moveTo>
                        <a:pt x="554219" y="0"/>
                      </a:moveTo>
                      <a:lnTo>
                        <a:pt x="617882" y="19762"/>
                      </a:lnTo>
                      <a:cubicBezTo>
                        <a:pt x="740954" y="71817"/>
                        <a:pt x="836489" y="176229"/>
                        <a:pt x="876564" y="305076"/>
                      </a:cubicBezTo>
                      <a:lnTo>
                        <a:pt x="879839" y="326734"/>
                      </a:lnTo>
                      <a:lnTo>
                        <a:pt x="789366" y="326734"/>
                      </a:lnTo>
                      <a:lnTo>
                        <a:pt x="745321" y="235112"/>
                      </a:lnTo>
                      <a:cubicBezTo>
                        <a:pt x="705609" y="176331"/>
                        <a:pt x="649374" y="129630"/>
                        <a:pt x="583279" y="101674"/>
                      </a:cubicBezTo>
                      <a:lnTo>
                        <a:pt x="554219" y="92653"/>
                      </a:lnTo>
                      <a:close/>
                      <a:moveTo>
                        <a:pt x="325619" y="0"/>
                      </a:moveTo>
                      <a:lnTo>
                        <a:pt x="325619" y="92653"/>
                      </a:lnTo>
                      <a:lnTo>
                        <a:pt x="296559" y="101674"/>
                      </a:lnTo>
                      <a:cubicBezTo>
                        <a:pt x="230465" y="129630"/>
                        <a:pt x="174229" y="176331"/>
                        <a:pt x="134517" y="235112"/>
                      </a:cubicBezTo>
                      <a:lnTo>
                        <a:pt x="90472" y="326734"/>
                      </a:lnTo>
                      <a:lnTo>
                        <a:pt x="0" y="326734"/>
                      </a:lnTo>
                      <a:lnTo>
                        <a:pt x="3274" y="305076"/>
                      </a:lnTo>
                      <a:cubicBezTo>
                        <a:pt x="43349" y="176229"/>
                        <a:pt x="138884" y="71817"/>
                        <a:pt x="261956" y="19762"/>
                      </a:cubicBezTo>
                      <a:close/>
                    </a:path>
                  </a:pathLst>
                </a:custGeom>
                <a:solidFill>
                  <a:srgbClr val="01E1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Arrow: Right 55">
                  <a:extLst>
                    <a:ext uri="{FF2B5EF4-FFF2-40B4-BE49-F238E27FC236}">
                      <a16:creationId xmlns:a16="http://schemas.microsoft.com/office/drawing/2014/main" id="{CC24C451-21A2-473F-B994-D23026EE7266}"/>
                    </a:ext>
                  </a:extLst>
                </p:cNvPr>
                <p:cNvSpPr/>
                <p:nvPr/>
              </p:nvSpPr>
              <p:spPr>
                <a:xfrm rot="5400000">
                  <a:off x="2791607" y="3999512"/>
                  <a:ext cx="230587" cy="258859"/>
                </a:xfrm>
                <a:prstGeom prst="rightArrow">
                  <a:avLst>
                    <a:gd name="adj1" fmla="val 48268"/>
                    <a:gd name="adj2" fmla="val 42611"/>
                  </a:avLst>
                </a:prstGeom>
                <a:noFill/>
                <a:ln>
                  <a:solidFill>
                    <a:srgbClr val="01E1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449F7C0-A25C-4CF6-8011-6AE9B00B43E5}"/>
                  </a:ext>
                </a:extLst>
              </p:cNvPr>
              <p:cNvSpPr/>
              <p:nvPr/>
            </p:nvSpPr>
            <p:spPr>
              <a:xfrm>
                <a:off x="8713399" y="2643863"/>
                <a:ext cx="90441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defTabSz="1045068">
                  <a:defRPr/>
                </a:pPr>
                <a:r>
                  <a:rPr lang="en-US" sz="1600" b="1" cap="all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ea typeface="Guardian Egyp Light" panose="02060403050503060803" pitchFamily="18" charset="0"/>
                    <a:cs typeface="Guardian Egyp Light" panose="02060403050503060803" pitchFamily="18" charset="0"/>
                  </a:rPr>
                  <a:t>OUTPUT</a:t>
                </a:r>
              </a:p>
            </p:txBody>
          </p:sp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6ADC74D2-5958-4650-BBD3-185AA00A0C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lum bright="70000" contrast="-70000"/>
              </a:blip>
              <a:stretch>
                <a:fillRect/>
              </a:stretch>
            </p:blipFill>
            <p:spPr>
              <a:xfrm>
                <a:off x="8855861" y="3222209"/>
                <a:ext cx="619489" cy="619488"/>
              </a:xfrm>
              <a:prstGeom prst="rect">
                <a:avLst/>
              </a:prstGeom>
            </p:spPr>
          </p:pic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F704C57-2335-426E-B1F1-4B3D595F1FF7}"/>
                </a:ext>
              </a:extLst>
            </p:cNvPr>
            <p:cNvGrpSpPr/>
            <p:nvPr/>
          </p:nvGrpSpPr>
          <p:grpSpPr>
            <a:xfrm>
              <a:off x="1036624" y="4361357"/>
              <a:ext cx="1845154" cy="1290385"/>
              <a:chOff x="1965889" y="4246596"/>
              <a:chExt cx="1845154" cy="1290385"/>
            </a:xfrm>
          </p:grpSpPr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31E5D9A-37C7-4BB6-8D10-A31B8113E1EC}"/>
                  </a:ext>
                </a:extLst>
              </p:cNvPr>
              <p:cNvSpPr txBox="1"/>
              <p:nvPr/>
            </p:nvSpPr>
            <p:spPr>
              <a:xfrm>
                <a:off x="1965889" y="4582874"/>
                <a:ext cx="184515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marR="0" lvl="0" indent="-17145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</a:rPr>
                  <a:t>Business Objective Identification</a:t>
                </a:r>
              </a:p>
              <a:p>
                <a:pPr marL="171450" marR="0" lvl="0" indent="-17145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</a:rPr>
                  <a:t>Process Assessment and Calibration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29432289-5E5A-4962-9694-42156CC784AA}"/>
                  </a:ext>
                </a:extLst>
              </p:cNvPr>
              <p:cNvSpPr txBox="1"/>
              <p:nvPr/>
            </p:nvSpPr>
            <p:spPr>
              <a:xfrm>
                <a:off x="2395853" y="4246596"/>
                <a:ext cx="98522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1 week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EFDA7624-951D-458E-A71E-687076104E1B}"/>
                </a:ext>
              </a:extLst>
            </p:cNvPr>
            <p:cNvGrpSpPr/>
            <p:nvPr/>
          </p:nvGrpSpPr>
          <p:grpSpPr>
            <a:xfrm>
              <a:off x="2739861" y="4361357"/>
              <a:ext cx="2241854" cy="1290385"/>
              <a:chOff x="3908369" y="4246596"/>
              <a:chExt cx="2241854" cy="1290385"/>
            </a:xfrm>
          </p:grpSpPr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71804BB-5EB5-47AC-900C-86F8247ADE6A}"/>
                  </a:ext>
                </a:extLst>
              </p:cNvPr>
              <p:cNvSpPr txBox="1"/>
              <p:nvPr/>
            </p:nvSpPr>
            <p:spPr>
              <a:xfrm>
                <a:off x="3908369" y="4582874"/>
                <a:ext cx="224185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marR="0" lvl="0" indent="-17145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</a:rPr>
                  <a:t>Metadata extraction, sanitation, Data transformation and ingestion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BDDF7A72-18DF-415B-AC58-7D9C880CA64E}"/>
                  </a:ext>
                </a:extLst>
              </p:cNvPr>
              <p:cNvSpPr txBox="1"/>
              <p:nvPr/>
            </p:nvSpPr>
            <p:spPr>
              <a:xfrm>
                <a:off x="4546361" y="4246596"/>
                <a:ext cx="98522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1 week</a:t>
                </a: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865D21E3-DD50-4C6A-ACED-7725A6FB1C62}"/>
                </a:ext>
              </a:extLst>
            </p:cNvPr>
            <p:cNvGrpSpPr/>
            <p:nvPr/>
          </p:nvGrpSpPr>
          <p:grpSpPr>
            <a:xfrm>
              <a:off x="4781281" y="4361357"/>
              <a:ext cx="2404794" cy="1074942"/>
              <a:chOff x="5961551" y="4246596"/>
              <a:chExt cx="2404794" cy="1074942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2D08347-0FA3-4A84-B19C-8C1655472202}"/>
                  </a:ext>
                </a:extLst>
              </p:cNvPr>
              <p:cNvSpPr txBox="1"/>
              <p:nvPr/>
            </p:nvSpPr>
            <p:spPr>
              <a:xfrm>
                <a:off x="5961551" y="4582874"/>
                <a:ext cx="240479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marR="0" lvl="0" indent="-17145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</a:rPr>
                  <a:t>Business Rules Identification and Query writing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347BA59-6D7A-4C20-9ACB-CE497F7B331C}"/>
                  </a:ext>
                </a:extLst>
              </p:cNvPr>
              <p:cNvSpPr txBox="1"/>
              <p:nvPr/>
            </p:nvSpPr>
            <p:spPr>
              <a:xfrm>
                <a:off x="6671335" y="4246596"/>
                <a:ext cx="98522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6 to 8 weeks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245F2BCC-B5D3-462A-A159-A49E9D445AB9}"/>
                </a:ext>
              </a:extLst>
            </p:cNvPr>
            <p:cNvGrpSpPr/>
            <p:nvPr/>
          </p:nvGrpSpPr>
          <p:grpSpPr>
            <a:xfrm>
              <a:off x="9318780" y="4361357"/>
              <a:ext cx="1573130" cy="1074942"/>
              <a:chOff x="8524391" y="4246596"/>
              <a:chExt cx="1573130" cy="1074942"/>
            </a:xfrm>
          </p:grpSpPr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ACCACB5-F87E-43EA-90A8-88E1EDB2D828}"/>
                  </a:ext>
                </a:extLst>
              </p:cNvPr>
              <p:cNvSpPr txBox="1"/>
              <p:nvPr/>
            </p:nvSpPr>
            <p:spPr>
              <a:xfrm>
                <a:off x="8524391" y="4582874"/>
                <a:ext cx="157313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marR="0" lvl="0" indent="-17145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</a:rPr>
                  <a:t>Pilot Testing</a:t>
                </a:r>
              </a:p>
              <a:p>
                <a:pPr marL="171450" marR="0" lvl="0" indent="-17145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</a:rPr>
                  <a:t>Roadshow</a:t>
                </a:r>
              </a:p>
              <a:p>
                <a:pPr marL="171450" marR="0" lvl="0" indent="-17145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</a:rPr>
                  <a:t>Deployment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72339B0-4EA4-4E97-92D7-E6CAC47FEE1F}"/>
                  </a:ext>
                </a:extLst>
              </p:cNvPr>
              <p:cNvSpPr txBox="1"/>
              <p:nvPr/>
            </p:nvSpPr>
            <p:spPr>
              <a:xfrm>
                <a:off x="8821843" y="4246596"/>
                <a:ext cx="98522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2 weeks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7E26938A-361A-4D63-8422-1926BA307B99}"/>
                </a:ext>
              </a:extLst>
            </p:cNvPr>
            <p:cNvGrpSpPr/>
            <p:nvPr/>
          </p:nvGrpSpPr>
          <p:grpSpPr>
            <a:xfrm>
              <a:off x="7589874" y="2531397"/>
              <a:ext cx="1117541" cy="1604549"/>
              <a:chOff x="6559127" y="2643863"/>
              <a:chExt cx="1078992" cy="1604549"/>
            </a:xfrm>
          </p:grpSpPr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0BBBF165-9A05-4AA3-8DBF-FA3133393A25}"/>
                  </a:ext>
                </a:extLst>
              </p:cNvPr>
              <p:cNvGrpSpPr/>
              <p:nvPr/>
            </p:nvGrpSpPr>
            <p:grpSpPr>
              <a:xfrm>
                <a:off x="6559127" y="3020752"/>
                <a:ext cx="1078992" cy="1227660"/>
                <a:chOff x="2367406" y="3016575"/>
                <a:chExt cx="1078992" cy="1227660"/>
              </a:xfrm>
            </p:grpSpPr>
            <p:sp>
              <p:nvSpPr>
                <p:cNvPr id="95" name="Freeform 121">
                  <a:extLst>
                    <a:ext uri="{FF2B5EF4-FFF2-40B4-BE49-F238E27FC236}">
                      <a16:creationId xmlns:a16="http://schemas.microsoft.com/office/drawing/2014/main" id="{80EC1E00-6B76-4495-B9E1-4B27AAC2828D}"/>
                    </a:ext>
                  </a:extLst>
                </p:cNvPr>
                <p:cNvSpPr/>
                <p:nvPr/>
              </p:nvSpPr>
              <p:spPr>
                <a:xfrm>
                  <a:off x="2367406" y="3016575"/>
                  <a:ext cx="1078992" cy="1078992"/>
                </a:xfrm>
                <a:custGeom>
                  <a:avLst/>
                  <a:gdLst>
                    <a:gd name="connsiteX0" fmla="*/ 789366 w 879839"/>
                    <a:gd name="connsiteY0" fmla="*/ 555334 h 882066"/>
                    <a:gd name="connsiteX1" fmla="*/ 879839 w 879839"/>
                    <a:gd name="connsiteY1" fmla="*/ 555334 h 882066"/>
                    <a:gd name="connsiteX2" fmla="*/ 876564 w 879839"/>
                    <a:gd name="connsiteY2" fmla="*/ 576991 h 882066"/>
                    <a:gd name="connsiteX3" fmla="*/ 617882 w 879839"/>
                    <a:gd name="connsiteY3" fmla="*/ 862304 h 882066"/>
                    <a:gd name="connsiteX4" fmla="*/ 554219 w 879839"/>
                    <a:gd name="connsiteY4" fmla="*/ 882066 h 882066"/>
                    <a:gd name="connsiteX5" fmla="*/ 554219 w 879839"/>
                    <a:gd name="connsiteY5" fmla="*/ 789413 h 882066"/>
                    <a:gd name="connsiteX6" fmla="*/ 583279 w 879839"/>
                    <a:gd name="connsiteY6" fmla="*/ 780392 h 882066"/>
                    <a:gd name="connsiteX7" fmla="*/ 745321 w 879839"/>
                    <a:gd name="connsiteY7" fmla="*/ 646954 h 882066"/>
                    <a:gd name="connsiteX8" fmla="*/ 0 w 879839"/>
                    <a:gd name="connsiteY8" fmla="*/ 555334 h 882066"/>
                    <a:gd name="connsiteX9" fmla="*/ 90472 w 879839"/>
                    <a:gd name="connsiteY9" fmla="*/ 555334 h 882066"/>
                    <a:gd name="connsiteX10" fmla="*/ 134517 w 879839"/>
                    <a:gd name="connsiteY10" fmla="*/ 646954 h 882066"/>
                    <a:gd name="connsiteX11" fmla="*/ 296559 w 879839"/>
                    <a:gd name="connsiteY11" fmla="*/ 780392 h 882066"/>
                    <a:gd name="connsiteX12" fmla="*/ 325619 w 879839"/>
                    <a:gd name="connsiteY12" fmla="*/ 789413 h 882066"/>
                    <a:gd name="connsiteX13" fmla="*/ 325619 w 879839"/>
                    <a:gd name="connsiteY13" fmla="*/ 882066 h 882066"/>
                    <a:gd name="connsiteX14" fmla="*/ 261956 w 879839"/>
                    <a:gd name="connsiteY14" fmla="*/ 862304 h 882066"/>
                    <a:gd name="connsiteX15" fmla="*/ 3274 w 879839"/>
                    <a:gd name="connsiteY15" fmla="*/ 576991 h 882066"/>
                    <a:gd name="connsiteX16" fmla="*/ 554219 w 879839"/>
                    <a:gd name="connsiteY16" fmla="*/ 0 h 882066"/>
                    <a:gd name="connsiteX17" fmla="*/ 617882 w 879839"/>
                    <a:gd name="connsiteY17" fmla="*/ 19762 h 882066"/>
                    <a:gd name="connsiteX18" fmla="*/ 876564 w 879839"/>
                    <a:gd name="connsiteY18" fmla="*/ 305076 h 882066"/>
                    <a:gd name="connsiteX19" fmla="*/ 879839 w 879839"/>
                    <a:gd name="connsiteY19" fmla="*/ 326734 h 882066"/>
                    <a:gd name="connsiteX20" fmla="*/ 789366 w 879839"/>
                    <a:gd name="connsiteY20" fmla="*/ 326734 h 882066"/>
                    <a:gd name="connsiteX21" fmla="*/ 745321 w 879839"/>
                    <a:gd name="connsiteY21" fmla="*/ 235112 h 882066"/>
                    <a:gd name="connsiteX22" fmla="*/ 583279 w 879839"/>
                    <a:gd name="connsiteY22" fmla="*/ 101674 h 882066"/>
                    <a:gd name="connsiteX23" fmla="*/ 554219 w 879839"/>
                    <a:gd name="connsiteY23" fmla="*/ 92653 h 882066"/>
                    <a:gd name="connsiteX24" fmla="*/ 325619 w 879839"/>
                    <a:gd name="connsiteY24" fmla="*/ 0 h 882066"/>
                    <a:gd name="connsiteX25" fmla="*/ 325619 w 879839"/>
                    <a:gd name="connsiteY25" fmla="*/ 92653 h 882066"/>
                    <a:gd name="connsiteX26" fmla="*/ 296559 w 879839"/>
                    <a:gd name="connsiteY26" fmla="*/ 101674 h 882066"/>
                    <a:gd name="connsiteX27" fmla="*/ 134517 w 879839"/>
                    <a:gd name="connsiteY27" fmla="*/ 235112 h 882066"/>
                    <a:gd name="connsiteX28" fmla="*/ 90472 w 879839"/>
                    <a:gd name="connsiteY28" fmla="*/ 326734 h 882066"/>
                    <a:gd name="connsiteX29" fmla="*/ 0 w 879839"/>
                    <a:gd name="connsiteY29" fmla="*/ 326734 h 882066"/>
                    <a:gd name="connsiteX30" fmla="*/ 3274 w 879839"/>
                    <a:gd name="connsiteY30" fmla="*/ 305076 h 882066"/>
                    <a:gd name="connsiteX31" fmla="*/ 261956 w 879839"/>
                    <a:gd name="connsiteY31" fmla="*/ 19762 h 882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879839" h="882066">
                      <a:moveTo>
                        <a:pt x="789366" y="555334"/>
                      </a:moveTo>
                      <a:lnTo>
                        <a:pt x="879839" y="555334"/>
                      </a:lnTo>
                      <a:lnTo>
                        <a:pt x="876564" y="576991"/>
                      </a:lnTo>
                      <a:cubicBezTo>
                        <a:pt x="836489" y="705837"/>
                        <a:pt x="740954" y="810249"/>
                        <a:pt x="617882" y="862304"/>
                      </a:cubicBezTo>
                      <a:lnTo>
                        <a:pt x="554219" y="882066"/>
                      </a:lnTo>
                      <a:lnTo>
                        <a:pt x="554219" y="789413"/>
                      </a:lnTo>
                      <a:lnTo>
                        <a:pt x="583279" y="780392"/>
                      </a:lnTo>
                      <a:cubicBezTo>
                        <a:pt x="649374" y="752437"/>
                        <a:pt x="705609" y="705736"/>
                        <a:pt x="745321" y="646954"/>
                      </a:cubicBezTo>
                      <a:close/>
                      <a:moveTo>
                        <a:pt x="0" y="555334"/>
                      </a:moveTo>
                      <a:lnTo>
                        <a:pt x="90472" y="555334"/>
                      </a:lnTo>
                      <a:lnTo>
                        <a:pt x="134517" y="646954"/>
                      </a:lnTo>
                      <a:cubicBezTo>
                        <a:pt x="174229" y="705736"/>
                        <a:pt x="230465" y="752437"/>
                        <a:pt x="296559" y="780392"/>
                      </a:cubicBezTo>
                      <a:lnTo>
                        <a:pt x="325619" y="789413"/>
                      </a:lnTo>
                      <a:lnTo>
                        <a:pt x="325619" y="882066"/>
                      </a:lnTo>
                      <a:lnTo>
                        <a:pt x="261956" y="862304"/>
                      </a:lnTo>
                      <a:cubicBezTo>
                        <a:pt x="138884" y="810249"/>
                        <a:pt x="43349" y="705837"/>
                        <a:pt x="3274" y="576991"/>
                      </a:cubicBezTo>
                      <a:close/>
                      <a:moveTo>
                        <a:pt x="554219" y="0"/>
                      </a:moveTo>
                      <a:lnTo>
                        <a:pt x="617882" y="19762"/>
                      </a:lnTo>
                      <a:cubicBezTo>
                        <a:pt x="740954" y="71817"/>
                        <a:pt x="836489" y="176229"/>
                        <a:pt x="876564" y="305076"/>
                      </a:cubicBezTo>
                      <a:lnTo>
                        <a:pt x="879839" y="326734"/>
                      </a:lnTo>
                      <a:lnTo>
                        <a:pt x="789366" y="326734"/>
                      </a:lnTo>
                      <a:lnTo>
                        <a:pt x="745321" y="235112"/>
                      </a:lnTo>
                      <a:cubicBezTo>
                        <a:pt x="705609" y="176331"/>
                        <a:pt x="649374" y="129630"/>
                        <a:pt x="583279" y="101674"/>
                      </a:cubicBezTo>
                      <a:lnTo>
                        <a:pt x="554219" y="92653"/>
                      </a:lnTo>
                      <a:close/>
                      <a:moveTo>
                        <a:pt x="325619" y="0"/>
                      </a:moveTo>
                      <a:lnTo>
                        <a:pt x="325619" y="92653"/>
                      </a:lnTo>
                      <a:lnTo>
                        <a:pt x="296559" y="101674"/>
                      </a:lnTo>
                      <a:cubicBezTo>
                        <a:pt x="230465" y="129630"/>
                        <a:pt x="174229" y="176331"/>
                        <a:pt x="134517" y="235112"/>
                      </a:cubicBezTo>
                      <a:lnTo>
                        <a:pt x="90472" y="326734"/>
                      </a:lnTo>
                      <a:lnTo>
                        <a:pt x="0" y="326734"/>
                      </a:lnTo>
                      <a:lnTo>
                        <a:pt x="3274" y="305076"/>
                      </a:lnTo>
                      <a:cubicBezTo>
                        <a:pt x="43349" y="176229"/>
                        <a:pt x="138884" y="71817"/>
                        <a:pt x="261956" y="19762"/>
                      </a:cubicBezTo>
                      <a:close/>
                    </a:path>
                  </a:pathLst>
                </a:custGeom>
                <a:solidFill>
                  <a:srgbClr val="01E1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6" name="Arrow: Right 95">
                  <a:extLst>
                    <a:ext uri="{FF2B5EF4-FFF2-40B4-BE49-F238E27FC236}">
                      <a16:creationId xmlns:a16="http://schemas.microsoft.com/office/drawing/2014/main" id="{889316AB-7E19-4219-BC83-0928251735D5}"/>
                    </a:ext>
                  </a:extLst>
                </p:cNvPr>
                <p:cNvSpPr/>
                <p:nvPr/>
              </p:nvSpPr>
              <p:spPr>
                <a:xfrm rot="5400000">
                  <a:off x="2791607" y="3999512"/>
                  <a:ext cx="230587" cy="258859"/>
                </a:xfrm>
                <a:prstGeom prst="rightArrow">
                  <a:avLst>
                    <a:gd name="adj1" fmla="val 48268"/>
                    <a:gd name="adj2" fmla="val 42611"/>
                  </a:avLst>
                </a:prstGeom>
                <a:noFill/>
                <a:ln>
                  <a:solidFill>
                    <a:srgbClr val="01E1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3A0E923E-D57E-4D4A-AA16-B369F11FE10B}"/>
                  </a:ext>
                </a:extLst>
              </p:cNvPr>
              <p:cNvSpPr/>
              <p:nvPr/>
            </p:nvSpPr>
            <p:spPr>
              <a:xfrm>
                <a:off x="6697797" y="2643863"/>
                <a:ext cx="80165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defTabSz="1045068">
                  <a:defRPr/>
                </a:pPr>
                <a:r>
                  <a:rPr lang="en-US" sz="1600" b="1" cap="all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ea typeface="Guardian Egyp Light" panose="02060403050503060803" pitchFamily="18" charset="0"/>
                    <a:cs typeface="Guardian Egyp Light" panose="02060403050503060803" pitchFamily="18" charset="0"/>
                  </a:rPr>
                  <a:t>DESIGN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11CB1F93-6A72-48C9-88E5-0CD5CDE0DEC9}"/>
                </a:ext>
              </a:extLst>
            </p:cNvPr>
            <p:cNvGrpSpPr/>
            <p:nvPr/>
          </p:nvGrpSpPr>
          <p:grpSpPr>
            <a:xfrm>
              <a:off x="7027706" y="4330054"/>
              <a:ext cx="2241854" cy="1505829"/>
              <a:chOff x="3908369" y="4246596"/>
              <a:chExt cx="2241854" cy="1505829"/>
            </a:xfrm>
          </p:grpSpPr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15E7434E-950A-4FAB-8772-594BAA12B82F}"/>
                  </a:ext>
                </a:extLst>
              </p:cNvPr>
              <p:cNvSpPr txBox="1"/>
              <p:nvPr/>
            </p:nvSpPr>
            <p:spPr>
              <a:xfrm>
                <a:off x="3908369" y="4582874"/>
                <a:ext cx="2241854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lvl="0" indent="-17145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1400" kern="0" dirty="0">
                    <a:solidFill>
                      <a:schemeClr val="bg1"/>
                    </a:solidFill>
                  </a:rPr>
                  <a:t>Webform creation - Data pull flow, Content Entity, Role Configuration</a:t>
                </a:r>
              </a:p>
              <a:p>
                <a:pPr marL="171450" lvl="0" indent="-17145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1400" kern="0" dirty="0">
                    <a:solidFill>
                      <a:schemeClr val="bg1"/>
                    </a:solidFill>
                  </a:rPr>
                  <a:t>Visualization development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1AF50F0E-4322-420C-A7ED-0E484159F8EC}"/>
                  </a:ext>
                </a:extLst>
              </p:cNvPr>
              <p:cNvSpPr txBox="1"/>
              <p:nvPr/>
            </p:nvSpPr>
            <p:spPr>
              <a:xfrm>
                <a:off x="4546361" y="4246596"/>
                <a:ext cx="98522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</a:rPr>
                  <a:t>3 to 4 weeks</a:t>
                </a:r>
              </a:p>
            </p:txBody>
          </p:sp>
        </p:grp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37F0CA68-8D52-4D00-B975-D5DB559BE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</a:blip>
            <a:stretch>
              <a:fillRect/>
            </a:stretch>
          </p:blipFill>
          <p:spPr>
            <a:xfrm>
              <a:off x="7830248" y="3130232"/>
              <a:ext cx="613207" cy="6132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3350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Freeform 5">
            <a:extLst>
              <a:ext uri="{FF2B5EF4-FFF2-40B4-BE49-F238E27FC236}">
                <a16:creationId xmlns:a16="http://schemas.microsoft.com/office/drawing/2014/main" id="{DB9FF355-CB7E-4FE7-A5C6-5736D1AB3D64}"/>
              </a:ext>
            </a:extLst>
          </p:cNvPr>
          <p:cNvSpPr>
            <a:spLocks/>
          </p:cNvSpPr>
          <p:nvPr/>
        </p:nvSpPr>
        <p:spPr bwMode="auto">
          <a:xfrm>
            <a:off x="2984204" y="1970238"/>
            <a:ext cx="6326188" cy="3508375"/>
          </a:xfrm>
          <a:custGeom>
            <a:avLst/>
            <a:gdLst>
              <a:gd name="T0" fmla="*/ 0 w 11955"/>
              <a:gd name="T1" fmla="*/ 2814 h 6631"/>
              <a:gd name="T2" fmla="*/ 0 w 11955"/>
              <a:gd name="T3" fmla="*/ 5362 h 6631"/>
              <a:gd name="T4" fmla="*/ 108 w 11955"/>
              <a:gd name="T5" fmla="*/ 6359 h 6631"/>
              <a:gd name="T6" fmla="*/ 474 w 11955"/>
              <a:gd name="T7" fmla="*/ 5841 h 6631"/>
              <a:gd name="T8" fmla="*/ 903 w 11955"/>
              <a:gd name="T9" fmla="*/ 5385 h 6631"/>
              <a:gd name="T10" fmla="*/ 1388 w 11955"/>
              <a:gd name="T11" fmla="*/ 4989 h 6631"/>
              <a:gd name="T12" fmla="*/ 1921 w 11955"/>
              <a:gd name="T13" fmla="*/ 4652 h 6631"/>
              <a:gd name="T14" fmla="*/ 2494 w 11955"/>
              <a:gd name="T15" fmla="*/ 4371 h 6631"/>
              <a:gd name="T16" fmla="*/ 3101 w 11955"/>
              <a:gd name="T17" fmla="*/ 4146 h 6631"/>
              <a:gd name="T18" fmla="*/ 3734 w 11955"/>
              <a:gd name="T19" fmla="*/ 3972 h 6631"/>
              <a:gd name="T20" fmla="*/ 4386 w 11955"/>
              <a:gd name="T21" fmla="*/ 3847 h 6631"/>
              <a:gd name="T22" fmla="*/ 5051 w 11955"/>
              <a:gd name="T23" fmla="*/ 3770 h 6631"/>
              <a:gd name="T24" fmla="*/ 5720 w 11955"/>
              <a:gd name="T25" fmla="*/ 3741 h 6631"/>
              <a:gd name="T26" fmla="*/ 6357 w 11955"/>
              <a:gd name="T27" fmla="*/ 3752 h 6631"/>
              <a:gd name="T28" fmla="*/ 6999 w 11955"/>
              <a:gd name="T29" fmla="*/ 3805 h 6631"/>
              <a:gd name="T30" fmla="*/ 7658 w 11955"/>
              <a:gd name="T31" fmla="*/ 3900 h 6631"/>
              <a:gd name="T32" fmla="*/ 8319 w 11955"/>
              <a:gd name="T33" fmla="*/ 4041 h 6631"/>
              <a:gd name="T34" fmla="*/ 8970 w 11955"/>
              <a:gd name="T35" fmla="*/ 4233 h 6631"/>
              <a:gd name="T36" fmla="*/ 9598 w 11955"/>
              <a:gd name="T37" fmla="*/ 4478 h 6631"/>
              <a:gd name="T38" fmla="*/ 10191 w 11955"/>
              <a:gd name="T39" fmla="*/ 4780 h 6631"/>
              <a:gd name="T40" fmla="*/ 10735 w 11955"/>
              <a:gd name="T41" fmla="*/ 5143 h 6631"/>
              <a:gd name="T42" fmla="*/ 11220 w 11955"/>
              <a:gd name="T43" fmla="*/ 5570 h 6631"/>
              <a:gd name="T44" fmla="*/ 11631 w 11955"/>
              <a:gd name="T45" fmla="*/ 6064 h 6631"/>
              <a:gd name="T46" fmla="*/ 11955 w 11955"/>
              <a:gd name="T47" fmla="*/ 6631 h 6631"/>
              <a:gd name="T48" fmla="*/ 11841 w 11955"/>
              <a:gd name="T49" fmla="*/ 260 h 6631"/>
              <a:gd name="T50" fmla="*/ 11450 w 11955"/>
              <a:gd name="T51" fmla="*/ 779 h 6631"/>
              <a:gd name="T52" fmla="*/ 10994 w 11955"/>
              <a:gd name="T53" fmla="*/ 1227 h 6631"/>
              <a:gd name="T54" fmla="*/ 10480 w 11955"/>
              <a:gd name="T55" fmla="*/ 1611 h 6631"/>
              <a:gd name="T56" fmla="*/ 9921 w 11955"/>
              <a:gd name="T57" fmla="*/ 1931 h 6631"/>
              <a:gd name="T58" fmla="*/ 9325 w 11955"/>
              <a:gd name="T59" fmla="*/ 2194 h 6631"/>
              <a:gd name="T60" fmla="*/ 8702 w 11955"/>
              <a:gd name="T61" fmla="*/ 2403 h 6631"/>
              <a:gd name="T62" fmla="*/ 8063 w 11955"/>
              <a:gd name="T63" fmla="*/ 2562 h 6631"/>
              <a:gd name="T64" fmla="*/ 7417 w 11955"/>
              <a:gd name="T65" fmla="*/ 2674 h 6631"/>
              <a:gd name="T66" fmla="*/ 6776 w 11955"/>
              <a:gd name="T67" fmla="*/ 2746 h 6631"/>
              <a:gd name="T68" fmla="*/ 6148 w 11955"/>
              <a:gd name="T69" fmla="*/ 2781 h 6631"/>
              <a:gd name="T70" fmla="*/ 5497 w 11955"/>
              <a:gd name="T71" fmla="*/ 2780 h 6631"/>
              <a:gd name="T72" fmla="*/ 4831 w 11955"/>
              <a:gd name="T73" fmla="*/ 2732 h 6631"/>
              <a:gd name="T74" fmla="*/ 4172 w 11955"/>
              <a:gd name="T75" fmla="*/ 2639 h 6631"/>
              <a:gd name="T76" fmla="*/ 3529 w 11955"/>
              <a:gd name="T77" fmla="*/ 2495 h 6631"/>
              <a:gd name="T78" fmla="*/ 2908 w 11955"/>
              <a:gd name="T79" fmla="*/ 2302 h 6631"/>
              <a:gd name="T80" fmla="*/ 2313 w 11955"/>
              <a:gd name="T81" fmla="*/ 2055 h 6631"/>
              <a:gd name="T82" fmla="*/ 1754 w 11955"/>
              <a:gd name="T83" fmla="*/ 1757 h 6631"/>
              <a:gd name="T84" fmla="*/ 1237 w 11955"/>
              <a:gd name="T85" fmla="*/ 1403 h 6631"/>
              <a:gd name="T86" fmla="*/ 768 w 11955"/>
              <a:gd name="T87" fmla="*/ 993 h 6631"/>
              <a:gd name="T88" fmla="*/ 352 w 11955"/>
              <a:gd name="T89" fmla="*/ 526 h 6631"/>
              <a:gd name="T90" fmla="*/ 0 w 11955"/>
              <a:gd name="T91" fmla="*/ 0 h 6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1955" h="6631">
                <a:moveTo>
                  <a:pt x="0" y="0"/>
                </a:moveTo>
                <a:lnTo>
                  <a:pt x="0" y="1968"/>
                </a:lnTo>
                <a:lnTo>
                  <a:pt x="0" y="2814"/>
                </a:lnTo>
                <a:lnTo>
                  <a:pt x="0" y="3661"/>
                </a:lnTo>
                <a:lnTo>
                  <a:pt x="0" y="4484"/>
                </a:lnTo>
                <a:lnTo>
                  <a:pt x="0" y="5362"/>
                </a:lnTo>
                <a:lnTo>
                  <a:pt x="0" y="6204"/>
                </a:lnTo>
                <a:lnTo>
                  <a:pt x="0" y="6546"/>
                </a:lnTo>
                <a:lnTo>
                  <a:pt x="108" y="6359"/>
                </a:lnTo>
                <a:lnTo>
                  <a:pt x="222" y="6180"/>
                </a:lnTo>
                <a:lnTo>
                  <a:pt x="345" y="6007"/>
                </a:lnTo>
                <a:lnTo>
                  <a:pt x="474" y="5841"/>
                </a:lnTo>
                <a:lnTo>
                  <a:pt x="611" y="5683"/>
                </a:lnTo>
                <a:lnTo>
                  <a:pt x="754" y="5530"/>
                </a:lnTo>
                <a:lnTo>
                  <a:pt x="903" y="5385"/>
                </a:lnTo>
                <a:lnTo>
                  <a:pt x="1060" y="5247"/>
                </a:lnTo>
                <a:lnTo>
                  <a:pt x="1221" y="5115"/>
                </a:lnTo>
                <a:lnTo>
                  <a:pt x="1388" y="4989"/>
                </a:lnTo>
                <a:lnTo>
                  <a:pt x="1561" y="4871"/>
                </a:lnTo>
                <a:lnTo>
                  <a:pt x="1739" y="4758"/>
                </a:lnTo>
                <a:lnTo>
                  <a:pt x="1921" y="4652"/>
                </a:lnTo>
                <a:lnTo>
                  <a:pt x="2108" y="4553"/>
                </a:lnTo>
                <a:lnTo>
                  <a:pt x="2299" y="4460"/>
                </a:lnTo>
                <a:lnTo>
                  <a:pt x="2494" y="4371"/>
                </a:lnTo>
                <a:lnTo>
                  <a:pt x="2694" y="4291"/>
                </a:lnTo>
                <a:lnTo>
                  <a:pt x="2896" y="4215"/>
                </a:lnTo>
                <a:lnTo>
                  <a:pt x="3101" y="4146"/>
                </a:lnTo>
                <a:lnTo>
                  <a:pt x="3310" y="4082"/>
                </a:lnTo>
                <a:lnTo>
                  <a:pt x="3521" y="4023"/>
                </a:lnTo>
                <a:lnTo>
                  <a:pt x="3734" y="3972"/>
                </a:lnTo>
                <a:lnTo>
                  <a:pt x="3951" y="3924"/>
                </a:lnTo>
                <a:lnTo>
                  <a:pt x="4167" y="3883"/>
                </a:lnTo>
                <a:lnTo>
                  <a:pt x="4386" y="3847"/>
                </a:lnTo>
                <a:lnTo>
                  <a:pt x="4607" y="3816"/>
                </a:lnTo>
                <a:lnTo>
                  <a:pt x="4828" y="3791"/>
                </a:lnTo>
                <a:lnTo>
                  <a:pt x="5051" y="3770"/>
                </a:lnTo>
                <a:lnTo>
                  <a:pt x="5274" y="3755"/>
                </a:lnTo>
                <a:lnTo>
                  <a:pt x="5497" y="3746"/>
                </a:lnTo>
                <a:lnTo>
                  <a:pt x="5720" y="3741"/>
                </a:lnTo>
                <a:lnTo>
                  <a:pt x="5943" y="3740"/>
                </a:lnTo>
                <a:lnTo>
                  <a:pt x="6148" y="3745"/>
                </a:lnTo>
                <a:lnTo>
                  <a:pt x="6357" y="3752"/>
                </a:lnTo>
                <a:lnTo>
                  <a:pt x="6568" y="3765"/>
                </a:lnTo>
                <a:lnTo>
                  <a:pt x="6782" y="3783"/>
                </a:lnTo>
                <a:lnTo>
                  <a:pt x="6999" y="3805"/>
                </a:lnTo>
                <a:lnTo>
                  <a:pt x="7218" y="3831"/>
                </a:lnTo>
                <a:lnTo>
                  <a:pt x="7437" y="3863"/>
                </a:lnTo>
                <a:lnTo>
                  <a:pt x="7658" y="3900"/>
                </a:lnTo>
                <a:lnTo>
                  <a:pt x="7878" y="3941"/>
                </a:lnTo>
                <a:lnTo>
                  <a:pt x="8098" y="3988"/>
                </a:lnTo>
                <a:lnTo>
                  <a:pt x="8319" y="4041"/>
                </a:lnTo>
                <a:lnTo>
                  <a:pt x="8538" y="4098"/>
                </a:lnTo>
                <a:lnTo>
                  <a:pt x="8754" y="4162"/>
                </a:lnTo>
                <a:lnTo>
                  <a:pt x="8970" y="4233"/>
                </a:lnTo>
                <a:lnTo>
                  <a:pt x="9182" y="4307"/>
                </a:lnTo>
                <a:lnTo>
                  <a:pt x="9391" y="4389"/>
                </a:lnTo>
                <a:lnTo>
                  <a:pt x="9598" y="4478"/>
                </a:lnTo>
                <a:lnTo>
                  <a:pt x="9800" y="4571"/>
                </a:lnTo>
                <a:lnTo>
                  <a:pt x="9997" y="4673"/>
                </a:lnTo>
                <a:lnTo>
                  <a:pt x="10191" y="4780"/>
                </a:lnTo>
                <a:lnTo>
                  <a:pt x="10378" y="4894"/>
                </a:lnTo>
                <a:lnTo>
                  <a:pt x="10560" y="5015"/>
                </a:lnTo>
                <a:lnTo>
                  <a:pt x="10735" y="5143"/>
                </a:lnTo>
                <a:lnTo>
                  <a:pt x="10905" y="5278"/>
                </a:lnTo>
                <a:lnTo>
                  <a:pt x="11066" y="5420"/>
                </a:lnTo>
                <a:lnTo>
                  <a:pt x="11220" y="5570"/>
                </a:lnTo>
                <a:lnTo>
                  <a:pt x="11366" y="5727"/>
                </a:lnTo>
                <a:lnTo>
                  <a:pt x="11503" y="5893"/>
                </a:lnTo>
                <a:lnTo>
                  <a:pt x="11631" y="6064"/>
                </a:lnTo>
                <a:lnTo>
                  <a:pt x="11749" y="6245"/>
                </a:lnTo>
                <a:lnTo>
                  <a:pt x="11858" y="6434"/>
                </a:lnTo>
                <a:lnTo>
                  <a:pt x="11955" y="6631"/>
                </a:lnTo>
                <a:lnTo>
                  <a:pt x="11955" y="1417"/>
                </a:lnTo>
                <a:lnTo>
                  <a:pt x="11955" y="71"/>
                </a:lnTo>
                <a:lnTo>
                  <a:pt x="11841" y="260"/>
                </a:lnTo>
                <a:lnTo>
                  <a:pt x="11720" y="442"/>
                </a:lnTo>
                <a:lnTo>
                  <a:pt x="11589" y="614"/>
                </a:lnTo>
                <a:lnTo>
                  <a:pt x="11450" y="779"/>
                </a:lnTo>
                <a:lnTo>
                  <a:pt x="11306" y="937"/>
                </a:lnTo>
                <a:lnTo>
                  <a:pt x="11153" y="1085"/>
                </a:lnTo>
                <a:lnTo>
                  <a:pt x="10994" y="1227"/>
                </a:lnTo>
                <a:lnTo>
                  <a:pt x="10829" y="1362"/>
                </a:lnTo>
                <a:lnTo>
                  <a:pt x="10657" y="1490"/>
                </a:lnTo>
                <a:lnTo>
                  <a:pt x="10480" y="1611"/>
                </a:lnTo>
                <a:lnTo>
                  <a:pt x="10299" y="1723"/>
                </a:lnTo>
                <a:lnTo>
                  <a:pt x="10111" y="1831"/>
                </a:lnTo>
                <a:lnTo>
                  <a:pt x="9921" y="1931"/>
                </a:lnTo>
                <a:lnTo>
                  <a:pt x="9726" y="2025"/>
                </a:lnTo>
                <a:lnTo>
                  <a:pt x="9526" y="2112"/>
                </a:lnTo>
                <a:lnTo>
                  <a:pt x="9325" y="2194"/>
                </a:lnTo>
                <a:lnTo>
                  <a:pt x="9120" y="2269"/>
                </a:lnTo>
                <a:lnTo>
                  <a:pt x="8911" y="2339"/>
                </a:lnTo>
                <a:lnTo>
                  <a:pt x="8702" y="2403"/>
                </a:lnTo>
                <a:lnTo>
                  <a:pt x="8489" y="2460"/>
                </a:lnTo>
                <a:lnTo>
                  <a:pt x="8277" y="2514"/>
                </a:lnTo>
                <a:lnTo>
                  <a:pt x="8063" y="2562"/>
                </a:lnTo>
                <a:lnTo>
                  <a:pt x="7847" y="2604"/>
                </a:lnTo>
                <a:lnTo>
                  <a:pt x="7632" y="2642"/>
                </a:lnTo>
                <a:lnTo>
                  <a:pt x="7417" y="2674"/>
                </a:lnTo>
                <a:lnTo>
                  <a:pt x="7203" y="2703"/>
                </a:lnTo>
                <a:lnTo>
                  <a:pt x="6989" y="2727"/>
                </a:lnTo>
                <a:lnTo>
                  <a:pt x="6776" y="2746"/>
                </a:lnTo>
                <a:lnTo>
                  <a:pt x="6565" y="2762"/>
                </a:lnTo>
                <a:lnTo>
                  <a:pt x="6354" y="2773"/>
                </a:lnTo>
                <a:lnTo>
                  <a:pt x="6148" y="2781"/>
                </a:lnTo>
                <a:lnTo>
                  <a:pt x="5943" y="2785"/>
                </a:lnTo>
                <a:lnTo>
                  <a:pt x="5720" y="2785"/>
                </a:lnTo>
                <a:lnTo>
                  <a:pt x="5497" y="2780"/>
                </a:lnTo>
                <a:lnTo>
                  <a:pt x="5274" y="2769"/>
                </a:lnTo>
                <a:lnTo>
                  <a:pt x="5053" y="2753"/>
                </a:lnTo>
                <a:lnTo>
                  <a:pt x="4831" y="2732"/>
                </a:lnTo>
                <a:lnTo>
                  <a:pt x="4610" y="2707"/>
                </a:lnTo>
                <a:lnTo>
                  <a:pt x="4391" y="2674"/>
                </a:lnTo>
                <a:lnTo>
                  <a:pt x="4172" y="2639"/>
                </a:lnTo>
                <a:lnTo>
                  <a:pt x="3956" y="2596"/>
                </a:lnTo>
                <a:lnTo>
                  <a:pt x="3742" y="2548"/>
                </a:lnTo>
                <a:lnTo>
                  <a:pt x="3529" y="2495"/>
                </a:lnTo>
                <a:lnTo>
                  <a:pt x="3319" y="2436"/>
                </a:lnTo>
                <a:lnTo>
                  <a:pt x="3111" y="2371"/>
                </a:lnTo>
                <a:lnTo>
                  <a:pt x="2908" y="2302"/>
                </a:lnTo>
                <a:lnTo>
                  <a:pt x="2705" y="2225"/>
                </a:lnTo>
                <a:lnTo>
                  <a:pt x="2508" y="2143"/>
                </a:lnTo>
                <a:lnTo>
                  <a:pt x="2313" y="2055"/>
                </a:lnTo>
                <a:lnTo>
                  <a:pt x="2123" y="1962"/>
                </a:lnTo>
                <a:lnTo>
                  <a:pt x="1936" y="1862"/>
                </a:lnTo>
                <a:lnTo>
                  <a:pt x="1754" y="1757"/>
                </a:lnTo>
                <a:lnTo>
                  <a:pt x="1577" y="1645"/>
                </a:lnTo>
                <a:lnTo>
                  <a:pt x="1404" y="1527"/>
                </a:lnTo>
                <a:lnTo>
                  <a:pt x="1237" y="1403"/>
                </a:lnTo>
                <a:lnTo>
                  <a:pt x="1075" y="1272"/>
                </a:lnTo>
                <a:lnTo>
                  <a:pt x="919" y="1136"/>
                </a:lnTo>
                <a:lnTo>
                  <a:pt x="768" y="993"/>
                </a:lnTo>
                <a:lnTo>
                  <a:pt x="623" y="844"/>
                </a:lnTo>
                <a:lnTo>
                  <a:pt x="484" y="688"/>
                </a:lnTo>
                <a:lnTo>
                  <a:pt x="352" y="526"/>
                </a:lnTo>
                <a:lnTo>
                  <a:pt x="228" y="357"/>
                </a:lnTo>
                <a:lnTo>
                  <a:pt x="110" y="18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64000">
                <a:srgbClr val="0F3A5C"/>
              </a:gs>
              <a:gs pos="41000">
                <a:srgbClr val="0F3A5C"/>
              </a:gs>
              <a:gs pos="14000">
                <a:srgbClr val="06538C"/>
              </a:gs>
              <a:gs pos="94000">
                <a:schemeClr val="accent1"/>
              </a:gs>
            </a:gsLst>
            <a:lin ang="0" scaled="1"/>
          </a:gradFill>
          <a:ln w="25400">
            <a:gradFill>
              <a:gsLst>
                <a:gs pos="58420">
                  <a:srgbClr val="0F3A5C"/>
                </a:gs>
                <a:gs pos="46000">
                  <a:srgbClr val="0F3A5C"/>
                </a:gs>
                <a:gs pos="0">
                  <a:schemeClr val="accent4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156" name="Freeform 26">
            <a:extLst>
              <a:ext uri="{FF2B5EF4-FFF2-40B4-BE49-F238E27FC236}">
                <a16:creationId xmlns:a16="http://schemas.microsoft.com/office/drawing/2014/main" id="{5BBCA367-827E-447B-86B2-2A40DDBF7404}"/>
              </a:ext>
            </a:extLst>
          </p:cNvPr>
          <p:cNvSpPr>
            <a:spLocks/>
          </p:cNvSpPr>
          <p:nvPr/>
        </p:nvSpPr>
        <p:spPr bwMode="auto">
          <a:xfrm>
            <a:off x="2984204" y="2776688"/>
            <a:ext cx="1322388" cy="1911350"/>
          </a:xfrm>
          <a:custGeom>
            <a:avLst/>
            <a:gdLst>
              <a:gd name="T0" fmla="*/ 0 w 2498"/>
              <a:gd name="T1" fmla="*/ 3613 h 3613"/>
              <a:gd name="T2" fmla="*/ 68 w 2498"/>
              <a:gd name="T3" fmla="*/ 3516 h 3613"/>
              <a:gd name="T4" fmla="*/ 137 w 2498"/>
              <a:gd name="T5" fmla="*/ 3423 h 3613"/>
              <a:gd name="T6" fmla="*/ 210 w 2498"/>
              <a:gd name="T7" fmla="*/ 3333 h 3613"/>
              <a:gd name="T8" fmla="*/ 286 w 2498"/>
              <a:gd name="T9" fmla="*/ 3247 h 3613"/>
              <a:gd name="T10" fmla="*/ 365 w 2498"/>
              <a:gd name="T11" fmla="*/ 3164 h 3613"/>
              <a:gd name="T12" fmla="*/ 449 w 2498"/>
              <a:gd name="T13" fmla="*/ 3085 h 3613"/>
              <a:gd name="T14" fmla="*/ 534 w 2498"/>
              <a:gd name="T15" fmla="*/ 3008 h 3613"/>
              <a:gd name="T16" fmla="*/ 624 w 2498"/>
              <a:gd name="T17" fmla="*/ 2933 h 3613"/>
              <a:gd name="T18" fmla="*/ 719 w 2498"/>
              <a:gd name="T19" fmla="*/ 2863 h 3613"/>
              <a:gd name="T20" fmla="*/ 819 w 2498"/>
              <a:gd name="T21" fmla="*/ 2794 h 3613"/>
              <a:gd name="T22" fmla="*/ 923 w 2498"/>
              <a:gd name="T23" fmla="*/ 2728 h 3613"/>
              <a:gd name="T24" fmla="*/ 1032 w 2498"/>
              <a:gd name="T25" fmla="*/ 2665 h 3613"/>
              <a:gd name="T26" fmla="*/ 1147 w 2498"/>
              <a:gd name="T27" fmla="*/ 2605 h 3613"/>
              <a:gd name="T28" fmla="*/ 1267 w 2498"/>
              <a:gd name="T29" fmla="*/ 2547 h 3613"/>
              <a:gd name="T30" fmla="*/ 1393 w 2498"/>
              <a:gd name="T31" fmla="*/ 2492 h 3613"/>
              <a:gd name="T32" fmla="*/ 1526 w 2498"/>
              <a:gd name="T33" fmla="*/ 2439 h 3613"/>
              <a:gd name="T34" fmla="*/ 2498 w 2498"/>
              <a:gd name="T35" fmla="*/ 1785 h 3613"/>
              <a:gd name="T36" fmla="*/ 1526 w 2498"/>
              <a:gd name="T37" fmla="*/ 1233 h 3613"/>
              <a:gd name="T38" fmla="*/ 1403 w 2498"/>
              <a:gd name="T39" fmla="*/ 1176 h 3613"/>
              <a:gd name="T40" fmla="*/ 1281 w 2498"/>
              <a:gd name="T41" fmla="*/ 1117 h 3613"/>
              <a:gd name="T42" fmla="*/ 1165 w 2498"/>
              <a:gd name="T43" fmla="*/ 1057 h 3613"/>
              <a:gd name="T44" fmla="*/ 1051 w 2498"/>
              <a:gd name="T45" fmla="*/ 993 h 3613"/>
              <a:gd name="T46" fmla="*/ 941 w 2498"/>
              <a:gd name="T47" fmla="*/ 926 h 3613"/>
              <a:gd name="T48" fmla="*/ 833 w 2498"/>
              <a:gd name="T49" fmla="*/ 858 h 3613"/>
              <a:gd name="T50" fmla="*/ 730 w 2498"/>
              <a:gd name="T51" fmla="*/ 786 h 3613"/>
              <a:gd name="T52" fmla="*/ 631 w 2498"/>
              <a:gd name="T53" fmla="*/ 712 h 3613"/>
              <a:gd name="T54" fmla="*/ 536 w 2498"/>
              <a:gd name="T55" fmla="*/ 635 h 3613"/>
              <a:gd name="T56" fmla="*/ 445 w 2498"/>
              <a:gd name="T57" fmla="*/ 555 h 3613"/>
              <a:gd name="T58" fmla="*/ 359 w 2498"/>
              <a:gd name="T59" fmla="*/ 470 h 3613"/>
              <a:gd name="T60" fmla="*/ 277 w 2498"/>
              <a:gd name="T61" fmla="*/ 383 h 3613"/>
              <a:gd name="T62" fmla="*/ 200 w 2498"/>
              <a:gd name="T63" fmla="*/ 293 h 3613"/>
              <a:gd name="T64" fmla="*/ 128 w 2498"/>
              <a:gd name="T65" fmla="*/ 198 h 3613"/>
              <a:gd name="T66" fmla="*/ 62 w 2498"/>
              <a:gd name="T67" fmla="*/ 101 h 3613"/>
              <a:gd name="T68" fmla="*/ 0 w 2498"/>
              <a:gd name="T69" fmla="*/ 0 h 3613"/>
              <a:gd name="T70" fmla="*/ 0 w 2498"/>
              <a:gd name="T71" fmla="*/ 1290 h 3613"/>
              <a:gd name="T72" fmla="*/ 0 w 2498"/>
              <a:gd name="T73" fmla="*/ 2960 h 3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498" h="3613">
                <a:moveTo>
                  <a:pt x="0" y="2960"/>
                </a:moveTo>
                <a:lnTo>
                  <a:pt x="0" y="3613"/>
                </a:lnTo>
                <a:lnTo>
                  <a:pt x="33" y="3564"/>
                </a:lnTo>
                <a:lnTo>
                  <a:pt x="68" y="3516"/>
                </a:lnTo>
                <a:lnTo>
                  <a:pt x="103" y="3469"/>
                </a:lnTo>
                <a:lnTo>
                  <a:pt x="137" y="3423"/>
                </a:lnTo>
                <a:lnTo>
                  <a:pt x="174" y="3378"/>
                </a:lnTo>
                <a:lnTo>
                  <a:pt x="210" y="3333"/>
                </a:lnTo>
                <a:lnTo>
                  <a:pt x="249" y="3290"/>
                </a:lnTo>
                <a:lnTo>
                  <a:pt x="286" y="3247"/>
                </a:lnTo>
                <a:lnTo>
                  <a:pt x="326" y="3205"/>
                </a:lnTo>
                <a:lnTo>
                  <a:pt x="365" y="3164"/>
                </a:lnTo>
                <a:lnTo>
                  <a:pt x="406" y="3124"/>
                </a:lnTo>
                <a:lnTo>
                  <a:pt x="449" y="3085"/>
                </a:lnTo>
                <a:lnTo>
                  <a:pt x="491" y="3045"/>
                </a:lnTo>
                <a:lnTo>
                  <a:pt x="534" y="3008"/>
                </a:lnTo>
                <a:lnTo>
                  <a:pt x="579" y="2970"/>
                </a:lnTo>
                <a:lnTo>
                  <a:pt x="624" y="2933"/>
                </a:lnTo>
                <a:lnTo>
                  <a:pt x="672" y="2897"/>
                </a:lnTo>
                <a:lnTo>
                  <a:pt x="719" y="2863"/>
                </a:lnTo>
                <a:lnTo>
                  <a:pt x="769" y="2828"/>
                </a:lnTo>
                <a:lnTo>
                  <a:pt x="819" y="2794"/>
                </a:lnTo>
                <a:lnTo>
                  <a:pt x="870" y="2760"/>
                </a:lnTo>
                <a:lnTo>
                  <a:pt x="923" y="2728"/>
                </a:lnTo>
                <a:lnTo>
                  <a:pt x="977" y="2696"/>
                </a:lnTo>
                <a:lnTo>
                  <a:pt x="1032" y="2665"/>
                </a:lnTo>
                <a:lnTo>
                  <a:pt x="1089" y="2635"/>
                </a:lnTo>
                <a:lnTo>
                  <a:pt x="1147" y="2605"/>
                </a:lnTo>
                <a:lnTo>
                  <a:pt x="1206" y="2576"/>
                </a:lnTo>
                <a:lnTo>
                  <a:pt x="1267" y="2547"/>
                </a:lnTo>
                <a:lnTo>
                  <a:pt x="1330" y="2519"/>
                </a:lnTo>
                <a:lnTo>
                  <a:pt x="1393" y="2492"/>
                </a:lnTo>
                <a:lnTo>
                  <a:pt x="1460" y="2465"/>
                </a:lnTo>
                <a:lnTo>
                  <a:pt x="1526" y="2439"/>
                </a:lnTo>
                <a:lnTo>
                  <a:pt x="1526" y="2901"/>
                </a:lnTo>
                <a:lnTo>
                  <a:pt x="2498" y="1785"/>
                </a:lnTo>
                <a:lnTo>
                  <a:pt x="1526" y="642"/>
                </a:lnTo>
                <a:lnTo>
                  <a:pt x="1526" y="1233"/>
                </a:lnTo>
                <a:lnTo>
                  <a:pt x="1463" y="1206"/>
                </a:lnTo>
                <a:lnTo>
                  <a:pt x="1403" y="1176"/>
                </a:lnTo>
                <a:lnTo>
                  <a:pt x="1342" y="1147"/>
                </a:lnTo>
                <a:lnTo>
                  <a:pt x="1281" y="1117"/>
                </a:lnTo>
                <a:lnTo>
                  <a:pt x="1223" y="1088"/>
                </a:lnTo>
                <a:lnTo>
                  <a:pt x="1165" y="1057"/>
                </a:lnTo>
                <a:lnTo>
                  <a:pt x="1107" y="1025"/>
                </a:lnTo>
                <a:lnTo>
                  <a:pt x="1051" y="993"/>
                </a:lnTo>
                <a:lnTo>
                  <a:pt x="994" y="960"/>
                </a:lnTo>
                <a:lnTo>
                  <a:pt x="941" y="926"/>
                </a:lnTo>
                <a:lnTo>
                  <a:pt x="887" y="893"/>
                </a:lnTo>
                <a:lnTo>
                  <a:pt x="833" y="858"/>
                </a:lnTo>
                <a:lnTo>
                  <a:pt x="782" y="822"/>
                </a:lnTo>
                <a:lnTo>
                  <a:pt x="730" y="786"/>
                </a:lnTo>
                <a:lnTo>
                  <a:pt x="681" y="749"/>
                </a:lnTo>
                <a:lnTo>
                  <a:pt x="631" y="712"/>
                </a:lnTo>
                <a:lnTo>
                  <a:pt x="583" y="674"/>
                </a:lnTo>
                <a:lnTo>
                  <a:pt x="536" y="635"/>
                </a:lnTo>
                <a:lnTo>
                  <a:pt x="490" y="594"/>
                </a:lnTo>
                <a:lnTo>
                  <a:pt x="445" y="555"/>
                </a:lnTo>
                <a:lnTo>
                  <a:pt x="401" y="512"/>
                </a:lnTo>
                <a:lnTo>
                  <a:pt x="359" y="470"/>
                </a:lnTo>
                <a:lnTo>
                  <a:pt x="318" y="428"/>
                </a:lnTo>
                <a:lnTo>
                  <a:pt x="277" y="383"/>
                </a:lnTo>
                <a:lnTo>
                  <a:pt x="238" y="338"/>
                </a:lnTo>
                <a:lnTo>
                  <a:pt x="200" y="293"/>
                </a:lnTo>
                <a:lnTo>
                  <a:pt x="164" y="246"/>
                </a:lnTo>
                <a:lnTo>
                  <a:pt x="128" y="198"/>
                </a:lnTo>
                <a:lnTo>
                  <a:pt x="95" y="151"/>
                </a:lnTo>
                <a:lnTo>
                  <a:pt x="62" y="101"/>
                </a:lnTo>
                <a:lnTo>
                  <a:pt x="30" y="51"/>
                </a:lnTo>
                <a:lnTo>
                  <a:pt x="0" y="0"/>
                </a:lnTo>
                <a:lnTo>
                  <a:pt x="0" y="444"/>
                </a:lnTo>
                <a:lnTo>
                  <a:pt x="0" y="1290"/>
                </a:lnTo>
                <a:lnTo>
                  <a:pt x="0" y="2137"/>
                </a:lnTo>
                <a:lnTo>
                  <a:pt x="0" y="2960"/>
                </a:lnTo>
                <a:close/>
              </a:path>
            </a:pathLst>
          </a:custGeom>
          <a:solidFill>
            <a:schemeClr val="accent4">
              <a:alpha val="78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+mj-lt"/>
            </a:endParaRP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6F3940F9-3D1A-4A5C-A7C6-1133CE43EBE9}"/>
              </a:ext>
            </a:extLst>
          </p:cNvPr>
          <p:cNvGrpSpPr/>
          <p:nvPr/>
        </p:nvGrpSpPr>
        <p:grpSpPr>
          <a:xfrm>
            <a:off x="725191" y="1859113"/>
            <a:ext cx="2000250" cy="234950"/>
            <a:chOff x="671513" y="1701801"/>
            <a:chExt cx="2000250" cy="234950"/>
          </a:xfr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2"/>
              </a:gs>
            </a:gsLst>
            <a:lin ang="5400000" scaled="1"/>
          </a:gradFill>
        </p:grpSpPr>
        <p:sp>
          <p:nvSpPr>
            <p:cNvPr id="494" name="Freeform 6">
              <a:extLst>
                <a:ext uri="{FF2B5EF4-FFF2-40B4-BE49-F238E27FC236}">
                  <a16:creationId xmlns:a16="http://schemas.microsoft.com/office/drawing/2014/main" id="{0809F942-8ACF-4806-98F0-3C3B49E9D5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513" y="1701801"/>
              <a:ext cx="254000" cy="169863"/>
            </a:xfrm>
            <a:custGeom>
              <a:avLst/>
              <a:gdLst>
                <a:gd name="T0" fmla="*/ 115 w 479"/>
                <a:gd name="T1" fmla="*/ 97 h 319"/>
                <a:gd name="T2" fmla="*/ 234 w 479"/>
                <a:gd name="T3" fmla="*/ 97 h 319"/>
                <a:gd name="T4" fmla="*/ 234 w 479"/>
                <a:gd name="T5" fmla="*/ 0 h 319"/>
                <a:gd name="T6" fmla="*/ 361 w 479"/>
                <a:gd name="T7" fmla="*/ 0 h 319"/>
                <a:gd name="T8" fmla="*/ 361 w 479"/>
                <a:gd name="T9" fmla="*/ 97 h 319"/>
                <a:gd name="T10" fmla="*/ 479 w 479"/>
                <a:gd name="T11" fmla="*/ 97 h 319"/>
                <a:gd name="T12" fmla="*/ 477 w 479"/>
                <a:gd name="T13" fmla="*/ 319 h 319"/>
                <a:gd name="T14" fmla="*/ 0 w 479"/>
                <a:gd name="T15" fmla="*/ 319 h 319"/>
                <a:gd name="T16" fmla="*/ 0 w 479"/>
                <a:gd name="T17" fmla="*/ 224 h 319"/>
                <a:gd name="T18" fmla="*/ 115 w 479"/>
                <a:gd name="T19" fmla="*/ 224 h 319"/>
                <a:gd name="T20" fmla="*/ 115 w 479"/>
                <a:gd name="T21" fmla="*/ 97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9" h="319">
                  <a:moveTo>
                    <a:pt x="115" y="97"/>
                  </a:moveTo>
                  <a:lnTo>
                    <a:pt x="234" y="97"/>
                  </a:lnTo>
                  <a:lnTo>
                    <a:pt x="234" y="0"/>
                  </a:lnTo>
                  <a:lnTo>
                    <a:pt x="361" y="0"/>
                  </a:lnTo>
                  <a:lnTo>
                    <a:pt x="361" y="97"/>
                  </a:lnTo>
                  <a:lnTo>
                    <a:pt x="479" y="97"/>
                  </a:lnTo>
                  <a:lnTo>
                    <a:pt x="477" y="319"/>
                  </a:lnTo>
                  <a:lnTo>
                    <a:pt x="0" y="319"/>
                  </a:lnTo>
                  <a:lnTo>
                    <a:pt x="0" y="224"/>
                  </a:lnTo>
                  <a:lnTo>
                    <a:pt x="115" y="224"/>
                  </a:lnTo>
                  <a:lnTo>
                    <a:pt x="115" y="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495" name="Freeform 7">
              <a:extLst>
                <a:ext uri="{FF2B5EF4-FFF2-40B4-BE49-F238E27FC236}">
                  <a16:creationId xmlns:a16="http://schemas.microsoft.com/office/drawing/2014/main" id="{0013A3B5-1DDB-463D-9AE4-F8FAC8478606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601" y="1755776"/>
              <a:ext cx="125413" cy="115888"/>
            </a:xfrm>
            <a:custGeom>
              <a:avLst/>
              <a:gdLst>
                <a:gd name="T0" fmla="*/ 107 w 238"/>
                <a:gd name="T1" fmla="*/ 0 h 217"/>
                <a:gd name="T2" fmla="*/ 233 w 238"/>
                <a:gd name="T3" fmla="*/ 0 h 217"/>
                <a:gd name="T4" fmla="*/ 238 w 238"/>
                <a:gd name="T5" fmla="*/ 217 h 217"/>
                <a:gd name="T6" fmla="*/ 0 w 238"/>
                <a:gd name="T7" fmla="*/ 217 h 217"/>
                <a:gd name="T8" fmla="*/ 0 w 238"/>
                <a:gd name="T9" fmla="*/ 122 h 217"/>
                <a:gd name="T10" fmla="*/ 107 w 238"/>
                <a:gd name="T11" fmla="*/ 122 h 217"/>
                <a:gd name="T12" fmla="*/ 107 w 238"/>
                <a:gd name="T13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217">
                  <a:moveTo>
                    <a:pt x="107" y="0"/>
                  </a:moveTo>
                  <a:lnTo>
                    <a:pt x="233" y="0"/>
                  </a:lnTo>
                  <a:lnTo>
                    <a:pt x="238" y="217"/>
                  </a:lnTo>
                  <a:lnTo>
                    <a:pt x="0" y="217"/>
                  </a:lnTo>
                  <a:lnTo>
                    <a:pt x="0" y="122"/>
                  </a:lnTo>
                  <a:lnTo>
                    <a:pt x="107" y="122"/>
                  </a:lnTo>
                  <a:lnTo>
                    <a:pt x="10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496" name="Freeform 8">
              <a:extLst>
                <a:ext uri="{FF2B5EF4-FFF2-40B4-BE49-F238E27FC236}">
                  <a16:creationId xmlns:a16="http://schemas.microsoft.com/office/drawing/2014/main" id="{20E16184-E96B-47E9-BD41-1DE4C5716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226" y="1755776"/>
              <a:ext cx="185738" cy="115888"/>
            </a:xfrm>
            <a:custGeom>
              <a:avLst/>
              <a:gdLst>
                <a:gd name="T0" fmla="*/ 110 w 351"/>
                <a:gd name="T1" fmla="*/ 0 h 217"/>
                <a:gd name="T2" fmla="*/ 237 w 351"/>
                <a:gd name="T3" fmla="*/ 0 h 217"/>
                <a:gd name="T4" fmla="*/ 237 w 351"/>
                <a:gd name="T5" fmla="*/ 122 h 217"/>
                <a:gd name="T6" fmla="*/ 351 w 351"/>
                <a:gd name="T7" fmla="*/ 122 h 217"/>
                <a:gd name="T8" fmla="*/ 351 w 351"/>
                <a:gd name="T9" fmla="*/ 217 h 217"/>
                <a:gd name="T10" fmla="*/ 0 w 351"/>
                <a:gd name="T11" fmla="*/ 217 h 217"/>
                <a:gd name="T12" fmla="*/ 0 w 351"/>
                <a:gd name="T13" fmla="*/ 122 h 217"/>
                <a:gd name="T14" fmla="*/ 110 w 351"/>
                <a:gd name="T15" fmla="*/ 122 h 217"/>
                <a:gd name="T16" fmla="*/ 110 w 351"/>
                <a:gd name="T17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1" h="217">
                  <a:moveTo>
                    <a:pt x="110" y="0"/>
                  </a:moveTo>
                  <a:lnTo>
                    <a:pt x="237" y="0"/>
                  </a:lnTo>
                  <a:lnTo>
                    <a:pt x="237" y="122"/>
                  </a:lnTo>
                  <a:lnTo>
                    <a:pt x="351" y="122"/>
                  </a:lnTo>
                  <a:lnTo>
                    <a:pt x="351" y="217"/>
                  </a:lnTo>
                  <a:lnTo>
                    <a:pt x="0" y="217"/>
                  </a:lnTo>
                  <a:lnTo>
                    <a:pt x="0" y="122"/>
                  </a:lnTo>
                  <a:lnTo>
                    <a:pt x="110" y="122"/>
                  </a:lnTo>
                  <a:lnTo>
                    <a:pt x="11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497" name="Freeform 9">
              <a:extLst>
                <a:ext uri="{FF2B5EF4-FFF2-40B4-BE49-F238E27FC236}">
                  <a16:creationId xmlns:a16="http://schemas.microsoft.com/office/drawing/2014/main" id="{2628A5AB-9491-448C-84FE-2E18ADE2F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638" y="1706563"/>
              <a:ext cx="303213" cy="165100"/>
            </a:xfrm>
            <a:custGeom>
              <a:avLst/>
              <a:gdLst>
                <a:gd name="T0" fmla="*/ 357 w 573"/>
                <a:gd name="T1" fmla="*/ 0 h 310"/>
                <a:gd name="T2" fmla="*/ 483 w 573"/>
                <a:gd name="T3" fmla="*/ 0 h 310"/>
                <a:gd name="T4" fmla="*/ 483 w 573"/>
                <a:gd name="T5" fmla="*/ 98 h 310"/>
                <a:gd name="T6" fmla="*/ 573 w 573"/>
                <a:gd name="T7" fmla="*/ 98 h 310"/>
                <a:gd name="T8" fmla="*/ 573 w 573"/>
                <a:gd name="T9" fmla="*/ 215 h 310"/>
                <a:gd name="T10" fmla="*/ 573 w 573"/>
                <a:gd name="T11" fmla="*/ 310 h 310"/>
                <a:gd name="T12" fmla="*/ 236 w 573"/>
                <a:gd name="T13" fmla="*/ 310 h 310"/>
                <a:gd name="T14" fmla="*/ 116 w 573"/>
                <a:gd name="T15" fmla="*/ 310 h 310"/>
                <a:gd name="T16" fmla="*/ 0 w 573"/>
                <a:gd name="T17" fmla="*/ 310 h 310"/>
                <a:gd name="T18" fmla="*/ 0 w 573"/>
                <a:gd name="T19" fmla="*/ 215 h 310"/>
                <a:gd name="T20" fmla="*/ 0 w 573"/>
                <a:gd name="T21" fmla="*/ 1 h 310"/>
                <a:gd name="T22" fmla="*/ 116 w 573"/>
                <a:gd name="T23" fmla="*/ 1 h 310"/>
                <a:gd name="T24" fmla="*/ 116 w 573"/>
                <a:gd name="T25" fmla="*/ 215 h 310"/>
                <a:gd name="T26" fmla="*/ 236 w 573"/>
                <a:gd name="T27" fmla="*/ 215 h 310"/>
                <a:gd name="T28" fmla="*/ 236 w 573"/>
                <a:gd name="T29" fmla="*/ 98 h 310"/>
                <a:gd name="T30" fmla="*/ 357 w 573"/>
                <a:gd name="T31" fmla="*/ 98 h 310"/>
                <a:gd name="T32" fmla="*/ 357 w 573"/>
                <a:gd name="T33" fmla="*/ 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73" h="310">
                  <a:moveTo>
                    <a:pt x="357" y="0"/>
                  </a:moveTo>
                  <a:lnTo>
                    <a:pt x="483" y="0"/>
                  </a:lnTo>
                  <a:lnTo>
                    <a:pt x="483" y="98"/>
                  </a:lnTo>
                  <a:lnTo>
                    <a:pt x="573" y="98"/>
                  </a:lnTo>
                  <a:lnTo>
                    <a:pt x="573" y="215"/>
                  </a:lnTo>
                  <a:lnTo>
                    <a:pt x="573" y="310"/>
                  </a:lnTo>
                  <a:lnTo>
                    <a:pt x="236" y="310"/>
                  </a:lnTo>
                  <a:lnTo>
                    <a:pt x="116" y="310"/>
                  </a:lnTo>
                  <a:lnTo>
                    <a:pt x="0" y="310"/>
                  </a:lnTo>
                  <a:lnTo>
                    <a:pt x="0" y="215"/>
                  </a:lnTo>
                  <a:lnTo>
                    <a:pt x="0" y="1"/>
                  </a:lnTo>
                  <a:lnTo>
                    <a:pt x="116" y="1"/>
                  </a:lnTo>
                  <a:lnTo>
                    <a:pt x="116" y="215"/>
                  </a:lnTo>
                  <a:lnTo>
                    <a:pt x="236" y="215"/>
                  </a:lnTo>
                  <a:lnTo>
                    <a:pt x="236" y="98"/>
                  </a:lnTo>
                  <a:lnTo>
                    <a:pt x="357" y="98"/>
                  </a:lnTo>
                  <a:lnTo>
                    <a:pt x="35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498" name="Freeform 10">
              <a:extLst>
                <a:ext uri="{FF2B5EF4-FFF2-40B4-BE49-F238E27FC236}">
                  <a16:creationId xmlns:a16="http://schemas.microsoft.com/office/drawing/2014/main" id="{E0925958-90C1-4EC2-AAA6-400D79F4A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763" y="1709738"/>
              <a:ext cx="381000" cy="161925"/>
            </a:xfrm>
            <a:custGeom>
              <a:avLst/>
              <a:gdLst>
                <a:gd name="T0" fmla="*/ 107 w 720"/>
                <a:gd name="T1" fmla="*/ 74 h 304"/>
                <a:gd name="T2" fmla="*/ 236 w 720"/>
                <a:gd name="T3" fmla="*/ 74 h 304"/>
                <a:gd name="T4" fmla="*/ 236 w 720"/>
                <a:gd name="T5" fmla="*/ 0 h 304"/>
                <a:gd name="T6" fmla="*/ 378 w 720"/>
                <a:gd name="T7" fmla="*/ 0 h 304"/>
                <a:gd name="T8" fmla="*/ 378 w 720"/>
                <a:gd name="T9" fmla="*/ 74 h 304"/>
                <a:gd name="T10" fmla="*/ 378 w 720"/>
                <a:gd name="T11" fmla="*/ 136 h 304"/>
                <a:gd name="T12" fmla="*/ 378 w 720"/>
                <a:gd name="T13" fmla="*/ 209 h 304"/>
                <a:gd name="T14" fmla="*/ 479 w 720"/>
                <a:gd name="T15" fmla="*/ 209 h 304"/>
                <a:gd name="T16" fmla="*/ 479 w 720"/>
                <a:gd name="T17" fmla="*/ 74 h 304"/>
                <a:gd name="T18" fmla="*/ 614 w 720"/>
                <a:gd name="T19" fmla="*/ 74 h 304"/>
                <a:gd name="T20" fmla="*/ 614 w 720"/>
                <a:gd name="T21" fmla="*/ 209 h 304"/>
                <a:gd name="T22" fmla="*/ 720 w 720"/>
                <a:gd name="T23" fmla="*/ 209 h 304"/>
                <a:gd name="T24" fmla="*/ 720 w 720"/>
                <a:gd name="T25" fmla="*/ 304 h 304"/>
                <a:gd name="T26" fmla="*/ 0 w 720"/>
                <a:gd name="T27" fmla="*/ 304 h 304"/>
                <a:gd name="T28" fmla="*/ 0 w 720"/>
                <a:gd name="T29" fmla="*/ 209 h 304"/>
                <a:gd name="T30" fmla="*/ 107 w 720"/>
                <a:gd name="T31" fmla="*/ 209 h 304"/>
                <a:gd name="T32" fmla="*/ 107 w 720"/>
                <a:gd name="T33" fmla="*/ 7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20" h="304">
                  <a:moveTo>
                    <a:pt x="107" y="74"/>
                  </a:moveTo>
                  <a:lnTo>
                    <a:pt x="236" y="74"/>
                  </a:lnTo>
                  <a:lnTo>
                    <a:pt x="236" y="0"/>
                  </a:lnTo>
                  <a:lnTo>
                    <a:pt x="378" y="0"/>
                  </a:lnTo>
                  <a:lnTo>
                    <a:pt x="378" y="74"/>
                  </a:lnTo>
                  <a:lnTo>
                    <a:pt x="378" y="136"/>
                  </a:lnTo>
                  <a:lnTo>
                    <a:pt x="378" y="209"/>
                  </a:lnTo>
                  <a:lnTo>
                    <a:pt x="479" y="209"/>
                  </a:lnTo>
                  <a:lnTo>
                    <a:pt x="479" y="74"/>
                  </a:lnTo>
                  <a:lnTo>
                    <a:pt x="614" y="74"/>
                  </a:lnTo>
                  <a:lnTo>
                    <a:pt x="614" y="209"/>
                  </a:lnTo>
                  <a:lnTo>
                    <a:pt x="720" y="209"/>
                  </a:lnTo>
                  <a:lnTo>
                    <a:pt x="720" y="304"/>
                  </a:lnTo>
                  <a:lnTo>
                    <a:pt x="0" y="304"/>
                  </a:lnTo>
                  <a:lnTo>
                    <a:pt x="0" y="209"/>
                  </a:lnTo>
                  <a:lnTo>
                    <a:pt x="107" y="209"/>
                  </a:lnTo>
                  <a:lnTo>
                    <a:pt x="107" y="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499" name="Rectangle 11">
              <a:extLst>
                <a:ext uri="{FF2B5EF4-FFF2-40B4-BE49-F238E27FC236}">
                  <a16:creationId xmlns:a16="http://schemas.microsoft.com/office/drawing/2014/main" id="{5EC8F06C-A400-4A51-AF99-7EB68B657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9163" y="1887538"/>
              <a:ext cx="482600" cy="49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500" name="Rectangle 12">
              <a:extLst>
                <a:ext uri="{FF2B5EF4-FFF2-40B4-BE49-F238E27FC236}">
                  <a16:creationId xmlns:a16="http://schemas.microsoft.com/office/drawing/2014/main" id="{D8DD8E33-E6EA-4521-90CF-83300FCF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9163" y="1820863"/>
              <a:ext cx="38100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501" name="Freeform 13">
              <a:extLst>
                <a:ext uri="{FF2B5EF4-FFF2-40B4-BE49-F238E27FC236}">
                  <a16:creationId xmlns:a16="http://schemas.microsoft.com/office/drawing/2014/main" id="{1CEB0884-E7DD-4B42-AEF1-DA415D9B0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0901" y="1757363"/>
              <a:ext cx="42863" cy="114300"/>
            </a:xfrm>
            <a:custGeom>
              <a:avLst/>
              <a:gdLst>
                <a:gd name="T0" fmla="*/ 81 w 81"/>
                <a:gd name="T1" fmla="*/ 119 h 214"/>
                <a:gd name="T2" fmla="*/ 81 w 81"/>
                <a:gd name="T3" fmla="*/ 0 h 214"/>
                <a:gd name="T4" fmla="*/ 0 w 81"/>
                <a:gd name="T5" fmla="*/ 0 h 214"/>
                <a:gd name="T6" fmla="*/ 0 w 81"/>
                <a:gd name="T7" fmla="*/ 119 h 214"/>
                <a:gd name="T8" fmla="*/ 0 w 81"/>
                <a:gd name="T9" fmla="*/ 214 h 214"/>
                <a:gd name="T10" fmla="*/ 81 w 81"/>
                <a:gd name="T11" fmla="*/ 214 h 214"/>
                <a:gd name="T12" fmla="*/ 81 w 81"/>
                <a:gd name="T13" fmla="*/ 119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14">
                  <a:moveTo>
                    <a:pt x="81" y="119"/>
                  </a:moveTo>
                  <a:lnTo>
                    <a:pt x="81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0" y="214"/>
                  </a:lnTo>
                  <a:lnTo>
                    <a:pt x="81" y="214"/>
                  </a:lnTo>
                  <a:lnTo>
                    <a:pt x="81" y="1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502" name="Rectangle 14">
              <a:extLst>
                <a:ext uri="{FF2B5EF4-FFF2-40B4-BE49-F238E27FC236}">
                  <a16:creationId xmlns:a16="http://schemas.microsoft.com/office/drawing/2014/main" id="{DBABBECF-FA51-479B-B5BA-C9EAF33DE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0901" y="1887538"/>
              <a:ext cx="42863" cy="49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503" name="Rectangle 15">
              <a:extLst>
                <a:ext uri="{FF2B5EF4-FFF2-40B4-BE49-F238E27FC236}">
                  <a16:creationId xmlns:a16="http://schemas.microsoft.com/office/drawing/2014/main" id="{4BA7B109-35C2-4270-9C72-54C016734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0576" y="1887538"/>
              <a:ext cx="38100" cy="49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504" name="Rectangle 16">
              <a:extLst>
                <a:ext uri="{FF2B5EF4-FFF2-40B4-BE49-F238E27FC236}">
                  <a16:creationId xmlns:a16="http://schemas.microsoft.com/office/drawing/2014/main" id="{5FC928E6-33DB-4FCA-8802-242EB42E4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488" y="1887538"/>
              <a:ext cx="39688" cy="49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505" name="Rectangle 17">
              <a:extLst>
                <a:ext uri="{FF2B5EF4-FFF2-40B4-BE49-F238E27FC236}">
                  <a16:creationId xmlns:a16="http://schemas.microsoft.com/office/drawing/2014/main" id="{9DF78C1C-D4AD-41E6-BAF2-E869AAE984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488" y="1820863"/>
              <a:ext cx="39688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506" name="Rectangle 18">
              <a:extLst>
                <a:ext uri="{FF2B5EF4-FFF2-40B4-BE49-F238E27FC236}">
                  <a16:creationId xmlns:a16="http://schemas.microsoft.com/office/drawing/2014/main" id="{854AD3DE-E9F5-4C02-9D30-3DE5970F8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3188" y="1887538"/>
              <a:ext cx="601663" cy="49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507" name="Rectangle 19">
              <a:extLst>
                <a:ext uri="{FF2B5EF4-FFF2-40B4-BE49-F238E27FC236}">
                  <a16:creationId xmlns:a16="http://schemas.microsoft.com/office/drawing/2014/main" id="{2E6DA0D9-069B-4B29-B3C1-FFD667CCA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513" y="1887538"/>
              <a:ext cx="487363" cy="49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508" name="Rectangle 20">
              <a:extLst>
                <a:ext uri="{FF2B5EF4-FFF2-40B4-BE49-F238E27FC236}">
                  <a16:creationId xmlns:a16="http://schemas.microsoft.com/office/drawing/2014/main" id="{4572FEC1-8758-4201-8F8C-ED1945E9D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513" y="1887538"/>
              <a:ext cx="41275" cy="49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509" name="Freeform 21">
              <a:extLst>
                <a:ext uri="{FF2B5EF4-FFF2-40B4-BE49-F238E27FC236}">
                  <a16:creationId xmlns:a16="http://schemas.microsoft.com/office/drawing/2014/main" id="{0D49A473-FC43-4C9F-98D9-3C1710702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513" y="1714501"/>
              <a:ext cx="41275" cy="157163"/>
            </a:xfrm>
            <a:custGeom>
              <a:avLst/>
              <a:gdLst>
                <a:gd name="T0" fmla="*/ 0 w 76"/>
                <a:gd name="T1" fmla="*/ 297 h 297"/>
                <a:gd name="T2" fmla="*/ 76 w 76"/>
                <a:gd name="T3" fmla="*/ 297 h 297"/>
                <a:gd name="T4" fmla="*/ 76 w 76"/>
                <a:gd name="T5" fmla="*/ 202 h 297"/>
                <a:gd name="T6" fmla="*/ 76 w 76"/>
                <a:gd name="T7" fmla="*/ 0 h 297"/>
                <a:gd name="T8" fmla="*/ 0 w 76"/>
                <a:gd name="T9" fmla="*/ 0 h 297"/>
                <a:gd name="T10" fmla="*/ 0 w 76"/>
                <a:gd name="T11" fmla="*/ 202 h 297"/>
                <a:gd name="T12" fmla="*/ 0 w 76"/>
                <a:gd name="T13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297">
                  <a:moveTo>
                    <a:pt x="0" y="297"/>
                  </a:moveTo>
                  <a:lnTo>
                    <a:pt x="76" y="297"/>
                  </a:lnTo>
                  <a:lnTo>
                    <a:pt x="76" y="202"/>
                  </a:lnTo>
                  <a:lnTo>
                    <a:pt x="76" y="0"/>
                  </a:lnTo>
                  <a:lnTo>
                    <a:pt x="0" y="0"/>
                  </a:lnTo>
                  <a:lnTo>
                    <a:pt x="0" y="202"/>
                  </a:lnTo>
                  <a:lnTo>
                    <a:pt x="0" y="2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510" name="Rectangle 22">
              <a:extLst>
                <a:ext uri="{FF2B5EF4-FFF2-40B4-BE49-F238E27FC236}">
                  <a16:creationId xmlns:a16="http://schemas.microsoft.com/office/drawing/2014/main" id="{7E7010A2-058B-4394-8AFC-8A261F6F0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188" y="1820863"/>
              <a:ext cx="36513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511" name="Rectangle 23">
              <a:extLst>
                <a:ext uri="{FF2B5EF4-FFF2-40B4-BE49-F238E27FC236}">
                  <a16:creationId xmlns:a16="http://schemas.microsoft.com/office/drawing/2014/main" id="{06EBB3D2-8E61-406A-9FED-B3667495F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188" y="1887538"/>
              <a:ext cx="36513" cy="49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512" name="Rectangle 24">
              <a:extLst>
                <a:ext uri="{FF2B5EF4-FFF2-40B4-BE49-F238E27FC236}">
                  <a16:creationId xmlns:a16="http://schemas.microsoft.com/office/drawing/2014/main" id="{C4566B43-6FE3-42CB-8020-6E04B1A21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8101" y="1887538"/>
              <a:ext cx="41275" cy="49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513" name="Freeform 25">
              <a:extLst>
                <a:ext uri="{FF2B5EF4-FFF2-40B4-BE49-F238E27FC236}">
                  <a16:creationId xmlns:a16="http://schemas.microsoft.com/office/drawing/2014/main" id="{EB444827-9AFC-46FA-B0EE-EC06B6D03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8101" y="1755776"/>
              <a:ext cx="41275" cy="115888"/>
            </a:xfrm>
            <a:custGeom>
              <a:avLst/>
              <a:gdLst>
                <a:gd name="T0" fmla="*/ 0 w 76"/>
                <a:gd name="T1" fmla="*/ 217 h 217"/>
                <a:gd name="T2" fmla="*/ 76 w 76"/>
                <a:gd name="T3" fmla="*/ 217 h 217"/>
                <a:gd name="T4" fmla="*/ 76 w 76"/>
                <a:gd name="T5" fmla="*/ 122 h 217"/>
                <a:gd name="T6" fmla="*/ 76 w 76"/>
                <a:gd name="T7" fmla="*/ 0 h 217"/>
                <a:gd name="T8" fmla="*/ 0 w 76"/>
                <a:gd name="T9" fmla="*/ 0 h 217"/>
                <a:gd name="T10" fmla="*/ 0 w 76"/>
                <a:gd name="T11" fmla="*/ 122 h 217"/>
                <a:gd name="T12" fmla="*/ 0 w 76"/>
                <a:gd name="T13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217">
                  <a:moveTo>
                    <a:pt x="0" y="217"/>
                  </a:moveTo>
                  <a:lnTo>
                    <a:pt x="76" y="217"/>
                  </a:lnTo>
                  <a:lnTo>
                    <a:pt x="76" y="122"/>
                  </a:lnTo>
                  <a:lnTo>
                    <a:pt x="76" y="0"/>
                  </a:lnTo>
                  <a:lnTo>
                    <a:pt x="0" y="0"/>
                  </a:lnTo>
                  <a:lnTo>
                    <a:pt x="0" y="122"/>
                  </a:lnTo>
                  <a:lnTo>
                    <a:pt x="0" y="2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</p:grpSp>
      <p:sp>
        <p:nvSpPr>
          <p:cNvPr id="165" name="Freeform 59">
            <a:extLst>
              <a:ext uri="{FF2B5EF4-FFF2-40B4-BE49-F238E27FC236}">
                <a16:creationId xmlns:a16="http://schemas.microsoft.com/office/drawing/2014/main" id="{A0775D3D-16CA-4BD9-BF6F-1079F973B8DB}"/>
              </a:ext>
            </a:extLst>
          </p:cNvPr>
          <p:cNvSpPr>
            <a:spLocks/>
          </p:cNvSpPr>
          <p:nvPr/>
        </p:nvSpPr>
        <p:spPr bwMode="auto">
          <a:xfrm>
            <a:off x="9310391" y="1790850"/>
            <a:ext cx="211138" cy="3902075"/>
          </a:xfrm>
          <a:custGeom>
            <a:avLst/>
            <a:gdLst>
              <a:gd name="T0" fmla="*/ 400 w 400"/>
              <a:gd name="T1" fmla="*/ 7375 h 7375"/>
              <a:gd name="T2" fmla="*/ 0 w 400"/>
              <a:gd name="T3" fmla="*/ 6970 h 7375"/>
              <a:gd name="T4" fmla="*/ 0 w 400"/>
              <a:gd name="T5" fmla="*/ 410 h 7375"/>
              <a:gd name="T6" fmla="*/ 394 w 400"/>
              <a:gd name="T7" fmla="*/ 0 h 7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00" h="7375">
                <a:moveTo>
                  <a:pt x="400" y="7375"/>
                </a:moveTo>
                <a:lnTo>
                  <a:pt x="0" y="6970"/>
                </a:lnTo>
                <a:lnTo>
                  <a:pt x="0" y="410"/>
                </a:lnTo>
                <a:lnTo>
                  <a:pt x="394" y="0"/>
                </a:lnTo>
              </a:path>
            </a:pathLst>
          </a:custGeom>
          <a:noFill/>
          <a:ln w="38100">
            <a:solidFill>
              <a:schemeClr val="accent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166" name="Line 60">
            <a:extLst>
              <a:ext uri="{FF2B5EF4-FFF2-40B4-BE49-F238E27FC236}">
                <a16:creationId xmlns:a16="http://schemas.microsoft.com/office/drawing/2014/main" id="{9DA46064-CDE4-4AE9-BF25-7CCD9FE198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310391" y="2056061"/>
            <a:ext cx="276225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+mj-lt"/>
            </a:endParaRP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9F8A68E1-11EA-4C8C-9791-31ECEE318DDC}"/>
              </a:ext>
            </a:extLst>
          </p:cNvPr>
          <p:cNvGrpSpPr/>
          <p:nvPr/>
        </p:nvGrpSpPr>
        <p:grpSpPr>
          <a:xfrm>
            <a:off x="9580266" y="4835015"/>
            <a:ext cx="1992313" cy="519112"/>
            <a:chOff x="9526588" y="4418013"/>
            <a:chExt cx="1992313" cy="868363"/>
          </a:xfrm>
        </p:grpSpPr>
        <p:sp>
          <p:nvSpPr>
            <p:cNvPr id="482" name="Rectangle 27">
              <a:extLst>
                <a:ext uri="{FF2B5EF4-FFF2-40B4-BE49-F238E27FC236}">
                  <a16:creationId xmlns:a16="http://schemas.microsoft.com/office/drawing/2014/main" id="{DC576793-F5D4-4E36-872D-6D307D880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6588" y="4425951"/>
              <a:ext cx="57150" cy="698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483" name="Rectangle 28">
              <a:extLst>
                <a:ext uri="{FF2B5EF4-FFF2-40B4-BE49-F238E27FC236}">
                  <a16:creationId xmlns:a16="http://schemas.microsoft.com/office/drawing/2014/main" id="{FEAECD9D-223E-4AC8-B3EB-0C50A3089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6588" y="4524376"/>
              <a:ext cx="57150" cy="682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484" name="Rectangle 29">
              <a:extLst>
                <a:ext uri="{FF2B5EF4-FFF2-40B4-BE49-F238E27FC236}">
                  <a16:creationId xmlns:a16="http://schemas.microsoft.com/office/drawing/2014/main" id="{74385A7E-9106-4219-AF2B-6F7B47178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6588" y="4616451"/>
              <a:ext cx="57150" cy="698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485" name="Rectangle 30">
              <a:extLst>
                <a:ext uri="{FF2B5EF4-FFF2-40B4-BE49-F238E27FC236}">
                  <a16:creationId xmlns:a16="http://schemas.microsoft.com/office/drawing/2014/main" id="{DD77A73C-A66D-4E39-A91F-98B71508B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6588" y="4724401"/>
              <a:ext cx="57150" cy="698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486" name="Rectangle 31">
              <a:extLst>
                <a:ext uri="{FF2B5EF4-FFF2-40B4-BE49-F238E27FC236}">
                  <a16:creationId xmlns:a16="http://schemas.microsoft.com/office/drawing/2014/main" id="{C3DA9D75-572E-4984-90DD-BCCAE78CC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6588" y="4822826"/>
              <a:ext cx="57150" cy="6826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487" name="Rectangle 32">
              <a:extLst>
                <a:ext uri="{FF2B5EF4-FFF2-40B4-BE49-F238E27FC236}">
                  <a16:creationId xmlns:a16="http://schemas.microsoft.com/office/drawing/2014/main" id="{BF36196C-3851-4C57-B9F6-D8FDCDC2D8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6588" y="4919663"/>
              <a:ext cx="57150" cy="6826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488" name="Rectangle 33">
              <a:extLst>
                <a:ext uri="{FF2B5EF4-FFF2-40B4-BE49-F238E27FC236}">
                  <a16:creationId xmlns:a16="http://schemas.microsoft.com/office/drawing/2014/main" id="{A2ED6EB5-6E6E-4CB7-9A20-5BA925B56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6588" y="5018088"/>
              <a:ext cx="57150" cy="698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489" name="Rectangle 34">
              <a:extLst>
                <a:ext uri="{FF2B5EF4-FFF2-40B4-BE49-F238E27FC236}">
                  <a16:creationId xmlns:a16="http://schemas.microsoft.com/office/drawing/2014/main" id="{7614D13E-1C11-42F8-9BA3-F77FE3E05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6588" y="5122863"/>
              <a:ext cx="57150" cy="698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490" name="Rectangle 35">
              <a:extLst>
                <a:ext uri="{FF2B5EF4-FFF2-40B4-BE49-F238E27FC236}">
                  <a16:creationId xmlns:a16="http://schemas.microsoft.com/office/drawing/2014/main" id="{A9E1E7F8-2534-48D7-8ADC-A459F488B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6588" y="5214938"/>
              <a:ext cx="57150" cy="6826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491" name="Freeform 36">
              <a:extLst>
                <a:ext uri="{FF2B5EF4-FFF2-40B4-BE49-F238E27FC236}">
                  <a16:creationId xmlns:a16="http://schemas.microsoft.com/office/drawing/2014/main" id="{007AB69B-378C-4F5D-BD7B-CBCB9812D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0251" y="5002213"/>
              <a:ext cx="1898650" cy="261938"/>
            </a:xfrm>
            <a:custGeom>
              <a:avLst/>
              <a:gdLst>
                <a:gd name="T0" fmla="*/ 3589 w 3589"/>
                <a:gd name="T1" fmla="*/ 497 h 497"/>
                <a:gd name="T2" fmla="*/ 3589 w 3589"/>
                <a:gd name="T3" fmla="*/ 373 h 497"/>
                <a:gd name="T4" fmla="*/ 3589 w 3589"/>
                <a:gd name="T5" fmla="*/ 249 h 497"/>
                <a:gd name="T6" fmla="*/ 3589 w 3589"/>
                <a:gd name="T7" fmla="*/ 124 h 497"/>
                <a:gd name="T8" fmla="*/ 3589 w 3589"/>
                <a:gd name="T9" fmla="*/ 0 h 497"/>
                <a:gd name="T10" fmla="*/ 3420 w 3589"/>
                <a:gd name="T11" fmla="*/ 55 h 497"/>
                <a:gd name="T12" fmla="*/ 3285 w 3589"/>
                <a:gd name="T13" fmla="*/ 92 h 497"/>
                <a:gd name="T14" fmla="*/ 3176 w 3589"/>
                <a:gd name="T15" fmla="*/ 114 h 497"/>
                <a:gd name="T16" fmla="*/ 3089 w 3589"/>
                <a:gd name="T17" fmla="*/ 123 h 497"/>
                <a:gd name="T18" fmla="*/ 3037 w 3589"/>
                <a:gd name="T19" fmla="*/ 124 h 497"/>
                <a:gd name="T20" fmla="*/ 2969 w 3589"/>
                <a:gd name="T21" fmla="*/ 126 h 497"/>
                <a:gd name="T22" fmla="*/ 2893 w 3589"/>
                <a:gd name="T23" fmla="*/ 129 h 497"/>
                <a:gd name="T24" fmla="*/ 2818 w 3589"/>
                <a:gd name="T25" fmla="*/ 140 h 497"/>
                <a:gd name="T26" fmla="*/ 2751 w 3589"/>
                <a:gd name="T27" fmla="*/ 158 h 497"/>
                <a:gd name="T28" fmla="*/ 2689 w 3589"/>
                <a:gd name="T29" fmla="*/ 177 h 497"/>
                <a:gd name="T30" fmla="*/ 2577 w 3589"/>
                <a:gd name="T31" fmla="*/ 217 h 497"/>
                <a:gd name="T32" fmla="*/ 2523 w 3589"/>
                <a:gd name="T33" fmla="*/ 231 h 497"/>
                <a:gd name="T34" fmla="*/ 2468 w 3589"/>
                <a:gd name="T35" fmla="*/ 237 h 497"/>
                <a:gd name="T36" fmla="*/ 2438 w 3589"/>
                <a:gd name="T37" fmla="*/ 237 h 497"/>
                <a:gd name="T38" fmla="*/ 2409 w 3589"/>
                <a:gd name="T39" fmla="*/ 233 h 497"/>
                <a:gd name="T40" fmla="*/ 2379 w 3589"/>
                <a:gd name="T41" fmla="*/ 227 h 497"/>
                <a:gd name="T42" fmla="*/ 2347 w 3589"/>
                <a:gd name="T43" fmla="*/ 217 h 497"/>
                <a:gd name="T44" fmla="*/ 2261 w 3589"/>
                <a:gd name="T45" fmla="*/ 181 h 497"/>
                <a:gd name="T46" fmla="*/ 2218 w 3589"/>
                <a:gd name="T47" fmla="*/ 167 h 497"/>
                <a:gd name="T48" fmla="*/ 2168 w 3589"/>
                <a:gd name="T49" fmla="*/ 158 h 497"/>
                <a:gd name="T50" fmla="*/ 2110 w 3589"/>
                <a:gd name="T51" fmla="*/ 158 h 497"/>
                <a:gd name="T52" fmla="*/ 2039 w 3589"/>
                <a:gd name="T53" fmla="*/ 168 h 497"/>
                <a:gd name="T54" fmla="*/ 1949 w 3589"/>
                <a:gd name="T55" fmla="*/ 194 h 497"/>
                <a:gd name="T56" fmla="*/ 1839 w 3589"/>
                <a:gd name="T57" fmla="*/ 236 h 497"/>
                <a:gd name="T58" fmla="*/ 1785 w 3589"/>
                <a:gd name="T59" fmla="*/ 256 h 497"/>
                <a:gd name="T60" fmla="*/ 1725 w 3589"/>
                <a:gd name="T61" fmla="*/ 274 h 497"/>
                <a:gd name="T62" fmla="*/ 1662 w 3589"/>
                <a:gd name="T63" fmla="*/ 291 h 497"/>
                <a:gd name="T64" fmla="*/ 1598 w 3589"/>
                <a:gd name="T65" fmla="*/ 304 h 497"/>
                <a:gd name="T66" fmla="*/ 1534 w 3589"/>
                <a:gd name="T67" fmla="*/ 314 h 497"/>
                <a:gd name="T68" fmla="*/ 1472 w 3589"/>
                <a:gd name="T69" fmla="*/ 320 h 497"/>
                <a:gd name="T70" fmla="*/ 1416 w 3589"/>
                <a:gd name="T71" fmla="*/ 324 h 497"/>
                <a:gd name="T72" fmla="*/ 1366 w 3589"/>
                <a:gd name="T73" fmla="*/ 324 h 497"/>
                <a:gd name="T74" fmla="*/ 1312 w 3589"/>
                <a:gd name="T75" fmla="*/ 319 h 497"/>
                <a:gd name="T76" fmla="*/ 1258 w 3589"/>
                <a:gd name="T77" fmla="*/ 309 h 497"/>
                <a:gd name="T78" fmla="*/ 1154 w 3589"/>
                <a:gd name="T79" fmla="*/ 282 h 497"/>
                <a:gd name="T80" fmla="*/ 1103 w 3589"/>
                <a:gd name="T81" fmla="*/ 269 h 497"/>
                <a:gd name="T82" fmla="*/ 1051 w 3589"/>
                <a:gd name="T83" fmla="*/ 259 h 497"/>
                <a:gd name="T84" fmla="*/ 998 w 3589"/>
                <a:gd name="T85" fmla="*/ 254 h 497"/>
                <a:gd name="T86" fmla="*/ 943 w 3589"/>
                <a:gd name="T87" fmla="*/ 254 h 497"/>
                <a:gd name="T88" fmla="*/ 887 w 3589"/>
                <a:gd name="T89" fmla="*/ 261 h 497"/>
                <a:gd name="T90" fmla="*/ 829 w 3589"/>
                <a:gd name="T91" fmla="*/ 274 h 497"/>
                <a:gd name="T92" fmla="*/ 711 w 3589"/>
                <a:gd name="T93" fmla="*/ 309 h 497"/>
                <a:gd name="T94" fmla="*/ 593 w 3589"/>
                <a:gd name="T95" fmla="*/ 346 h 497"/>
                <a:gd name="T96" fmla="*/ 535 w 3589"/>
                <a:gd name="T97" fmla="*/ 363 h 497"/>
                <a:gd name="T98" fmla="*/ 479 w 3589"/>
                <a:gd name="T99" fmla="*/ 376 h 497"/>
                <a:gd name="T100" fmla="*/ 396 w 3589"/>
                <a:gd name="T101" fmla="*/ 382 h 497"/>
                <a:gd name="T102" fmla="*/ 254 w 3589"/>
                <a:gd name="T103" fmla="*/ 388 h 497"/>
                <a:gd name="T104" fmla="*/ 104 w 3589"/>
                <a:gd name="T105" fmla="*/ 392 h 497"/>
                <a:gd name="T106" fmla="*/ 0 w 3589"/>
                <a:gd name="T107" fmla="*/ 392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589" h="497">
                  <a:moveTo>
                    <a:pt x="0" y="497"/>
                  </a:moveTo>
                  <a:lnTo>
                    <a:pt x="3589" y="497"/>
                  </a:lnTo>
                  <a:lnTo>
                    <a:pt x="3589" y="435"/>
                  </a:lnTo>
                  <a:lnTo>
                    <a:pt x="3589" y="373"/>
                  </a:lnTo>
                  <a:lnTo>
                    <a:pt x="3589" y="310"/>
                  </a:lnTo>
                  <a:lnTo>
                    <a:pt x="3589" y="249"/>
                  </a:lnTo>
                  <a:lnTo>
                    <a:pt x="3589" y="186"/>
                  </a:lnTo>
                  <a:lnTo>
                    <a:pt x="3589" y="124"/>
                  </a:lnTo>
                  <a:lnTo>
                    <a:pt x="3589" y="62"/>
                  </a:lnTo>
                  <a:lnTo>
                    <a:pt x="3589" y="0"/>
                  </a:lnTo>
                  <a:lnTo>
                    <a:pt x="3501" y="31"/>
                  </a:lnTo>
                  <a:lnTo>
                    <a:pt x="3420" y="55"/>
                  </a:lnTo>
                  <a:lnTo>
                    <a:pt x="3349" y="76"/>
                  </a:lnTo>
                  <a:lnTo>
                    <a:pt x="3285" y="92"/>
                  </a:lnTo>
                  <a:lnTo>
                    <a:pt x="3228" y="105"/>
                  </a:lnTo>
                  <a:lnTo>
                    <a:pt x="3176" y="114"/>
                  </a:lnTo>
                  <a:lnTo>
                    <a:pt x="3130" y="119"/>
                  </a:lnTo>
                  <a:lnTo>
                    <a:pt x="3089" y="123"/>
                  </a:lnTo>
                  <a:lnTo>
                    <a:pt x="3065" y="124"/>
                  </a:lnTo>
                  <a:lnTo>
                    <a:pt x="3037" y="124"/>
                  </a:lnTo>
                  <a:lnTo>
                    <a:pt x="3005" y="124"/>
                  </a:lnTo>
                  <a:lnTo>
                    <a:pt x="2969" y="126"/>
                  </a:lnTo>
                  <a:lnTo>
                    <a:pt x="2932" y="127"/>
                  </a:lnTo>
                  <a:lnTo>
                    <a:pt x="2893" y="129"/>
                  </a:lnTo>
                  <a:lnTo>
                    <a:pt x="2855" y="133"/>
                  </a:lnTo>
                  <a:lnTo>
                    <a:pt x="2818" y="140"/>
                  </a:lnTo>
                  <a:lnTo>
                    <a:pt x="2783" y="149"/>
                  </a:lnTo>
                  <a:lnTo>
                    <a:pt x="2751" y="158"/>
                  </a:lnTo>
                  <a:lnTo>
                    <a:pt x="2720" y="167"/>
                  </a:lnTo>
                  <a:lnTo>
                    <a:pt x="2689" y="177"/>
                  </a:lnTo>
                  <a:lnTo>
                    <a:pt x="2633" y="199"/>
                  </a:lnTo>
                  <a:lnTo>
                    <a:pt x="2577" y="217"/>
                  </a:lnTo>
                  <a:lnTo>
                    <a:pt x="2550" y="224"/>
                  </a:lnTo>
                  <a:lnTo>
                    <a:pt x="2523" y="231"/>
                  </a:lnTo>
                  <a:lnTo>
                    <a:pt x="2495" y="235"/>
                  </a:lnTo>
                  <a:lnTo>
                    <a:pt x="2468" y="237"/>
                  </a:lnTo>
                  <a:lnTo>
                    <a:pt x="2454" y="237"/>
                  </a:lnTo>
                  <a:lnTo>
                    <a:pt x="2438" y="237"/>
                  </a:lnTo>
                  <a:lnTo>
                    <a:pt x="2424" y="236"/>
                  </a:lnTo>
                  <a:lnTo>
                    <a:pt x="2409" y="233"/>
                  </a:lnTo>
                  <a:lnTo>
                    <a:pt x="2395" y="231"/>
                  </a:lnTo>
                  <a:lnTo>
                    <a:pt x="2379" y="227"/>
                  </a:lnTo>
                  <a:lnTo>
                    <a:pt x="2364" y="222"/>
                  </a:lnTo>
                  <a:lnTo>
                    <a:pt x="2347" y="217"/>
                  </a:lnTo>
                  <a:lnTo>
                    <a:pt x="2304" y="199"/>
                  </a:lnTo>
                  <a:lnTo>
                    <a:pt x="2261" y="181"/>
                  </a:lnTo>
                  <a:lnTo>
                    <a:pt x="2240" y="173"/>
                  </a:lnTo>
                  <a:lnTo>
                    <a:pt x="2218" y="167"/>
                  </a:lnTo>
                  <a:lnTo>
                    <a:pt x="2194" y="160"/>
                  </a:lnTo>
                  <a:lnTo>
                    <a:pt x="2168" y="158"/>
                  </a:lnTo>
                  <a:lnTo>
                    <a:pt x="2141" y="156"/>
                  </a:lnTo>
                  <a:lnTo>
                    <a:pt x="2110" y="158"/>
                  </a:lnTo>
                  <a:lnTo>
                    <a:pt x="2076" y="162"/>
                  </a:lnTo>
                  <a:lnTo>
                    <a:pt x="2039" y="168"/>
                  </a:lnTo>
                  <a:lnTo>
                    <a:pt x="1996" y="179"/>
                  </a:lnTo>
                  <a:lnTo>
                    <a:pt x="1949" y="194"/>
                  </a:lnTo>
                  <a:lnTo>
                    <a:pt x="1896" y="213"/>
                  </a:lnTo>
                  <a:lnTo>
                    <a:pt x="1839" y="236"/>
                  </a:lnTo>
                  <a:lnTo>
                    <a:pt x="1812" y="246"/>
                  </a:lnTo>
                  <a:lnTo>
                    <a:pt x="1785" y="256"/>
                  </a:lnTo>
                  <a:lnTo>
                    <a:pt x="1755" y="267"/>
                  </a:lnTo>
                  <a:lnTo>
                    <a:pt x="1725" y="274"/>
                  </a:lnTo>
                  <a:lnTo>
                    <a:pt x="1694" y="283"/>
                  </a:lnTo>
                  <a:lnTo>
                    <a:pt x="1662" y="291"/>
                  </a:lnTo>
                  <a:lnTo>
                    <a:pt x="1630" y="297"/>
                  </a:lnTo>
                  <a:lnTo>
                    <a:pt x="1598" y="304"/>
                  </a:lnTo>
                  <a:lnTo>
                    <a:pt x="1566" y="309"/>
                  </a:lnTo>
                  <a:lnTo>
                    <a:pt x="1534" y="314"/>
                  </a:lnTo>
                  <a:lnTo>
                    <a:pt x="1503" y="318"/>
                  </a:lnTo>
                  <a:lnTo>
                    <a:pt x="1472" y="320"/>
                  </a:lnTo>
                  <a:lnTo>
                    <a:pt x="1444" y="323"/>
                  </a:lnTo>
                  <a:lnTo>
                    <a:pt x="1416" y="324"/>
                  </a:lnTo>
                  <a:lnTo>
                    <a:pt x="1390" y="324"/>
                  </a:lnTo>
                  <a:lnTo>
                    <a:pt x="1366" y="324"/>
                  </a:lnTo>
                  <a:lnTo>
                    <a:pt x="1339" y="322"/>
                  </a:lnTo>
                  <a:lnTo>
                    <a:pt x="1312" y="319"/>
                  </a:lnTo>
                  <a:lnTo>
                    <a:pt x="1285" y="314"/>
                  </a:lnTo>
                  <a:lnTo>
                    <a:pt x="1258" y="309"/>
                  </a:lnTo>
                  <a:lnTo>
                    <a:pt x="1206" y="296"/>
                  </a:lnTo>
                  <a:lnTo>
                    <a:pt x="1154" y="282"/>
                  </a:lnTo>
                  <a:lnTo>
                    <a:pt x="1129" y="276"/>
                  </a:lnTo>
                  <a:lnTo>
                    <a:pt x="1103" y="269"/>
                  </a:lnTo>
                  <a:lnTo>
                    <a:pt x="1078" y="264"/>
                  </a:lnTo>
                  <a:lnTo>
                    <a:pt x="1051" y="259"/>
                  </a:lnTo>
                  <a:lnTo>
                    <a:pt x="1025" y="256"/>
                  </a:lnTo>
                  <a:lnTo>
                    <a:pt x="998" y="254"/>
                  </a:lnTo>
                  <a:lnTo>
                    <a:pt x="971" y="253"/>
                  </a:lnTo>
                  <a:lnTo>
                    <a:pt x="943" y="254"/>
                  </a:lnTo>
                  <a:lnTo>
                    <a:pt x="915" y="256"/>
                  </a:lnTo>
                  <a:lnTo>
                    <a:pt x="887" y="261"/>
                  </a:lnTo>
                  <a:lnTo>
                    <a:pt x="857" y="267"/>
                  </a:lnTo>
                  <a:lnTo>
                    <a:pt x="829" y="274"/>
                  </a:lnTo>
                  <a:lnTo>
                    <a:pt x="770" y="290"/>
                  </a:lnTo>
                  <a:lnTo>
                    <a:pt x="711" y="309"/>
                  </a:lnTo>
                  <a:lnTo>
                    <a:pt x="652" y="328"/>
                  </a:lnTo>
                  <a:lnTo>
                    <a:pt x="593" y="346"/>
                  </a:lnTo>
                  <a:lnTo>
                    <a:pt x="565" y="355"/>
                  </a:lnTo>
                  <a:lnTo>
                    <a:pt x="535" y="363"/>
                  </a:lnTo>
                  <a:lnTo>
                    <a:pt x="507" y="370"/>
                  </a:lnTo>
                  <a:lnTo>
                    <a:pt x="479" y="376"/>
                  </a:lnTo>
                  <a:lnTo>
                    <a:pt x="448" y="379"/>
                  </a:lnTo>
                  <a:lnTo>
                    <a:pt x="396" y="382"/>
                  </a:lnTo>
                  <a:lnTo>
                    <a:pt x="329" y="386"/>
                  </a:lnTo>
                  <a:lnTo>
                    <a:pt x="254" y="388"/>
                  </a:lnTo>
                  <a:lnTo>
                    <a:pt x="175" y="391"/>
                  </a:lnTo>
                  <a:lnTo>
                    <a:pt x="104" y="392"/>
                  </a:lnTo>
                  <a:lnTo>
                    <a:pt x="42" y="392"/>
                  </a:lnTo>
                  <a:lnTo>
                    <a:pt x="0" y="392"/>
                  </a:lnTo>
                  <a:lnTo>
                    <a:pt x="0" y="49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492" name="Freeform 37">
              <a:extLst>
                <a:ext uri="{FF2B5EF4-FFF2-40B4-BE49-F238E27FC236}">
                  <a16:creationId xmlns:a16="http://schemas.microsoft.com/office/drawing/2014/main" id="{569622D7-8C94-4223-8E05-5E35D2CA2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0251" y="4418013"/>
              <a:ext cx="1884363" cy="704850"/>
            </a:xfrm>
            <a:custGeom>
              <a:avLst/>
              <a:gdLst>
                <a:gd name="T0" fmla="*/ 87 w 3561"/>
                <a:gd name="T1" fmla="*/ 1303 h 1331"/>
                <a:gd name="T2" fmla="*/ 219 w 3561"/>
                <a:gd name="T3" fmla="*/ 1270 h 1331"/>
                <a:gd name="T4" fmla="*/ 330 w 3561"/>
                <a:gd name="T5" fmla="*/ 1283 h 1331"/>
                <a:gd name="T6" fmla="*/ 474 w 3561"/>
                <a:gd name="T7" fmla="*/ 1299 h 1331"/>
                <a:gd name="T8" fmla="*/ 662 w 3561"/>
                <a:gd name="T9" fmla="*/ 1233 h 1331"/>
                <a:gd name="T10" fmla="*/ 855 w 3561"/>
                <a:gd name="T11" fmla="*/ 1143 h 1331"/>
                <a:gd name="T12" fmla="*/ 983 w 3561"/>
                <a:gd name="T13" fmla="*/ 1119 h 1331"/>
                <a:gd name="T14" fmla="*/ 1120 w 3561"/>
                <a:gd name="T15" fmla="*/ 1149 h 1331"/>
                <a:gd name="T16" fmla="*/ 1270 w 3561"/>
                <a:gd name="T17" fmla="*/ 1198 h 1331"/>
                <a:gd name="T18" fmla="*/ 1362 w 3561"/>
                <a:gd name="T19" fmla="*/ 1199 h 1331"/>
                <a:gd name="T20" fmla="*/ 1448 w 3561"/>
                <a:gd name="T21" fmla="*/ 1149 h 1331"/>
                <a:gd name="T22" fmla="*/ 1559 w 3561"/>
                <a:gd name="T23" fmla="*/ 1065 h 1331"/>
                <a:gd name="T24" fmla="*/ 1672 w 3561"/>
                <a:gd name="T25" fmla="*/ 1039 h 1331"/>
                <a:gd name="T26" fmla="*/ 1819 w 3561"/>
                <a:gd name="T27" fmla="*/ 1023 h 1331"/>
                <a:gd name="T28" fmla="*/ 1951 w 3561"/>
                <a:gd name="T29" fmla="*/ 947 h 1331"/>
                <a:gd name="T30" fmla="*/ 2083 w 3561"/>
                <a:gd name="T31" fmla="*/ 861 h 1331"/>
                <a:gd name="T32" fmla="*/ 2158 w 3561"/>
                <a:gd name="T33" fmla="*/ 846 h 1331"/>
                <a:gd name="T34" fmla="*/ 2267 w 3561"/>
                <a:gd name="T35" fmla="*/ 882 h 1331"/>
                <a:gd name="T36" fmla="*/ 2400 w 3561"/>
                <a:gd name="T37" fmla="*/ 950 h 1331"/>
                <a:gd name="T38" fmla="*/ 2492 w 3561"/>
                <a:gd name="T39" fmla="*/ 962 h 1331"/>
                <a:gd name="T40" fmla="*/ 2559 w 3561"/>
                <a:gd name="T41" fmla="*/ 934 h 1331"/>
                <a:gd name="T42" fmla="*/ 2678 w 3561"/>
                <a:gd name="T43" fmla="*/ 851 h 1331"/>
                <a:gd name="T44" fmla="*/ 2788 w 3561"/>
                <a:gd name="T45" fmla="*/ 844 h 1331"/>
                <a:gd name="T46" fmla="*/ 2982 w 3561"/>
                <a:gd name="T47" fmla="*/ 855 h 1331"/>
                <a:gd name="T48" fmla="*/ 3155 w 3561"/>
                <a:gd name="T49" fmla="*/ 820 h 1331"/>
                <a:gd name="T50" fmla="*/ 3561 w 3561"/>
                <a:gd name="T51" fmla="*/ 0 h 1331"/>
                <a:gd name="T52" fmla="*/ 3367 w 3561"/>
                <a:gd name="T53" fmla="*/ 165 h 1331"/>
                <a:gd name="T54" fmla="*/ 3167 w 3561"/>
                <a:gd name="T55" fmla="*/ 328 h 1331"/>
                <a:gd name="T56" fmla="*/ 3048 w 3561"/>
                <a:gd name="T57" fmla="*/ 373 h 1331"/>
                <a:gd name="T58" fmla="*/ 2837 w 3561"/>
                <a:gd name="T59" fmla="*/ 357 h 1331"/>
                <a:gd name="T60" fmla="*/ 2732 w 3561"/>
                <a:gd name="T61" fmla="*/ 369 h 1331"/>
                <a:gd name="T62" fmla="*/ 2622 w 3561"/>
                <a:gd name="T63" fmla="*/ 436 h 1331"/>
                <a:gd name="T64" fmla="*/ 2519 w 3561"/>
                <a:gd name="T65" fmla="*/ 503 h 1331"/>
                <a:gd name="T66" fmla="*/ 2452 w 3561"/>
                <a:gd name="T67" fmla="*/ 518 h 1331"/>
                <a:gd name="T68" fmla="*/ 2372 w 3561"/>
                <a:gd name="T69" fmla="*/ 493 h 1331"/>
                <a:gd name="T70" fmla="*/ 2258 w 3561"/>
                <a:gd name="T71" fmla="*/ 415 h 1331"/>
                <a:gd name="T72" fmla="*/ 2160 w 3561"/>
                <a:gd name="T73" fmla="*/ 374 h 1331"/>
                <a:gd name="T74" fmla="*/ 2096 w 3561"/>
                <a:gd name="T75" fmla="*/ 382 h 1331"/>
                <a:gd name="T76" fmla="*/ 1994 w 3561"/>
                <a:gd name="T77" fmla="*/ 450 h 1331"/>
                <a:gd name="T78" fmla="*/ 1854 w 3561"/>
                <a:gd name="T79" fmla="*/ 551 h 1331"/>
                <a:gd name="T80" fmla="*/ 1714 w 3561"/>
                <a:gd name="T81" fmla="*/ 559 h 1331"/>
                <a:gd name="T82" fmla="*/ 1575 w 3561"/>
                <a:gd name="T83" fmla="*/ 562 h 1331"/>
                <a:gd name="T84" fmla="*/ 1470 w 3561"/>
                <a:gd name="T85" fmla="*/ 648 h 1331"/>
                <a:gd name="T86" fmla="*/ 1391 w 3561"/>
                <a:gd name="T87" fmla="*/ 710 h 1331"/>
                <a:gd name="T88" fmla="*/ 1307 w 3561"/>
                <a:gd name="T89" fmla="*/ 715 h 1331"/>
                <a:gd name="T90" fmla="*/ 1145 w 3561"/>
                <a:gd name="T91" fmla="*/ 651 h 1331"/>
                <a:gd name="T92" fmla="*/ 1015 w 3561"/>
                <a:gd name="T93" fmla="*/ 606 h 1331"/>
                <a:gd name="T94" fmla="*/ 938 w 3561"/>
                <a:gd name="T95" fmla="*/ 615 h 1331"/>
                <a:gd name="T96" fmla="*/ 839 w 3561"/>
                <a:gd name="T97" fmla="*/ 673 h 1331"/>
                <a:gd name="T98" fmla="*/ 708 w 3561"/>
                <a:gd name="T99" fmla="*/ 820 h 1331"/>
                <a:gd name="T100" fmla="*/ 580 w 3561"/>
                <a:gd name="T101" fmla="*/ 975 h 1331"/>
                <a:gd name="T102" fmla="*/ 488 w 3561"/>
                <a:gd name="T103" fmla="*/ 1047 h 1331"/>
                <a:gd name="T104" fmla="*/ 418 w 3561"/>
                <a:gd name="T105" fmla="*/ 1057 h 1331"/>
                <a:gd name="T106" fmla="*/ 302 w 3561"/>
                <a:gd name="T107" fmla="*/ 1024 h 1331"/>
                <a:gd name="T108" fmla="*/ 210 w 3561"/>
                <a:gd name="T109" fmla="*/ 1017 h 1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561" h="1331">
                  <a:moveTo>
                    <a:pt x="193" y="1024"/>
                  </a:moveTo>
                  <a:lnTo>
                    <a:pt x="0" y="1120"/>
                  </a:lnTo>
                  <a:lnTo>
                    <a:pt x="0" y="1331"/>
                  </a:lnTo>
                  <a:lnTo>
                    <a:pt x="29" y="1322"/>
                  </a:lnTo>
                  <a:lnTo>
                    <a:pt x="59" y="1314"/>
                  </a:lnTo>
                  <a:lnTo>
                    <a:pt x="87" y="1303"/>
                  </a:lnTo>
                  <a:lnTo>
                    <a:pt x="116" y="1293"/>
                  </a:lnTo>
                  <a:lnTo>
                    <a:pt x="145" y="1284"/>
                  </a:lnTo>
                  <a:lnTo>
                    <a:pt x="174" y="1276"/>
                  </a:lnTo>
                  <a:lnTo>
                    <a:pt x="190" y="1274"/>
                  </a:lnTo>
                  <a:lnTo>
                    <a:pt x="204" y="1271"/>
                  </a:lnTo>
                  <a:lnTo>
                    <a:pt x="219" y="1270"/>
                  </a:lnTo>
                  <a:lnTo>
                    <a:pt x="233" y="1270"/>
                  </a:lnTo>
                  <a:lnTo>
                    <a:pt x="250" y="1270"/>
                  </a:lnTo>
                  <a:lnTo>
                    <a:pt x="266" y="1271"/>
                  </a:lnTo>
                  <a:lnTo>
                    <a:pt x="282" y="1274"/>
                  </a:lnTo>
                  <a:lnTo>
                    <a:pt x="298" y="1276"/>
                  </a:lnTo>
                  <a:lnTo>
                    <a:pt x="330" y="1283"/>
                  </a:lnTo>
                  <a:lnTo>
                    <a:pt x="362" y="1289"/>
                  </a:lnTo>
                  <a:lnTo>
                    <a:pt x="395" y="1296"/>
                  </a:lnTo>
                  <a:lnTo>
                    <a:pt x="427" y="1299"/>
                  </a:lnTo>
                  <a:lnTo>
                    <a:pt x="442" y="1301"/>
                  </a:lnTo>
                  <a:lnTo>
                    <a:pt x="459" y="1301"/>
                  </a:lnTo>
                  <a:lnTo>
                    <a:pt x="474" y="1299"/>
                  </a:lnTo>
                  <a:lnTo>
                    <a:pt x="491" y="1297"/>
                  </a:lnTo>
                  <a:lnTo>
                    <a:pt x="520" y="1289"/>
                  </a:lnTo>
                  <a:lnTo>
                    <a:pt x="550" y="1280"/>
                  </a:lnTo>
                  <a:lnTo>
                    <a:pt x="579" y="1270"/>
                  </a:lnTo>
                  <a:lnTo>
                    <a:pt x="607" y="1258"/>
                  </a:lnTo>
                  <a:lnTo>
                    <a:pt x="662" y="1233"/>
                  </a:lnTo>
                  <a:lnTo>
                    <a:pt x="716" y="1205"/>
                  </a:lnTo>
                  <a:lnTo>
                    <a:pt x="744" y="1192"/>
                  </a:lnTo>
                  <a:lnTo>
                    <a:pt x="771" y="1179"/>
                  </a:lnTo>
                  <a:lnTo>
                    <a:pt x="798" y="1166"/>
                  </a:lnTo>
                  <a:lnTo>
                    <a:pt x="826" y="1155"/>
                  </a:lnTo>
                  <a:lnTo>
                    <a:pt x="855" y="1143"/>
                  </a:lnTo>
                  <a:lnTo>
                    <a:pt x="884" y="1134"/>
                  </a:lnTo>
                  <a:lnTo>
                    <a:pt x="913" y="1126"/>
                  </a:lnTo>
                  <a:lnTo>
                    <a:pt x="944" y="1121"/>
                  </a:lnTo>
                  <a:lnTo>
                    <a:pt x="957" y="1119"/>
                  </a:lnTo>
                  <a:lnTo>
                    <a:pt x="970" y="1119"/>
                  </a:lnTo>
                  <a:lnTo>
                    <a:pt x="983" y="1119"/>
                  </a:lnTo>
                  <a:lnTo>
                    <a:pt x="995" y="1119"/>
                  </a:lnTo>
                  <a:lnTo>
                    <a:pt x="1020" y="1121"/>
                  </a:lnTo>
                  <a:lnTo>
                    <a:pt x="1045" y="1126"/>
                  </a:lnTo>
                  <a:lnTo>
                    <a:pt x="1070" y="1133"/>
                  </a:lnTo>
                  <a:lnTo>
                    <a:pt x="1094" y="1140"/>
                  </a:lnTo>
                  <a:lnTo>
                    <a:pt x="1120" y="1149"/>
                  </a:lnTo>
                  <a:lnTo>
                    <a:pt x="1144" y="1158"/>
                  </a:lnTo>
                  <a:lnTo>
                    <a:pt x="1170" y="1167"/>
                  </a:lnTo>
                  <a:lnTo>
                    <a:pt x="1194" y="1176"/>
                  </a:lnTo>
                  <a:lnTo>
                    <a:pt x="1220" y="1185"/>
                  </a:lnTo>
                  <a:lnTo>
                    <a:pt x="1244" y="1192"/>
                  </a:lnTo>
                  <a:lnTo>
                    <a:pt x="1270" y="1198"/>
                  </a:lnTo>
                  <a:lnTo>
                    <a:pt x="1294" y="1202"/>
                  </a:lnTo>
                  <a:lnTo>
                    <a:pt x="1307" y="1202"/>
                  </a:lnTo>
                  <a:lnTo>
                    <a:pt x="1320" y="1203"/>
                  </a:lnTo>
                  <a:lnTo>
                    <a:pt x="1332" y="1203"/>
                  </a:lnTo>
                  <a:lnTo>
                    <a:pt x="1345" y="1202"/>
                  </a:lnTo>
                  <a:lnTo>
                    <a:pt x="1362" y="1199"/>
                  </a:lnTo>
                  <a:lnTo>
                    <a:pt x="1377" y="1194"/>
                  </a:lnTo>
                  <a:lnTo>
                    <a:pt x="1393" y="1188"/>
                  </a:lnTo>
                  <a:lnTo>
                    <a:pt x="1407" y="1180"/>
                  </a:lnTo>
                  <a:lnTo>
                    <a:pt x="1421" y="1171"/>
                  </a:lnTo>
                  <a:lnTo>
                    <a:pt x="1435" y="1161"/>
                  </a:lnTo>
                  <a:lnTo>
                    <a:pt x="1448" y="1149"/>
                  </a:lnTo>
                  <a:lnTo>
                    <a:pt x="1462" y="1138"/>
                  </a:lnTo>
                  <a:lnTo>
                    <a:pt x="1489" y="1115"/>
                  </a:lnTo>
                  <a:lnTo>
                    <a:pt x="1516" y="1093"/>
                  </a:lnTo>
                  <a:lnTo>
                    <a:pt x="1530" y="1082"/>
                  </a:lnTo>
                  <a:lnTo>
                    <a:pt x="1544" y="1073"/>
                  </a:lnTo>
                  <a:lnTo>
                    <a:pt x="1559" y="1065"/>
                  </a:lnTo>
                  <a:lnTo>
                    <a:pt x="1575" y="1057"/>
                  </a:lnTo>
                  <a:lnTo>
                    <a:pt x="1590" y="1052"/>
                  </a:lnTo>
                  <a:lnTo>
                    <a:pt x="1605" y="1048"/>
                  </a:lnTo>
                  <a:lnTo>
                    <a:pt x="1622" y="1046"/>
                  </a:lnTo>
                  <a:lnTo>
                    <a:pt x="1639" y="1043"/>
                  </a:lnTo>
                  <a:lnTo>
                    <a:pt x="1672" y="1039"/>
                  </a:lnTo>
                  <a:lnTo>
                    <a:pt x="1705" y="1038"/>
                  </a:lnTo>
                  <a:lnTo>
                    <a:pt x="1739" y="1035"/>
                  </a:lnTo>
                  <a:lnTo>
                    <a:pt x="1772" y="1032"/>
                  </a:lnTo>
                  <a:lnTo>
                    <a:pt x="1787" y="1030"/>
                  </a:lnTo>
                  <a:lnTo>
                    <a:pt x="1804" y="1026"/>
                  </a:lnTo>
                  <a:lnTo>
                    <a:pt x="1819" y="1023"/>
                  </a:lnTo>
                  <a:lnTo>
                    <a:pt x="1836" y="1017"/>
                  </a:lnTo>
                  <a:lnTo>
                    <a:pt x="1857" y="1008"/>
                  </a:lnTo>
                  <a:lnTo>
                    <a:pt x="1876" y="998"/>
                  </a:lnTo>
                  <a:lnTo>
                    <a:pt x="1895" y="987"/>
                  </a:lnTo>
                  <a:lnTo>
                    <a:pt x="1914" y="974"/>
                  </a:lnTo>
                  <a:lnTo>
                    <a:pt x="1951" y="947"/>
                  </a:lnTo>
                  <a:lnTo>
                    <a:pt x="1989" y="919"/>
                  </a:lnTo>
                  <a:lnTo>
                    <a:pt x="2007" y="905"/>
                  </a:lnTo>
                  <a:lnTo>
                    <a:pt x="2026" y="892"/>
                  </a:lnTo>
                  <a:lnTo>
                    <a:pt x="2044" y="880"/>
                  </a:lnTo>
                  <a:lnTo>
                    <a:pt x="2063" y="869"/>
                  </a:lnTo>
                  <a:lnTo>
                    <a:pt x="2083" y="861"/>
                  </a:lnTo>
                  <a:lnTo>
                    <a:pt x="2104" y="853"/>
                  </a:lnTo>
                  <a:lnTo>
                    <a:pt x="2114" y="851"/>
                  </a:lnTo>
                  <a:lnTo>
                    <a:pt x="2124" y="848"/>
                  </a:lnTo>
                  <a:lnTo>
                    <a:pt x="2135" y="847"/>
                  </a:lnTo>
                  <a:lnTo>
                    <a:pt x="2146" y="846"/>
                  </a:lnTo>
                  <a:lnTo>
                    <a:pt x="2158" y="846"/>
                  </a:lnTo>
                  <a:lnTo>
                    <a:pt x="2171" y="847"/>
                  </a:lnTo>
                  <a:lnTo>
                    <a:pt x="2182" y="850"/>
                  </a:lnTo>
                  <a:lnTo>
                    <a:pt x="2194" y="852"/>
                  </a:lnTo>
                  <a:lnTo>
                    <a:pt x="2218" y="860"/>
                  </a:lnTo>
                  <a:lnTo>
                    <a:pt x="2242" y="869"/>
                  </a:lnTo>
                  <a:lnTo>
                    <a:pt x="2267" y="882"/>
                  </a:lnTo>
                  <a:lnTo>
                    <a:pt x="2290" y="894"/>
                  </a:lnTo>
                  <a:lnTo>
                    <a:pt x="2314" y="907"/>
                  </a:lnTo>
                  <a:lnTo>
                    <a:pt x="2338" y="921"/>
                  </a:lnTo>
                  <a:lnTo>
                    <a:pt x="2360" y="933"/>
                  </a:lnTo>
                  <a:lnTo>
                    <a:pt x="2381" y="943"/>
                  </a:lnTo>
                  <a:lnTo>
                    <a:pt x="2400" y="950"/>
                  </a:lnTo>
                  <a:lnTo>
                    <a:pt x="2418" y="956"/>
                  </a:lnTo>
                  <a:lnTo>
                    <a:pt x="2434" y="960"/>
                  </a:lnTo>
                  <a:lnTo>
                    <a:pt x="2450" y="962"/>
                  </a:lnTo>
                  <a:lnTo>
                    <a:pt x="2465" y="964"/>
                  </a:lnTo>
                  <a:lnTo>
                    <a:pt x="2479" y="964"/>
                  </a:lnTo>
                  <a:lnTo>
                    <a:pt x="2492" y="962"/>
                  </a:lnTo>
                  <a:lnTo>
                    <a:pt x="2505" y="960"/>
                  </a:lnTo>
                  <a:lnTo>
                    <a:pt x="2516" y="956"/>
                  </a:lnTo>
                  <a:lnTo>
                    <a:pt x="2528" y="952"/>
                  </a:lnTo>
                  <a:lnTo>
                    <a:pt x="2538" y="947"/>
                  </a:lnTo>
                  <a:lnTo>
                    <a:pt x="2549" y="941"/>
                  </a:lnTo>
                  <a:lnTo>
                    <a:pt x="2559" y="934"/>
                  </a:lnTo>
                  <a:lnTo>
                    <a:pt x="2568" y="928"/>
                  </a:lnTo>
                  <a:lnTo>
                    <a:pt x="2605" y="897"/>
                  </a:lnTo>
                  <a:lnTo>
                    <a:pt x="2645" y="867"/>
                  </a:lnTo>
                  <a:lnTo>
                    <a:pt x="2655" y="861"/>
                  </a:lnTo>
                  <a:lnTo>
                    <a:pt x="2666" y="856"/>
                  </a:lnTo>
                  <a:lnTo>
                    <a:pt x="2678" y="851"/>
                  </a:lnTo>
                  <a:lnTo>
                    <a:pt x="2691" y="847"/>
                  </a:lnTo>
                  <a:lnTo>
                    <a:pt x="2704" y="844"/>
                  </a:lnTo>
                  <a:lnTo>
                    <a:pt x="2718" y="842"/>
                  </a:lnTo>
                  <a:lnTo>
                    <a:pt x="2733" y="842"/>
                  </a:lnTo>
                  <a:lnTo>
                    <a:pt x="2748" y="842"/>
                  </a:lnTo>
                  <a:lnTo>
                    <a:pt x="2788" y="844"/>
                  </a:lnTo>
                  <a:lnTo>
                    <a:pt x="2825" y="848"/>
                  </a:lnTo>
                  <a:lnTo>
                    <a:pt x="2859" y="851"/>
                  </a:lnTo>
                  <a:lnTo>
                    <a:pt x="2891" y="853"/>
                  </a:lnTo>
                  <a:lnTo>
                    <a:pt x="2921" y="855"/>
                  </a:lnTo>
                  <a:lnTo>
                    <a:pt x="2951" y="856"/>
                  </a:lnTo>
                  <a:lnTo>
                    <a:pt x="2982" y="855"/>
                  </a:lnTo>
                  <a:lnTo>
                    <a:pt x="3012" y="853"/>
                  </a:lnTo>
                  <a:lnTo>
                    <a:pt x="3034" y="851"/>
                  </a:lnTo>
                  <a:lnTo>
                    <a:pt x="3056" y="847"/>
                  </a:lnTo>
                  <a:lnTo>
                    <a:pt x="3078" y="842"/>
                  </a:lnTo>
                  <a:lnTo>
                    <a:pt x="3102" y="835"/>
                  </a:lnTo>
                  <a:lnTo>
                    <a:pt x="3155" y="820"/>
                  </a:lnTo>
                  <a:lnTo>
                    <a:pt x="3214" y="801"/>
                  </a:lnTo>
                  <a:lnTo>
                    <a:pt x="3283" y="776"/>
                  </a:lnTo>
                  <a:lnTo>
                    <a:pt x="3362" y="750"/>
                  </a:lnTo>
                  <a:lnTo>
                    <a:pt x="3454" y="720"/>
                  </a:lnTo>
                  <a:lnTo>
                    <a:pt x="3561" y="689"/>
                  </a:lnTo>
                  <a:lnTo>
                    <a:pt x="3561" y="0"/>
                  </a:lnTo>
                  <a:lnTo>
                    <a:pt x="3526" y="28"/>
                  </a:lnTo>
                  <a:lnTo>
                    <a:pt x="3493" y="56"/>
                  </a:lnTo>
                  <a:lnTo>
                    <a:pt x="3462" y="83"/>
                  </a:lnTo>
                  <a:lnTo>
                    <a:pt x="3430" y="110"/>
                  </a:lnTo>
                  <a:lnTo>
                    <a:pt x="3399" y="137"/>
                  </a:lnTo>
                  <a:lnTo>
                    <a:pt x="3367" y="165"/>
                  </a:lnTo>
                  <a:lnTo>
                    <a:pt x="3335" y="192"/>
                  </a:lnTo>
                  <a:lnTo>
                    <a:pt x="3301" y="220"/>
                  </a:lnTo>
                  <a:lnTo>
                    <a:pt x="3249" y="263"/>
                  </a:lnTo>
                  <a:lnTo>
                    <a:pt x="3206" y="298"/>
                  </a:lnTo>
                  <a:lnTo>
                    <a:pt x="3187" y="314"/>
                  </a:lnTo>
                  <a:lnTo>
                    <a:pt x="3167" y="328"/>
                  </a:lnTo>
                  <a:lnTo>
                    <a:pt x="3149" y="339"/>
                  </a:lnTo>
                  <a:lnTo>
                    <a:pt x="3132" y="350"/>
                  </a:lnTo>
                  <a:lnTo>
                    <a:pt x="3112" y="357"/>
                  </a:lnTo>
                  <a:lnTo>
                    <a:pt x="3093" y="364"/>
                  </a:lnTo>
                  <a:lnTo>
                    <a:pt x="3071" y="369"/>
                  </a:lnTo>
                  <a:lnTo>
                    <a:pt x="3048" y="373"/>
                  </a:lnTo>
                  <a:lnTo>
                    <a:pt x="3024" y="374"/>
                  </a:lnTo>
                  <a:lnTo>
                    <a:pt x="2996" y="373"/>
                  </a:lnTo>
                  <a:lnTo>
                    <a:pt x="2964" y="371"/>
                  </a:lnTo>
                  <a:lnTo>
                    <a:pt x="2929" y="368"/>
                  </a:lnTo>
                  <a:lnTo>
                    <a:pt x="2879" y="361"/>
                  </a:lnTo>
                  <a:lnTo>
                    <a:pt x="2837" y="357"/>
                  </a:lnTo>
                  <a:lnTo>
                    <a:pt x="2818" y="357"/>
                  </a:lnTo>
                  <a:lnTo>
                    <a:pt x="2800" y="357"/>
                  </a:lnTo>
                  <a:lnTo>
                    <a:pt x="2782" y="357"/>
                  </a:lnTo>
                  <a:lnTo>
                    <a:pt x="2765" y="360"/>
                  </a:lnTo>
                  <a:lnTo>
                    <a:pt x="2748" y="364"/>
                  </a:lnTo>
                  <a:lnTo>
                    <a:pt x="2732" y="369"/>
                  </a:lnTo>
                  <a:lnTo>
                    <a:pt x="2716" y="375"/>
                  </a:lnTo>
                  <a:lnTo>
                    <a:pt x="2698" y="383"/>
                  </a:lnTo>
                  <a:lnTo>
                    <a:pt x="2681" y="393"/>
                  </a:lnTo>
                  <a:lnTo>
                    <a:pt x="2663" y="405"/>
                  </a:lnTo>
                  <a:lnTo>
                    <a:pt x="2643" y="419"/>
                  </a:lnTo>
                  <a:lnTo>
                    <a:pt x="2622" y="436"/>
                  </a:lnTo>
                  <a:lnTo>
                    <a:pt x="2601" y="451"/>
                  </a:lnTo>
                  <a:lnTo>
                    <a:pt x="2582" y="465"/>
                  </a:lnTo>
                  <a:lnTo>
                    <a:pt x="2561" y="480"/>
                  </a:lnTo>
                  <a:lnTo>
                    <a:pt x="2541" y="493"/>
                  </a:lnTo>
                  <a:lnTo>
                    <a:pt x="2531" y="498"/>
                  </a:lnTo>
                  <a:lnTo>
                    <a:pt x="2519" y="503"/>
                  </a:lnTo>
                  <a:lnTo>
                    <a:pt x="2509" y="507"/>
                  </a:lnTo>
                  <a:lnTo>
                    <a:pt x="2497" y="511"/>
                  </a:lnTo>
                  <a:lnTo>
                    <a:pt x="2487" y="514"/>
                  </a:lnTo>
                  <a:lnTo>
                    <a:pt x="2475" y="516"/>
                  </a:lnTo>
                  <a:lnTo>
                    <a:pt x="2464" y="518"/>
                  </a:lnTo>
                  <a:lnTo>
                    <a:pt x="2452" y="518"/>
                  </a:lnTo>
                  <a:lnTo>
                    <a:pt x="2441" y="516"/>
                  </a:lnTo>
                  <a:lnTo>
                    <a:pt x="2431" y="515"/>
                  </a:lnTo>
                  <a:lnTo>
                    <a:pt x="2420" y="514"/>
                  </a:lnTo>
                  <a:lnTo>
                    <a:pt x="2410" y="510"/>
                  </a:lnTo>
                  <a:lnTo>
                    <a:pt x="2391" y="502"/>
                  </a:lnTo>
                  <a:lnTo>
                    <a:pt x="2372" y="493"/>
                  </a:lnTo>
                  <a:lnTo>
                    <a:pt x="2352" y="482"/>
                  </a:lnTo>
                  <a:lnTo>
                    <a:pt x="2333" y="469"/>
                  </a:lnTo>
                  <a:lnTo>
                    <a:pt x="2314" y="456"/>
                  </a:lnTo>
                  <a:lnTo>
                    <a:pt x="2296" y="442"/>
                  </a:lnTo>
                  <a:lnTo>
                    <a:pt x="2277" y="428"/>
                  </a:lnTo>
                  <a:lnTo>
                    <a:pt x="2258" y="415"/>
                  </a:lnTo>
                  <a:lnTo>
                    <a:pt x="2240" y="404"/>
                  </a:lnTo>
                  <a:lnTo>
                    <a:pt x="2220" y="393"/>
                  </a:lnTo>
                  <a:lnTo>
                    <a:pt x="2200" y="384"/>
                  </a:lnTo>
                  <a:lnTo>
                    <a:pt x="2181" y="378"/>
                  </a:lnTo>
                  <a:lnTo>
                    <a:pt x="2171" y="375"/>
                  </a:lnTo>
                  <a:lnTo>
                    <a:pt x="2160" y="374"/>
                  </a:lnTo>
                  <a:lnTo>
                    <a:pt x="2150" y="374"/>
                  </a:lnTo>
                  <a:lnTo>
                    <a:pt x="2140" y="374"/>
                  </a:lnTo>
                  <a:lnTo>
                    <a:pt x="2128" y="374"/>
                  </a:lnTo>
                  <a:lnTo>
                    <a:pt x="2117" y="377"/>
                  </a:lnTo>
                  <a:lnTo>
                    <a:pt x="2106" y="379"/>
                  </a:lnTo>
                  <a:lnTo>
                    <a:pt x="2096" y="382"/>
                  </a:lnTo>
                  <a:lnTo>
                    <a:pt x="2077" y="389"/>
                  </a:lnTo>
                  <a:lnTo>
                    <a:pt x="2059" y="398"/>
                  </a:lnTo>
                  <a:lnTo>
                    <a:pt x="2042" y="410"/>
                  </a:lnTo>
                  <a:lnTo>
                    <a:pt x="2026" y="421"/>
                  </a:lnTo>
                  <a:lnTo>
                    <a:pt x="2009" y="436"/>
                  </a:lnTo>
                  <a:lnTo>
                    <a:pt x="1994" y="450"/>
                  </a:lnTo>
                  <a:lnTo>
                    <a:pt x="1962" y="478"/>
                  </a:lnTo>
                  <a:lnTo>
                    <a:pt x="1930" y="507"/>
                  </a:lnTo>
                  <a:lnTo>
                    <a:pt x="1912" y="520"/>
                  </a:lnTo>
                  <a:lnTo>
                    <a:pt x="1894" y="532"/>
                  </a:lnTo>
                  <a:lnTo>
                    <a:pt x="1875" y="542"/>
                  </a:lnTo>
                  <a:lnTo>
                    <a:pt x="1854" y="551"/>
                  </a:lnTo>
                  <a:lnTo>
                    <a:pt x="1837" y="556"/>
                  </a:lnTo>
                  <a:lnTo>
                    <a:pt x="1819" y="560"/>
                  </a:lnTo>
                  <a:lnTo>
                    <a:pt x="1803" y="562"/>
                  </a:lnTo>
                  <a:lnTo>
                    <a:pt x="1785" y="562"/>
                  </a:lnTo>
                  <a:lnTo>
                    <a:pt x="1750" y="561"/>
                  </a:lnTo>
                  <a:lnTo>
                    <a:pt x="1714" y="559"/>
                  </a:lnTo>
                  <a:lnTo>
                    <a:pt x="1678" y="555"/>
                  </a:lnTo>
                  <a:lnTo>
                    <a:pt x="1643" y="553"/>
                  </a:lnTo>
                  <a:lnTo>
                    <a:pt x="1626" y="553"/>
                  </a:lnTo>
                  <a:lnTo>
                    <a:pt x="1608" y="555"/>
                  </a:lnTo>
                  <a:lnTo>
                    <a:pt x="1591" y="559"/>
                  </a:lnTo>
                  <a:lnTo>
                    <a:pt x="1575" y="562"/>
                  </a:lnTo>
                  <a:lnTo>
                    <a:pt x="1559" y="569"/>
                  </a:lnTo>
                  <a:lnTo>
                    <a:pt x="1545" y="577"/>
                  </a:lnTo>
                  <a:lnTo>
                    <a:pt x="1531" y="587"/>
                  </a:lnTo>
                  <a:lnTo>
                    <a:pt x="1518" y="598"/>
                  </a:lnTo>
                  <a:lnTo>
                    <a:pt x="1493" y="623"/>
                  </a:lnTo>
                  <a:lnTo>
                    <a:pt x="1470" y="648"/>
                  </a:lnTo>
                  <a:lnTo>
                    <a:pt x="1457" y="661"/>
                  </a:lnTo>
                  <a:lnTo>
                    <a:pt x="1445" y="673"/>
                  </a:lnTo>
                  <a:lnTo>
                    <a:pt x="1432" y="684"/>
                  </a:lnTo>
                  <a:lnTo>
                    <a:pt x="1420" y="694"/>
                  </a:lnTo>
                  <a:lnTo>
                    <a:pt x="1406" y="703"/>
                  </a:lnTo>
                  <a:lnTo>
                    <a:pt x="1391" y="710"/>
                  </a:lnTo>
                  <a:lnTo>
                    <a:pt x="1376" y="715"/>
                  </a:lnTo>
                  <a:lnTo>
                    <a:pt x="1361" y="718"/>
                  </a:lnTo>
                  <a:lnTo>
                    <a:pt x="1347" y="719"/>
                  </a:lnTo>
                  <a:lnTo>
                    <a:pt x="1334" y="719"/>
                  </a:lnTo>
                  <a:lnTo>
                    <a:pt x="1320" y="718"/>
                  </a:lnTo>
                  <a:lnTo>
                    <a:pt x="1307" y="715"/>
                  </a:lnTo>
                  <a:lnTo>
                    <a:pt x="1280" y="709"/>
                  </a:lnTo>
                  <a:lnTo>
                    <a:pt x="1253" y="700"/>
                  </a:lnTo>
                  <a:lnTo>
                    <a:pt x="1226" y="689"/>
                  </a:lnTo>
                  <a:lnTo>
                    <a:pt x="1199" y="677"/>
                  </a:lnTo>
                  <a:lnTo>
                    <a:pt x="1172" y="664"/>
                  </a:lnTo>
                  <a:lnTo>
                    <a:pt x="1145" y="651"/>
                  </a:lnTo>
                  <a:lnTo>
                    <a:pt x="1120" y="639"/>
                  </a:lnTo>
                  <a:lnTo>
                    <a:pt x="1093" y="628"/>
                  </a:lnTo>
                  <a:lnTo>
                    <a:pt x="1067" y="618"/>
                  </a:lnTo>
                  <a:lnTo>
                    <a:pt x="1040" y="611"/>
                  </a:lnTo>
                  <a:lnTo>
                    <a:pt x="1028" y="609"/>
                  </a:lnTo>
                  <a:lnTo>
                    <a:pt x="1015" y="606"/>
                  </a:lnTo>
                  <a:lnTo>
                    <a:pt x="1002" y="605"/>
                  </a:lnTo>
                  <a:lnTo>
                    <a:pt x="989" y="605"/>
                  </a:lnTo>
                  <a:lnTo>
                    <a:pt x="976" y="606"/>
                  </a:lnTo>
                  <a:lnTo>
                    <a:pt x="963" y="607"/>
                  </a:lnTo>
                  <a:lnTo>
                    <a:pt x="951" y="610"/>
                  </a:lnTo>
                  <a:lnTo>
                    <a:pt x="938" y="615"/>
                  </a:lnTo>
                  <a:lnTo>
                    <a:pt x="920" y="621"/>
                  </a:lnTo>
                  <a:lnTo>
                    <a:pt x="902" y="630"/>
                  </a:lnTo>
                  <a:lnTo>
                    <a:pt x="887" y="639"/>
                  </a:lnTo>
                  <a:lnTo>
                    <a:pt x="870" y="650"/>
                  </a:lnTo>
                  <a:lnTo>
                    <a:pt x="855" y="661"/>
                  </a:lnTo>
                  <a:lnTo>
                    <a:pt x="839" y="673"/>
                  </a:lnTo>
                  <a:lnTo>
                    <a:pt x="825" y="685"/>
                  </a:lnTo>
                  <a:lnTo>
                    <a:pt x="811" y="698"/>
                  </a:lnTo>
                  <a:lnTo>
                    <a:pt x="784" y="727"/>
                  </a:lnTo>
                  <a:lnTo>
                    <a:pt x="758" y="757"/>
                  </a:lnTo>
                  <a:lnTo>
                    <a:pt x="733" y="788"/>
                  </a:lnTo>
                  <a:lnTo>
                    <a:pt x="708" y="820"/>
                  </a:lnTo>
                  <a:lnTo>
                    <a:pt x="684" y="853"/>
                  </a:lnTo>
                  <a:lnTo>
                    <a:pt x="658" y="885"/>
                  </a:lnTo>
                  <a:lnTo>
                    <a:pt x="634" y="916"/>
                  </a:lnTo>
                  <a:lnTo>
                    <a:pt x="607" y="947"/>
                  </a:lnTo>
                  <a:lnTo>
                    <a:pt x="594" y="961"/>
                  </a:lnTo>
                  <a:lnTo>
                    <a:pt x="580" y="975"/>
                  </a:lnTo>
                  <a:lnTo>
                    <a:pt x="566" y="989"/>
                  </a:lnTo>
                  <a:lnTo>
                    <a:pt x="551" y="1002"/>
                  </a:lnTo>
                  <a:lnTo>
                    <a:pt x="537" y="1015"/>
                  </a:lnTo>
                  <a:lnTo>
                    <a:pt x="520" y="1026"/>
                  </a:lnTo>
                  <a:lnTo>
                    <a:pt x="505" y="1037"/>
                  </a:lnTo>
                  <a:lnTo>
                    <a:pt x="488" y="1047"/>
                  </a:lnTo>
                  <a:lnTo>
                    <a:pt x="479" y="1051"/>
                  </a:lnTo>
                  <a:lnTo>
                    <a:pt x="471" y="1053"/>
                  </a:lnTo>
                  <a:lnTo>
                    <a:pt x="462" y="1056"/>
                  </a:lnTo>
                  <a:lnTo>
                    <a:pt x="453" y="1057"/>
                  </a:lnTo>
                  <a:lnTo>
                    <a:pt x="436" y="1058"/>
                  </a:lnTo>
                  <a:lnTo>
                    <a:pt x="418" y="1057"/>
                  </a:lnTo>
                  <a:lnTo>
                    <a:pt x="398" y="1053"/>
                  </a:lnTo>
                  <a:lnTo>
                    <a:pt x="379" y="1048"/>
                  </a:lnTo>
                  <a:lnTo>
                    <a:pt x="360" y="1043"/>
                  </a:lnTo>
                  <a:lnTo>
                    <a:pt x="341" y="1037"/>
                  </a:lnTo>
                  <a:lnTo>
                    <a:pt x="321" y="1030"/>
                  </a:lnTo>
                  <a:lnTo>
                    <a:pt x="302" y="1024"/>
                  </a:lnTo>
                  <a:lnTo>
                    <a:pt x="283" y="1019"/>
                  </a:lnTo>
                  <a:lnTo>
                    <a:pt x="264" y="1016"/>
                  </a:lnTo>
                  <a:lnTo>
                    <a:pt x="246" y="1014"/>
                  </a:lnTo>
                  <a:lnTo>
                    <a:pt x="228" y="1015"/>
                  </a:lnTo>
                  <a:lnTo>
                    <a:pt x="219" y="1016"/>
                  </a:lnTo>
                  <a:lnTo>
                    <a:pt x="210" y="1017"/>
                  </a:lnTo>
                  <a:lnTo>
                    <a:pt x="201" y="1020"/>
                  </a:lnTo>
                  <a:lnTo>
                    <a:pt x="193" y="102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493" name="Line 61">
              <a:extLst>
                <a:ext uri="{FF2B5EF4-FFF2-40B4-BE49-F238E27FC236}">
                  <a16:creationId xmlns:a16="http://schemas.microsoft.com/office/drawing/2014/main" id="{8BE767F7-89AA-45D9-86BF-D4112473A7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20251" y="4429126"/>
              <a:ext cx="0" cy="857250"/>
            </a:xfrm>
            <a:prstGeom prst="line">
              <a:avLst/>
            </a:prstGeom>
            <a:noFill/>
            <a:ln w="25400">
              <a:solidFill>
                <a:schemeClr val="accent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</p:grpSp>
      <p:sp>
        <p:nvSpPr>
          <p:cNvPr id="174" name="Freeform 39">
            <a:extLst>
              <a:ext uri="{FF2B5EF4-FFF2-40B4-BE49-F238E27FC236}">
                <a16:creationId xmlns:a16="http://schemas.microsoft.com/office/drawing/2014/main" id="{23EC4B75-9EF1-4C7F-B724-DE93715230A8}"/>
              </a:ext>
            </a:extLst>
          </p:cNvPr>
          <p:cNvSpPr>
            <a:spLocks/>
          </p:cNvSpPr>
          <p:nvPr/>
        </p:nvSpPr>
        <p:spPr bwMode="auto">
          <a:xfrm>
            <a:off x="2784179" y="1751163"/>
            <a:ext cx="200025" cy="3895725"/>
          </a:xfrm>
          <a:custGeom>
            <a:avLst/>
            <a:gdLst>
              <a:gd name="T0" fmla="*/ 0 w 378"/>
              <a:gd name="T1" fmla="*/ 0 h 7363"/>
              <a:gd name="T2" fmla="*/ 378 w 378"/>
              <a:gd name="T3" fmla="*/ 414 h 7363"/>
              <a:gd name="T4" fmla="*/ 378 w 378"/>
              <a:gd name="T5" fmla="*/ 6960 h 7363"/>
              <a:gd name="T6" fmla="*/ 7 w 378"/>
              <a:gd name="T7" fmla="*/ 7363 h 7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78" h="7363">
                <a:moveTo>
                  <a:pt x="0" y="0"/>
                </a:moveTo>
                <a:lnTo>
                  <a:pt x="378" y="414"/>
                </a:lnTo>
                <a:lnTo>
                  <a:pt x="378" y="6960"/>
                </a:lnTo>
                <a:lnTo>
                  <a:pt x="7" y="7363"/>
                </a:lnTo>
              </a:path>
            </a:pathLst>
          </a:custGeom>
          <a:noFill/>
          <a:ln w="38100">
            <a:solidFill>
              <a:schemeClr val="accent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175" name="Freeform 38">
            <a:extLst>
              <a:ext uri="{FF2B5EF4-FFF2-40B4-BE49-F238E27FC236}">
                <a16:creationId xmlns:a16="http://schemas.microsoft.com/office/drawing/2014/main" id="{A1596DD1-9CE1-4AAE-8AE6-E26F63C87114}"/>
              </a:ext>
            </a:extLst>
          </p:cNvPr>
          <p:cNvSpPr>
            <a:spLocks/>
          </p:cNvSpPr>
          <p:nvPr/>
        </p:nvSpPr>
        <p:spPr bwMode="auto">
          <a:xfrm>
            <a:off x="6521154" y="2857650"/>
            <a:ext cx="2747963" cy="1771650"/>
          </a:xfrm>
          <a:custGeom>
            <a:avLst/>
            <a:gdLst>
              <a:gd name="T0" fmla="*/ 0 w 5193"/>
              <a:gd name="T1" fmla="*/ 1711 h 3349"/>
              <a:gd name="T2" fmla="*/ 246 w 5193"/>
              <a:gd name="T3" fmla="*/ 1669 h 3349"/>
              <a:gd name="T4" fmla="*/ 497 w 5193"/>
              <a:gd name="T5" fmla="*/ 1624 h 3349"/>
              <a:gd name="T6" fmla="*/ 755 w 5193"/>
              <a:gd name="T7" fmla="*/ 1578 h 3349"/>
              <a:gd name="T8" fmla="*/ 1015 w 5193"/>
              <a:gd name="T9" fmla="*/ 1529 h 3349"/>
              <a:gd name="T10" fmla="*/ 1279 w 5193"/>
              <a:gd name="T11" fmla="*/ 1478 h 3349"/>
              <a:gd name="T12" fmla="*/ 1547 w 5193"/>
              <a:gd name="T13" fmla="*/ 1424 h 3349"/>
              <a:gd name="T14" fmla="*/ 1680 w 5193"/>
              <a:gd name="T15" fmla="*/ 1396 h 3349"/>
              <a:gd name="T16" fmla="*/ 1814 w 5193"/>
              <a:gd name="T17" fmla="*/ 1367 h 3349"/>
              <a:gd name="T18" fmla="*/ 1949 w 5193"/>
              <a:gd name="T19" fmla="*/ 1337 h 3349"/>
              <a:gd name="T20" fmla="*/ 2084 w 5193"/>
              <a:gd name="T21" fmla="*/ 1306 h 3349"/>
              <a:gd name="T22" fmla="*/ 2218 w 5193"/>
              <a:gd name="T23" fmla="*/ 1274 h 3349"/>
              <a:gd name="T24" fmla="*/ 2353 w 5193"/>
              <a:gd name="T25" fmla="*/ 1242 h 3349"/>
              <a:gd name="T26" fmla="*/ 2487 w 5193"/>
              <a:gd name="T27" fmla="*/ 1209 h 3349"/>
              <a:gd name="T28" fmla="*/ 2622 w 5193"/>
              <a:gd name="T29" fmla="*/ 1174 h 3349"/>
              <a:gd name="T30" fmla="*/ 2755 w 5193"/>
              <a:gd name="T31" fmla="*/ 1138 h 3349"/>
              <a:gd name="T32" fmla="*/ 2888 w 5193"/>
              <a:gd name="T33" fmla="*/ 1101 h 3349"/>
              <a:gd name="T34" fmla="*/ 3020 w 5193"/>
              <a:gd name="T35" fmla="*/ 1064 h 3349"/>
              <a:gd name="T36" fmla="*/ 3152 w 5193"/>
              <a:gd name="T37" fmla="*/ 1024 h 3349"/>
              <a:gd name="T38" fmla="*/ 3283 w 5193"/>
              <a:gd name="T39" fmla="*/ 985 h 3349"/>
              <a:gd name="T40" fmla="*/ 3414 w 5193"/>
              <a:gd name="T41" fmla="*/ 944 h 3349"/>
              <a:gd name="T42" fmla="*/ 3542 w 5193"/>
              <a:gd name="T43" fmla="*/ 900 h 3349"/>
              <a:gd name="T44" fmla="*/ 3670 w 5193"/>
              <a:gd name="T45" fmla="*/ 856 h 3349"/>
              <a:gd name="T46" fmla="*/ 3797 w 5193"/>
              <a:gd name="T47" fmla="*/ 812 h 3349"/>
              <a:gd name="T48" fmla="*/ 3921 w 5193"/>
              <a:gd name="T49" fmla="*/ 764 h 3349"/>
              <a:gd name="T50" fmla="*/ 4045 w 5193"/>
              <a:gd name="T51" fmla="*/ 717 h 3349"/>
              <a:gd name="T52" fmla="*/ 4167 w 5193"/>
              <a:gd name="T53" fmla="*/ 667 h 3349"/>
              <a:gd name="T54" fmla="*/ 4167 w 5193"/>
              <a:gd name="T55" fmla="*/ 0 h 3349"/>
              <a:gd name="T56" fmla="*/ 5193 w 5193"/>
              <a:gd name="T57" fmla="*/ 1643 h 3349"/>
              <a:gd name="T58" fmla="*/ 4154 w 5193"/>
              <a:gd name="T59" fmla="*/ 3349 h 3349"/>
              <a:gd name="T60" fmla="*/ 4135 w 5193"/>
              <a:gd name="T61" fmla="*/ 2661 h 3349"/>
              <a:gd name="T62" fmla="*/ 4022 w 5193"/>
              <a:gd name="T63" fmla="*/ 2614 h 3349"/>
              <a:gd name="T64" fmla="*/ 3908 w 5193"/>
              <a:gd name="T65" fmla="*/ 2566 h 3349"/>
              <a:gd name="T66" fmla="*/ 3790 w 5193"/>
              <a:gd name="T67" fmla="*/ 2521 h 3349"/>
              <a:gd name="T68" fmla="*/ 3672 w 5193"/>
              <a:gd name="T69" fmla="*/ 2478 h 3349"/>
              <a:gd name="T70" fmla="*/ 3551 w 5193"/>
              <a:gd name="T71" fmla="*/ 2436 h 3349"/>
              <a:gd name="T72" fmla="*/ 3428 w 5193"/>
              <a:gd name="T73" fmla="*/ 2394 h 3349"/>
              <a:gd name="T74" fmla="*/ 3303 w 5193"/>
              <a:gd name="T75" fmla="*/ 2355 h 3349"/>
              <a:gd name="T76" fmla="*/ 3178 w 5193"/>
              <a:gd name="T77" fmla="*/ 2316 h 3349"/>
              <a:gd name="T78" fmla="*/ 3051 w 5193"/>
              <a:gd name="T79" fmla="*/ 2279 h 3349"/>
              <a:gd name="T80" fmla="*/ 2923 w 5193"/>
              <a:gd name="T81" fmla="*/ 2243 h 3349"/>
              <a:gd name="T82" fmla="*/ 2793 w 5193"/>
              <a:gd name="T83" fmla="*/ 2209 h 3349"/>
              <a:gd name="T84" fmla="*/ 2663 w 5193"/>
              <a:gd name="T85" fmla="*/ 2174 h 3349"/>
              <a:gd name="T86" fmla="*/ 2531 w 5193"/>
              <a:gd name="T87" fmla="*/ 2142 h 3349"/>
              <a:gd name="T88" fmla="*/ 2397 w 5193"/>
              <a:gd name="T89" fmla="*/ 2110 h 3349"/>
              <a:gd name="T90" fmla="*/ 2266 w 5193"/>
              <a:gd name="T91" fmla="*/ 2080 h 3349"/>
              <a:gd name="T92" fmla="*/ 2131 w 5193"/>
              <a:gd name="T93" fmla="*/ 2051 h 3349"/>
              <a:gd name="T94" fmla="*/ 1996 w 5193"/>
              <a:gd name="T95" fmla="*/ 2023 h 3349"/>
              <a:gd name="T96" fmla="*/ 1862 w 5193"/>
              <a:gd name="T97" fmla="*/ 1996 h 3349"/>
              <a:gd name="T98" fmla="*/ 1727 w 5193"/>
              <a:gd name="T99" fmla="*/ 1969 h 3349"/>
              <a:gd name="T100" fmla="*/ 1592 w 5193"/>
              <a:gd name="T101" fmla="*/ 1945 h 3349"/>
              <a:gd name="T102" fmla="*/ 1457 w 5193"/>
              <a:gd name="T103" fmla="*/ 1920 h 3349"/>
              <a:gd name="T104" fmla="*/ 1322 w 5193"/>
              <a:gd name="T105" fmla="*/ 1896 h 3349"/>
              <a:gd name="T106" fmla="*/ 1187 w 5193"/>
              <a:gd name="T107" fmla="*/ 1874 h 3349"/>
              <a:gd name="T108" fmla="*/ 1052 w 5193"/>
              <a:gd name="T109" fmla="*/ 1852 h 3349"/>
              <a:gd name="T110" fmla="*/ 919 w 5193"/>
              <a:gd name="T111" fmla="*/ 1832 h 3349"/>
              <a:gd name="T112" fmla="*/ 784 w 5193"/>
              <a:gd name="T113" fmla="*/ 1813 h 3349"/>
              <a:gd name="T114" fmla="*/ 652 w 5193"/>
              <a:gd name="T115" fmla="*/ 1793 h 3349"/>
              <a:gd name="T116" fmla="*/ 519 w 5193"/>
              <a:gd name="T117" fmla="*/ 1775 h 3349"/>
              <a:gd name="T118" fmla="*/ 258 w 5193"/>
              <a:gd name="T119" fmla="*/ 1742 h 3349"/>
              <a:gd name="T120" fmla="*/ 0 w 5193"/>
              <a:gd name="T121" fmla="*/ 1711 h 3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193" h="3349">
                <a:moveTo>
                  <a:pt x="0" y="1711"/>
                </a:moveTo>
                <a:lnTo>
                  <a:pt x="246" y="1669"/>
                </a:lnTo>
                <a:lnTo>
                  <a:pt x="497" y="1624"/>
                </a:lnTo>
                <a:lnTo>
                  <a:pt x="755" y="1578"/>
                </a:lnTo>
                <a:lnTo>
                  <a:pt x="1015" y="1529"/>
                </a:lnTo>
                <a:lnTo>
                  <a:pt x="1279" y="1478"/>
                </a:lnTo>
                <a:lnTo>
                  <a:pt x="1547" y="1424"/>
                </a:lnTo>
                <a:lnTo>
                  <a:pt x="1680" y="1396"/>
                </a:lnTo>
                <a:lnTo>
                  <a:pt x="1814" y="1367"/>
                </a:lnTo>
                <a:lnTo>
                  <a:pt x="1949" y="1337"/>
                </a:lnTo>
                <a:lnTo>
                  <a:pt x="2084" y="1306"/>
                </a:lnTo>
                <a:lnTo>
                  <a:pt x="2218" y="1274"/>
                </a:lnTo>
                <a:lnTo>
                  <a:pt x="2353" y="1242"/>
                </a:lnTo>
                <a:lnTo>
                  <a:pt x="2487" y="1209"/>
                </a:lnTo>
                <a:lnTo>
                  <a:pt x="2622" y="1174"/>
                </a:lnTo>
                <a:lnTo>
                  <a:pt x="2755" y="1138"/>
                </a:lnTo>
                <a:lnTo>
                  <a:pt x="2888" y="1101"/>
                </a:lnTo>
                <a:lnTo>
                  <a:pt x="3020" y="1064"/>
                </a:lnTo>
                <a:lnTo>
                  <a:pt x="3152" y="1024"/>
                </a:lnTo>
                <a:lnTo>
                  <a:pt x="3283" y="985"/>
                </a:lnTo>
                <a:lnTo>
                  <a:pt x="3414" y="944"/>
                </a:lnTo>
                <a:lnTo>
                  <a:pt x="3542" y="900"/>
                </a:lnTo>
                <a:lnTo>
                  <a:pt x="3670" y="856"/>
                </a:lnTo>
                <a:lnTo>
                  <a:pt x="3797" y="812"/>
                </a:lnTo>
                <a:lnTo>
                  <a:pt x="3921" y="764"/>
                </a:lnTo>
                <a:lnTo>
                  <a:pt x="4045" y="717"/>
                </a:lnTo>
                <a:lnTo>
                  <a:pt x="4167" y="667"/>
                </a:lnTo>
                <a:lnTo>
                  <a:pt x="4167" y="0"/>
                </a:lnTo>
                <a:lnTo>
                  <a:pt x="5193" y="1643"/>
                </a:lnTo>
                <a:lnTo>
                  <a:pt x="4154" y="3349"/>
                </a:lnTo>
                <a:lnTo>
                  <a:pt x="4135" y="2661"/>
                </a:lnTo>
                <a:lnTo>
                  <a:pt x="4022" y="2614"/>
                </a:lnTo>
                <a:lnTo>
                  <a:pt x="3908" y="2566"/>
                </a:lnTo>
                <a:lnTo>
                  <a:pt x="3790" y="2521"/>
                </a:lnTo>
                <a:lnTo>
                  <a:pt x="3672" y="2478"/>
                </a:lnTo>
                <a:lnTo>
                  <a:pt x="3551" y="2436"/>
                </a:lnTo>
                <a:lnTo>
                  <a:pt x="3428" y="2394"/>
                </a:lnTo>
                <a:lnTo>
                  <a:pt x="3303" y="2355"/>
                </a:lnTo>
                <a:lnTo>
                  <a:pt x="3178" y="2316"/>
                </a:lnTo>
                <a:lnTo>
                  <a:pt x="3051" y="2279"/>
                </a:lnTo>
                <a:lnTo>
                  <a:pt x="2923" y="2243"/>
                </a:lnTo>
                <a:lnTo>
                  <a:pt x="2793" y="2209"/>
                </a:lnTo>
                <a:lnTo>
                  <a:pt x="2663" y="2174"/>
                </a:lnTo>
                <a:lnTo>
                  <a:pt x="2531" y="2142"/>
                </a:lnTo>
                <a:lnTo>
                  <a:pt x="2397" y="2110"/>
                </a:lnTo>
                <a:lnTo>
                  <a:pt x="2266" y="2080"/>
                </a:lnTo>
                <a:lnTo>
                  <a:pt x="2131" y="2051"/>
                </a:lnTo>
                <a:lnTo>
                  <a:pt x="1996" y="2023"/>
                </a:lnTo>
                <a:lnTo>
                  <a:pt x="1862" y="1996"/>
                </a:lnTo>
                <a:lnTo>
                  <a:pt x="1727" y="1969"/>
                </a:lnTo>
                <a:lnTo>
                  <a:pt x="1592" y="1945"/>
                </a:lnTo>
                <a:lnTo>
                  <a:pt x="1457" y="1920"/>
                </a:lnTo>
                <a:lnTo>
                  <a:pt x="1322" y="1896"/>
                </a:lnTo>
                <a:lnTo>
                  <a:pt x="1187" y="1874"/>
                </a:lnTo>
                <a:lnTo>
                  <a:pt x="1052" y="1852"/>
                </a:lnTo>
                <a:lnTo>
                  <a:pt x="919" y="1832"/>
                </a:lnTo>
                <a:lnTo>
                  <a:pt x="784" y="1813"/>
                </a:lnTo>
                <a:lnTo>
                  <a:pt x="652" y="1793"/>
                </a:lnTo>
                <a:lnTo>
                  <a:pt x="519" y="1775"/>
                </a:lnTo>
                <a:lnTo>
                  <a:pt x="258" y="1742"/>
                </a:lnTo>
                <a:lnTo>
                  <a:pt x="0" y="1711"/>
                </a:lnTo>
                <a:close/>
              </a:path>
            </a:pathLst>
          </a:custGeom>
          <a:gradFill>
            <a:gsLst>
              <a:gs pos="18000">
                <a:srgbClr val="184D72"/>
              </a:gs>
              <a:gs pos="78000">
                <a:schemeClr val="accent4"/>
              </a:gs>
            </a:gsLst>
            <a:lin ang="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+mj-lt"/>
            </a:endParaRPr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EE0374C7-144C-4161-BBA6-38EC119C770C}"/>
              </a:ext>
            </a:extLst>
          </p:cNvPr>
          <p:cNvGrpSpPr/>
          <p:nvPr/>
        </p:nvGrpSpPr>
        <p:grpSpPr>
          <a:xfrm>
            <a:off x="4405016" y="1936900"/>
            <a:ext cx="3484563" cy="3543301"/>
            <a:chOff x="4351338" y="1779588"/>
            <a:chExt cx="3484563" cy="3543301"/>
          </a:xfrm>
          <a:solidFill>
            <a:schemeClr val="accent4">
              <a:alpha val="53000"/>
            </a:schemeClr>
          </a:solidFill>
        </p:grpSpPr>
        <p:sp>
          <p:nvSpPr>
            <p:cNvPr id="271" name="Freeform 120">
              <a:extLst>
                <a:ext uri="{FF2B5EF4-FFF2-40B4-BE49-F238E27FC236}">
                  <a16:creationId xmlns:a16="http://schemas.microsoft.com/office/drawing/2014/main" id="{05D77DDB-2B9B-4A32-8ABB-0C2FAC2F0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8376" y="4602163"/>
              <a:ext cx="115888" cy="100013"/>
            </a:xfrm>
            <a:custGeom>
              <a:avLst/>
              <a:gdLst>
                <a:gd name="T0" fmla="*/ 190 w 217"/>
                <a:gd name="T1" fmla="*/ 189 h 189"/>
                <a:gd name="T2" fmla="*/ 0 w 217"/>
                <a:gd name="T3" fmla="*/ 33 h 189"/>
                <a:gd name="T4" fmla="*/ 27 w 217"/>
                <a:gd name="T5" fmla="*/ 0 h 189"/>
                <a:gd name="T6" fmla="*/ 217 w 217"/>
                <a:gd name="T7" fmla="*/ 154 h 189"/>
                <a:gd name="T8" fmla="*/ 190 w 217"/>
                <a:gd name="T9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7" h="189">
                  <a:moveTo>
                    <a:pt x="190" y="189"/>
                  </a:moveTo>
                  <a:lnTo>
                    <a:pt x="0" y="33"/>
                  </a:lnTo>
                  <a:lnTo>
                    <a:pt x="27" y="0"/>
                  </a:lnTo>
                  <a:lnTo>
                    <a:pt x="217" y="154"/>
                  </a:lnTo>
                  <a:lnTo>
                    <a:pt x="190" y="18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72" name="Freeform 121">
              <a:extLst>
                <a:ext uri="{FF2B5EF4-FFF2-40B4-BE49-F238E27FC236}">
                  <a16:creationId xmlns:a16="http://schemas.microsoft.com/office/drawing/2014/main" id="{56D84A07-1B39-45B7-BF68-1E7E6D8DD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5363" y="4568826"/>
              <a:ext cx="117475" cy="96838"/>
            </a:xfrm>
            <a:custGeom>
              <a:avLst/>
              <a:gdLst>
                <a:gd name="T0" fmla="*/ 194 w 220"/>
                <a:gd name="T1" fmla="*/ 184 h 184"/>
                <a:gd name="T2" fmla="*/ 0 w 220"/>
                <a:gd name="T3" fmla="*/ 35 h 184"/>
                <a:gd name="T4" fmla="*/ 26 w 220"/>
                <a:gd name="T5" fmla="*/ 0 h 184"/>
                <a:gd name="T6" fmla="*/ 220 w 220"/>
                <a:gd name="T7" fmla="*/ 149 h 184"/>
                <a:gd name="T8" fmla="*/ 194 w 220"/>
                <a:gd name="T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84">
                  <a:moveTo>
                    <a:pt x="194" y="184"/>
                  </a:moveTo>
                  <a:lnTo>
                    <a:pt x="0" y="35"/>
                  </a:lnTo>
                  <a:lnTo>
                    <a:pt x="26" y="0"/>
                  </a:lnTo>
                  <a:lnTo>
                    <a:pt x="220" y="149"/>
                  </a:lnTo>
                  <a:lnTo>
                    <a:pt x="194" y="1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73" name="Freeform 122">
              <a:extLst>
                <a:ext uri="{FF2B5EF4-FFF2-40B4-BE49-F238E27FC236}">
                  <a16:creationId xmlns:a16="http://schemas.microsoft.com/office/drawing/2014/main" id="{A47FE11B-E8B6-4F8D-A7E5-2CFA2A096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2351" y="4535488"/>
              <a:ext cx="117475" cy="95250"/>
            </a:xfrm>
            <a:custGeom>
              <a:avLst/>
              <a:gdLst>
                <a:gd name="T0" fmla="*/ 198 w 222"/>
                <a:gd name="T1" fmla="*/ 180 h 180"/>
                <a:gd name="T2" fmla="*/ 0 w 222"/>
                <a:gd name="T3" fmla="*/ 35 h 180"/>
                <a:gd name="T4" fmla="*/ 25 w 222"/>
                <a:gd name="T5" fmla="*/ 0 h 180"/>
                <a:gd name="T6" fmla="*/ 222 w 222"/>
                <a:gd name="T7" fmla="*/ 144 h 180"/>
                <a:gd name="T8" fmla="*/ 198 w 222"/>
                <a:gd name="T9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" h="180">
                  <a:moveTo>
                    <a:pt x="198" y="180"/>
                  </a:moveTo>
                  <a:lnTo>
                    <a:pt x="0" y="35"/>
                  </a:lnTo>
                  <a:lnTo>
                    <a:pt x="25" y="0"/>
                  </a:lnTo>
                  <a:lnTo>
                    <a:pt x="222" y="144"/>
                  </a:lnTo>
                  <a:lnTo>
                    <a:pt x="198" y="1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74" name="Freeform 123">
              <a:extLst>
                <a:ext uri="{FF2B5EF4-FFF2-40B4-BE49-F238E27FC236}">
                  <a16:creationId xmlns:a16="http://schemas.microsoft.com/office/drawing/2014/main" id="{3A0129F2-7649-42B3-88D3-4FCDD7F24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7751" y="4500563"/>
              <a:ext cx="119063" cy="92075"/>
            </a:xfrm>
            <a:custGeom>
              <a:avLst/>
              <a:gdLst>
                <a:gd name="T0" fmla="*/ 201 w 225"/>
                <a:gd name="T1" fmla="*/ 175 h 175"/>
                <a:gd name="T2" fmla="*/ 0 w 225"/>
                <a:gd name="T3" fmla="*/ 35 h 175"/>
                <a:gd name="T4" fmla="*/ 24 w 225"/>
                <a:gd name="T5" fmla="*/ 0 h 175"/>
                <a:gd name="T6" fmla="*/ 225 w 225"/>
                <a:gd name="T7" fmla="*/ 139 h 175"/>
                <a:gd name="T8" fmla="*/ 201 w 225"/>
                <a:gd name="T9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" h="175">
                  <a:moveTo>
                    <a:pt x="201" y="175"/>
                  </a:moveTo>
                  <a:lnTo>
                    <a:pt x="0" y="35"/>
                  </a:lnTo>
                  <a:lnTo>
                    <a:pt x="24" y="0"/>
                  </a:lnTo>
                  <a:lnTo>
                    <a:pt x="225" y="139"/>
                  </a:lnTo>
                  <a:lnTo>
                    <a:pt x="201" y="1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75" name="Freeform 124">
              <a:extLst>
                <a:ext uri="{FF2B5EF4-FFF2-40B4-BE49-F238E27FC236}">
                  <a16:creationId xmlns:a16="http://schemas.microsoft.com/office/drawing/2014/main" id="{C54FFD2A-83CA-4506-9DE6-76C0044C1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3151" y="4464051"/>
              <a:ext cx="119063" cy="90488"/>
            </a:xfrm>
            <a:custGeom>
              <a:avLst/>
              <a:gdLst>
                <a:gd name="T0" fmla="*/ 204 w 227"/>
                <a:gd name="T1" fmla="*/ 170 h 170"/>
                <a:gd name="T2" fmla="*/ 0 w 227"/>
                <a:gd name="T3" fmla="*/ 37 h 170"/>
                <a:gd name="T4" fmla="*/ 23 w 227"/>
                <a:gd name="T5" fmla="*/ 0 h 170"/>
                <a:gd name="T6" fmla="*/ 227 w 227"/>
                <a:gd name="T7" fmla="*/ 133 h 170"/>
                <a:gd name="T8" fmla="*/ 204 w 227"/>
                <a:gd name="T9" fmla="*/ 17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70">
                  <a:moveTo>
                    <a:pt x="204" y="170"/>
                  </a:moveTo>
                  <a:lnTo>
                    <a:pt x="0" y="37"/>
                  </a:lnTo>
                  <a:lnTo>
                    <a:pt x="23" y="0"/>
                  </a:lnTo>
                  <a:lnTo>
                    <a:pt x="227" y="133"/>
                  </a:lnTo>
                  <a:lnTo>
                    <a:pt x="204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76" name="Freeform 125">
              <a:extLst>
                <a:ext uri="{FF2B5EF4-FFF2-40B4-BE49-F238E27FC236}">
                  <a16:creationId xmlns:a16="http://schemas.microsoft.com/office/drawing/2014/main" id="{0A7898E7-8EDA-4BD2-9955-487B23B82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5376" y="4429126"/>
              <a:ext cx="122238" cy="87313"/>
            </a:xfrm>
            <a:custGeom>
              <a:avLst/>
              <a:gdLst>
                <a:gd name="T0" fmla="*/ 207 w 229"/>
                <a:gd name="T1" fmla="*/ 165 h 165"/>
                <a:gd name="T2" fmla="*/ 0 w 229"/>
                <a:gd name="T3" fmla="*/ 37 h 165"/>
                <a:gd name="T4" fmla="*/ 23 w 229"/>
                <a:gd name="T5" fmla="*/ 0 h 165"/>
                <a:gd name="T6" fmla="*/ 229 w 229"/>
                <a:gd name="T7" fmla="*/ 128 h 165"/>
                <a:gd name="T8" fmla="*/ 207 w 229"/>
                <a:gd name="T9" fmla="*/ 165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" h="165">
                  <a:moveTo>
                    <a:pt x="207" y="165"/>
                  </a:moveTo>
                  <a:lnTo>
                    <a:pt x="0" y="37"/>
                  </a:lnTo>
                  <a:lnTo>
                    <a:pt x="23" y="0"/>
                  </a:lnTo>
                  <a:lnTo>
                    <a:pt x="229" y="128"/>
                  </a:lnTo>
                  <a:lnTo>
                    <a:pt x="207" y="1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77" name="Freeform 126">
              <a:extLst>
                <a:ext uri="{FF2B5EF4-FFF2-40B4-BE49-F238E27FC236}">
                  <a16:creationId xmlns:a16="http://schemas.microsoft.com/office/drawing/2014/main" id="{F201AA65-EC6A-47D0-AD5C-6A09BFE23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9188" y="4392613"/>
              <a:ext cx="122238" cy="84138"/>
            </a:xfrm>
            <a:custGeom>
              <a:avLst/>
              <a:gdLst>
                <a:gd name="T0" fmla="*/ 210 w 232"/>
                <a:gd name="T1" fmla="*/ 160 h 160"/>
                <a:gd name="T2" fmla="*/ 0 w 232"/>
                <a:gd name="T3" fmla="*/ 38 h 160"/>
                <a:gd name="T4" fmla="*/ 21 w 232"/>
                <a:gd name="T5" fmla="*/ 0 h 160"/>
                <a:gd name="T6" fmla="*/ 232 w 232"/>
                <a:gd name="T7" fmla="*/ 123 h 160"/>
                <a:gd name="T8" fmla="*/ 210 w 232"/>
                <a:gd name="T9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2" h="160">
                  <a:moveTo>
                    <a:pt x="210" y="160"/>
                  </a:moveTo>
                  <a:lnTo>
                    <a:pt x="0" y="38"/>
                  </a:lnTo>
                  <a:lnTo>
                    <a:pt x="21" y="0"/>
                  </a:lnTo>
                  <a:lnTo>
                    <a:pt x="232" y="123"/>
                  </a:lnTo>
                  <a:lnTo>
                    <a:pt x="210" y="1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78" name="Freeform 127">
              <a:extLst>
                <a:ext uri="{FF2B5EF4-FFF2-40B4-BE49-F238E27FC236}">
                  <a16:creationId xmlns:a16="http://schemas.microsoft.com/office/drawing/2014/main" id="{51EDC644-12ED-4BB2-AB28-C493D5C556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9826" y="4354513"/>
              <a:ext cx="123825" cy="82550"/>
            </a:xfrm>
            <a:custGeom>
              <a:avLst/>
              <a:gdLst>
                <a:gd name="T0" fmla="*/ 213 w 234"/>
                <a:gd name="T1" fmla="*/ 155 h 155"/>
                <a:gd name="T2" fmla="*/ 0 w 234"/>
                <a:gd name="T3" fmla="*/ 39 h 155"/>
                <a:gd name="T4" fmla="*/ 21 w 234"/>
                <a:gd name="T5" fmla="*/ 0 h 155"/>
                <a:gd name="T6" fmla="*/ 234 w 234"/>
                <a:gd name="T7" fmla="*/ 118 h 155"/>
                <a:gd name="T8" fmla="*/ 213 w 234"/>
                <a:gd name="T9" fmla="*/ 155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" h="155">
                  <a:moveTo>
                    <a:pt x="213" y="155"/>
                  </a:moveTo>
                  <a:lnTo>
                    <a:pt x="0" y="39"/>
                  </a:lnTo>
                  <a:lnTo>
                    <a:pt x="21" y="0"/>
                  </a:lnTo>
                  <a:lnTo>
                    <a:pt x="234" y="118"/>
                  </a:lnTo>
                  <a:lnTo>
                    <a:pt x="213" y="1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79" name="Freeform 128">
              <a:extLst>
                <a:ext uri="{FF2B5EF4-FFF2-40B4-BE49-F238E27FC236}">
                  <a16:creationId xmlns:a16="http://schemas.microsoft.com/office/drawing/2014/main" id="{F082BD80-996F-4E91-9148-28C1AE402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463" y="4318001"/>
              <a:ext cx="125413" cy="79375"/>
            </a:xfrm>
            <a:custGeom>
              <a:avLst/>
              <a:gdLst>
                <a:gd name="T0" fmla="*/ 216 w 236"/>
                <a:gd name="T1" fmla="*/ 150 h 150"/>
                <a:gd name="T2" fmla="*/ 0 w 236"/>
                <a:gd name="T3" fmla="*/ 38 h 150"/>
                <a:gd name="T4" fmla="*/ 19 w 236"/>
                <a:gd name="T5" fmla="*/ 0 h 150"/>
                <a:gd name="T6" fmla="*/ 236 w 236"/>
                <a:gd name="T7" fmla="*/ 110 h 150"/>
                <a:gd name="T8" fmla="*/ 216 w 236"/>
                <a:gd name="T9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" h="150">
                  <a:moveTo>
                    <a:pt x="216" y="150"/>
                  </a:moveTo>
                  <a:lnTo>
                    <a:pt x="0" y="38"/>
                  </a:lnTo>
                  <a:lnTo>
                    <a:pt x="19" y="0"/>
                  </a:lnTo>
                  <a:lnTo>
                    <a:pt x="236" y="110"/>
                  </a:lnTo>
                  <a:lnTo>
                    <a:pt x="216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80" name="Freeform 129">
              <a:extLst>
                <a:ext uri="{FF2B5EF4-FFF2-40B4-BE49-F238E27FC236}">
                  <a16:creationId xmlns:a16="http://schemas.microsoft.com/office/drawing/2014/main" id="{267471B6-6331-4CBA-A301-09E606673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1101" y="4278313"/>
              <a:ext cx="125413" cy="77788"/>
            </a:xfrm>
            <a:custGeom>
              <a:avLst/>
              <a:gdLst>
                <a:gd name="T0" fmla="*/ 220 w 238"/>
                <a:gd name="T1" fmla="*/ 145 h 145"/>
                <a:gd name="T2" fmla="*/ 0 w 238"/>
                <a:gd name="T3" fmla="*/ 40 h 145"/>
                <a:gd name="T4" fmla="*/ 19 w 238"/>
                <a:gd name="T5" fmla="*/ 0 h 145"/>
                <a:gd name="T6" fmla="*/ 238 w 238"/>
                <a:gd name="T7" fmla="*/ 106 h 145"/>
                <a:gd name="T8" fmla="*/ 220 w 238"/>
                <a:gd name="T9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8" h="145">
                  <a:moveTo>
                    <a:pt x="220" y="145"/>
                  </a:moveTo>
                  <a:lnTo>
                    <a:pt x="0" y="40"/>
                  </a:lnTo>
                  <a:lnTo>
                    <a:pt x="19" y="0"/>
                  </a:lnTo>
                  <a:lnTo>
                    <a:pt x="238" y="106"/>
                  </a:lnTo>
                  <a:lnTo>
                    <a:pt x="220" y="1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81" name="Freeform 130">
              <a:extLst>
                <a:ext uri="{FF2B5EF4-FFF2-40B4-BE49-F238E27FC236}">
                  <a16:creationId xmlns:a16="http://schemas.microsoft.com/office/drawing/2014/main" id="{51BFDA75-0D7F-4795-86BD-AE429A825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0151" y="4240213"/>
              <a:ext cx="125413" cy="73025"/>
            </a:xfrm>
            <a:custGeom>
              <a:avLst/>
              <a:gdLst>
                <a:gd name="T0" fmla="*/ 222 w 239"/>
                <a:gd name="T1" fmla="*/ 139 h 139"/>
                <a:gd name="T2" fmla="*/ 0 w 239"/>
                <a:gd name="T3" fmla="*/ 39 h 139"/>
                <a:gd name="T4" fmla="*/ 18 w 239"/>
                <a:gd name="T5" fmla="*/ 0 h 139"/>
                <a:gd name="T6" fmla="*/ 239 w 239"/>
                <a:gd name="T7" fmla="*/ 100 h 139"/>
                <a:gd name="T8" fmla="*/ 222 w 239"/>
                <a:gd name="T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9" h="139">
                  <a:moveTo>
                    <a:pt x="222" y="139"/>
                  </a:moveTo>
                  <a:lnTo>
                    <a:pt x="0" y="39"/>
                  </a:lnTo>
                  <a:lnTo>
                    <a:pt x="18" y="0"/>
                  </a:lnTo>
                  <a:lnTo>
                    <a:pt x="239" y="100"/>
                  </a:lnTo>
                  <a:lnTo>
                    <a:pt x="222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82" name="Freeform 131">
              <a:extLst>
                <a:ext uri="{FF2B5EF4-FFF2-40B4-BE49-F238E27FC236}">
                  <a16:creationId xmlns:a16="http://schemas.microsoft.com/office/drawing/2014/main" id="{82E2111C-7BF4-4C1D-BE3E-DF42C1FFD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7613" y="4202113"/>
              <a:ext cx="127000" cy="69850"/>
            </a:xfrm>
            <a:custGeom>
              <a:avLst/>
              <a:gdLst>
                <a:gd name="T0" fmla="*/ 226 w 241"/>
                <a:gd name="T1" fmla="*/ 133 h 133"/>
                <a:gd name="T2" fmla="*/ 0 w 241"/>
                <a:gd name="T3" fmla="*/ 39 h 133"/>
                <a:gd name="T4" fmla="*/ 17 w 241"/>
                <a:gd name="T5" fmla="*/ 0 h 133"/>
                <a:gd name="T6" fmla="*/ 241 w 241"/>
                <a:gd name="T7" fmla="*/ 92 h 133"/>
                <a:gd name="T8" fmla="*/ 226 w 241"/>
                <a:gd name="T9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" h="133">
                  <a:moveTo>
                    <a:pt x="226" y="133"/>
                  </a:moveTo>
                  <a:lnTo>
                    <a:pt x="0" y="39"/>
                  </a:lnTo>
                  <a:lnTo>
                    <a:pt x="17" y="0"/>
                  </a:lnTo>
                  <a:lnTo>
                    <a:pt x="241" y="92"/>
                  </a:lnTo>
                  <a:lnTo>
                    <a:pt x="226" y="1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83" name="Freeform 132">
              <a:extLst>
                <a:ext uri="{FF2B5EF4-FFF2-40B4-BE49-F238E27FC236}">
                  <a16:creationId xmlns:a16="http://schemas.microsoft.com/office/drawing/2014/main" id="{C4258F0D-0671-4111-BAD6-169AA88B0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7313" y="3481388"/>
              <a:ext cx="128588" cy="30163"/>
            </a:xfrm>
            <a:custGeom>
              <a:avLst/>
              <a:gdLst>
                <a:gd name="T0" fmla="*/ 245 w 245"/>
                <a:gd name="T1" fmla="*/ 43 h 57"/>
                <a:gd name="T2" fmla="*/ 3 w 245"/>
                <a:gd name="T3" fmla="*/ 57 h 57"/>
                <a:gd name="T4" fmla="*/ 0 w 245"/>
                <a:gd name="T5" fmla="*/ 14 h 57"/>
                <a:gd name="T6" fmla="*/ 242 w 245"/>
                <a:gd name="T7" fmla="*/ 0 h 57"/>
                <a:gd name="T8" fmla="*/ 245 w 245"/>
                <a:gd name="T9" fmla="*/ 4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5" h="57">
                  <a:moveTo>
                    <a:pt x="245" y="43"/>
                  </a:moveTo>
                  <a:lnTo>
                    <a:pt x="3" y="57"/>
                  </a:lnTo>
                  <a:lnTo>
                    <a:pt x="0" y="14"/>
                  </a:lnTo>
                  <a:lnTo>
                    <a:pt x="242" y="0"/>
                  </a:lnTo>
                  <a:lnTo>
                    <a:pt x="245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84" name="Freeform 133">
              <a:extLst>
                <a:ext uri="{FF2B5EF4-FFF2-40B4-BE49-F238E27FC236}">
                  <a16:creationId xmlns:a16="http://schemas.microsoft.com/office/drawing/2014/main" id="{921750BB-A7EB-4824-AC1F-08DA9DF54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4138" y="3435351"/>
              <a:ext cx="130175" cy="33338"/>
            </a:xfrm>
            <a:custGeom>
              <a:avLst/>
              <a:gdLst>
                <a:gd name="T0" fmla="*/ 245 w 245"/>
                <a:gd name="T1" fmla="*/ 44 h 64"/>
                <a:gd name="T2" fmla="*/ 4 w 245"/>
                <a:gd name="T3" fmla="*/ 64 h 64"/>
                <a:gd name="T4" fmla="*/ 0 w 245"/>
                <a:gd name="T5" fmla="*/ 21 h 64"/>
                <a:gd name="T6" fmla="*/ 242 w 245"/>
                <a:gd name="T7" fmla="*/ 0 h 64"/>
                <a:gd name="T8" fmla="*/ 245 w 245"/>
                <a:gd name="T9" fmla="*/ 4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5" h="64">
                  <a:moveTo>
                    <a:pt x="245" y="44"/>
                  </a:moveTo>
                  <a:lnTo>
                    <a:pt x="4" y="64"/>
                  </a:lnTo>
                  <a:lnTo>
                    <a:pt x="0" y="21"/>
                  </a:lnTo>
                  <a:lnTo>
                    <a:pt x="242" y="0"/>
                  </a:lnTo>
                  <a:lnTo>
                    <a:pt x="245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85" name="Freeform 134">
              <a:extLst>
                <a:ext uri="{FF2B5EF4-FFF2-40B4-BE49-F238E27FC236}">
                  <a16:creationId xmlns:a16="http://schemas.microsoft.com/office/drawing/2014/main" id="{7FA09032-E438-44B6-9F9F-1BE42F361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963" y="3389313"/>
              <a:ext cx="130175" cy="36513"/>
            </a:xfrm>
            <a:custGeom>
              <a:avLst/>
              <a:gdLst>
                <a:gd name="T0" fmla="*/ 246 w 246"/>
                <a:gd name="T1" fmla="*/ 44 h 71"/>
                <a:gd name="T2" fmla="*/ 5 w 246"/>
                <a:gd name="T3" fmla="*/ 71 h 71"/>
                <a:gd name="T4" fmla="*/ 0 w 246"/>
                <a:gd name="T5" fmla="*/ 27 h 71"/>
                <a:gd name="T6" fmla="*/ 242 w 246"/>
                <a:gd name="T7" fmla="*/ 0 h 71"/>
                <a:gd name="T8" fmla="*/ 246 w 246"/>
                <a:gd name="T9" fmla="*/ 4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71">
                  <a:moveTo>
                    <a:pt x="246" y="44"/>
                  </a:moveTo>
                  <a:lnTo>
                    <a:pt x="5" y="71"/>
                  </a:lnTo>
                  <a:lnTo>
                    <a:pt x="0" y="27"/>
                  </a:lnTo>
                  <a:lnTo>
                    <a:pt x="242" y="0"/>
                  </a:lnTo>
                  <a:lnTo>
                    <a:pt x="246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86" name="Freeform 135">
              <a:extLst>
                <a:ext uri="{FF2B5EF4-FFF2-40B4-BE49-F238E27FC236}">
                  <a16:creationId xmlns:a16="http://schemas.microsoft.com/office/drawing/2014/main" id="{EDA597EF-E750-4C56-B5AF-E6823E0BC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7788" y="3343276"/>
              <a:ext cx="130175" cy="39688"/>
            </a:xfrm>
            <a:custGeom>
              <a:avLst/>
              <a:gdLst>
                <a:gd name="T0" fmla="*/ 246 w 246"/>
                <a:gd name="T1" fmla="*/ 44 h 77"/>
                <a:gd name="T2" fmla="*/ 5 w 246"/>
                <a:gd name="T3" fmla="*/ 77 h 77"/>
                <a:gd name="T4" fmla="*/ 0 w 246"/>
                <a:gd name="T5" fmla="*/ 33 h 77"/>
                <a:gd name="T6" fmla="*/ 240 w 246"/>
                <a:gd name="T7" fmla="*/ 0 h 77"/>
                <a:gd name="T8" fmla="*/ 246 w 246"/>
                <a:gd name="T9" fmla="*/ 44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77">
                  <a:moveTo>
                    <a:pt x="246" y="44"/>
                  </a:moveTo>
                  <a:lnTo>
                    <a:pt x="5" y="77"/>
                  </a:lnTo>
                  <a:lnTo>
                    <a:pt x="0" y="33"/>
                  </a:lnTo>
                  <a:lnTo>
                    <a:pt x="240" y="0"/>
                  </a:lnTo>
                  <a:lnTo>
                    <a:pt x="246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87" name="Freeform 136">
              <a:extLst>
                <a:ext uri="{FF2B5EF4-FFF2-40B4-BE49-F238E27FC236}">
                  <a16:creationId xmlns:a16="http://schemas.microsoft.com/office/drawing/2014/main" id="{FF98443E-4D2B-4FE1-94AE-1458E59D6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1438" y="3297238"/>
              <a:ext cx="130175" cy="42863"/>
            </a:xfrm>
            <a:custGeom>
              <a:avLst/>
              <a:gdLst>
                <a:gd name="T0" fmla="*/ 246 w 246"/>
                <a:gd name="T1" fmla="*/ 44 h 83"/>
                <a:gd name="T2" fmla="*/ 6 w 246"/>
                <a:gd name="T3" fmla="*/ 83 h 83"/>
                <a:gd name="T4" fmla="*/ 0 w 246"/>
                <a:gd name="T5" fmla="*/ 40 h 83"/>
                <a:gd name="T6" fmla="*/ 240 w 246"/>
                <a:gd name="T7" fmla="*/ 0 h 83"/>
                <a:gd name="T8" fmla="*/ 246 w 246"/>
                <a:gd name="T9" fmla="*/ 44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83">
                  <a:moveTo>
                    <a:pt x="246" y="44"/>
                  </a:moveTo>
                  <a:lnTo>
                    <a:pt x="6" y="83"/>
                  </a:lnTo>
                  <a:lnTo>
                    <a:pt x="0" y="40"/>
                  </a:lnTo>
                  <a:lnTo>
                    <a:pt x="240" y="0"/>
                  </a:lnTo>
                  <a:lnTo>
                    <a:pt x="246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88" name="Freeform 137">
              <a:extLst>
                <a:ext uri="{FF2B5EF4-FFF2-40B4-BE49-F238E27FC236}">
                  <a16:creationId xmlns:a16="http://schemas.microsoft.com/office/drawing/2014/main" id="{219F3679-05E4-4FC3-A8FC-C157ABFF3FC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5088" y="3251201"/>
              <a:ext cx="130175" cy="46038"/>
            </a:xfrm>
            <a:custGeom>
              <a:avLst/>
              <a:gdLst>
                <a:gd name="T0" fmla="*/ 246 w 246"/>
                <a:gd name="T1" fmla="*/ 42 h 88"/>
                <a:gd name="T2" fmla="*/ 8 w 246"/>
                <a:gd name="T3" fmla="*/ 88 h 88"/>
                <a:gd name="T4" fmla="*/ 0 w 246"/>
                <a:gd name="T5" fmla="*/ 46 h 88"/>
                <a:gd name="T6" fmla="*/ 238 w 246"/>
                <a:gd name="T7" fmla="*/ 0 h 88"/>
                <a:gd name="T8" fmla="*/ 246 w 246"/>
                <a:gd name="T9" fmla="*/ 42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88">
                  <a:moveTo>
                    <a:pt x="246" y="42"/>
                  </a:moveTo>
                  <a:lnTo>
                    <a:pt x="8" y="88"/>
                  </a:lnTo>
                  <a:lnTo>
                    <a:pt x="0" y="46"/>
                  </a:lnTo>
                  <a:lnTo>
                    <a:pt x="238" y="0"/>
                  </a:lnTo>
                  <a:lnTo>
                    <a:pt x="246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89" name="Freeform 138">
              <a:extLst>
                <a:ext uri="{FF2B5EF4-FFF2-40B4-BE49-F238E27FC236}">
                  <a16:creationId xmlns:a16="http://schemas.microsoft.com/office/drawing/2014/main" id="{7C924141-6DAE-4C31-97EA-908648EEE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7151" y="3205163"/>
              <a:ext cx="130175" cy="50800"/>
            </a:xfrm>
            <a:custGeom>
              <a:avLst/>
              <a:gdLst>
                <a:gd name="T0" fmla="*/ 246 w 246"/>
                <a:gd name="T1" fmla="*/ 42 h 95"/>
                <a:gd name="T2" fmla="*/ 9 w 246"/>
                <a:gd name="T3" fmla="*/ 95 h 95"/>
                <a:gd name="T4" fmla="*/ 0 w 246"/>
                <a:gd name="T5" fmla="*/ 51 h 95"/>
                <a:gd name="T6" fmla="*/ 237 w 246"/>
                <a:gd name="T7" fmla="*/ 0 h 95"/>
                <a:gd name="T8" fmla="*/ 246 w 246"/>
                <a:gd name="T9" fmla="*/ 4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95">
                  <a:moveTo>
                    <a:pt x="246" y="42"/>
                  </a:moveTo>
                  <a:lnTo>
                    <a:pt x="9" y="95"/>
                  </a:lnTo>
                  <a:lnTo>
                    <a:pt x="0" y="51"/>
                  </a:lnTo>
                  <a:lnTo>
                    <a:pt x="237" y="0"/>
                  </a:lnTo>
                  <a:lnTo>
                    <a:pt x="246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90" name="Freeform 139">
              <a:extLst>
                <a:ext uri="{FF2B5EF4-FFF2-40B4-BE49-F238E27FC236}">
                  <a16:creationId xmlns:a16="http://schemas.microsoft.com/office/drawing/2014/main" id="{FA51147E-2AB5-4F31-85A1-D19C0353C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9213" y="3160713"/>
              <a:ext cx="130175" cy="52388"/>
            </a:xfrm>
            <a:custGeom>
              <a:avLst/>
              <a:gdLst>
                <a:gd name="T0" fmla="*/ 246 w 246"/>
                <a:gd name="T1" fmla="*/ 43 h 100"/>
                <a:gd name="T2" fmla="*/ 11 w 246"/>
                <a:gd name="T3" fmla="*/ 100 h 100"/>
                <a:gd name="T4" fmla="*/ 0 w 246"/>
                <a:gd name="T5" fmla="*/ 59 h 100"/>
                <a:gd name="T6" fmla="*/ 236 w 246"/>
                <a:gd name="T7" fmla="*/ 0 h 100"/>
                <a:gd name="T8" fmla="*/ 246 w 246"/>
                <a:gd name="T9" fmla="*/ 43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100">
                  <a:moveTo>
                    <a:pt x="246" y="43"/>
                  </a:moveTo>
                  <a:lnTo>
                    <a:pt x="11" y="100"/>
                  </a:lnTo>
                  <a:lnTo>
                    <a:pt x="0" y="59"/>
                  </a:lnTo>
                  <a:lnTo>
                    <a:pt x="236" y="0"/>
                  </a:lnTo>
                  <a:lnTo>
                    <a:pt x="246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91" name="Freeform 140">
              <a:extLst>
                <a:ext uri="{FF2B5EF4-FFF2-40B4-BE49-F238E27FC236}">
                  <a16:creationId xmlns:a16="http://schemas.microsoft.com/office/drawing/2014/main" id="{616BB67A-727B-4C84-8973-E967040E2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9688" y="3114676"/>
              <a:ext cx="128588" cy="57150"/>
            </a:xfrm>
            <a:custGeom>
              <a:avLst/>
              <a:gdLst>
                <a:gd name="T0" fmla="*/ 245 w 245"/>
                <a:gd name="T1" fmla="*/ 43 h 108"/>
                <a:gd name="T2" fmla="*/ 11 w 245"/>
                <a:gd name="T3" fmla="*/ 108 h 108"/>
                <a:gd name="T4" fmla="*/ 0 w 245"/>
                <a:gd name="T5" fmla="*/ 66 h 108"/>
                <a:gd name="T6" fmla="*/ 234 w 245"/>
                <a:gd name="T7" fmla="*/ 0 h 108"/>
                <a:gd name="T8" fmla="*/ 245 w 245"/>
                <a:gd name="T9" fmla="*/ 4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5" h="108">
                  <a:moveTo>
                    <a:pt x="245" y="43"/>
                  </a:moveTo>
                  <a:lnTo>
                    <a:pt x="11" y="108"/>
                  </a:lnTo>
                  <a:lnTo>
                    <a:pt x="0" y="66"/>
                  </a:lnTo>
                  <a:lnTo>
                    <a:pt x="234" y="0"/>
                  </a:lnTo>
                  <a:lnTo>
                    <a:pt x="245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92" name="Freeform 141">
              <a:extLst>
                <a:ext uri="{FF2B5EF4-FFF2-40B4-BE49-F238E27FC236}">
                  <a16:creationId xmlns:a16="http://schemas.microsoft.com/office/drawing/2014/main" id="{A01F8544-3F5C-46B4-8373-94847E3DC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8576" y="3070226"/>
              <a:ext cx="128588" cy="60325"/>
            </a:xfrm>
            <a:custGeom>
              <a:avLst/>
              <a:gdLst>
                <a:gd name="T0" fmla="*/ 243 w 243"/>
                <a:gd name="T1" fmla="*/ 42 h 113"/>
                <a:gd name="T2" fmla="*/ 11 w 243"/>
                <a:gd name="T3" fmla="*/ 113 h 113"/>
                <a:gd name="T4" fmla="*/ 0 w 243"/>
                <a:gd name="T5" fmla="*/ 72 h 113"/>
                <a:gd name="T6" fmla="*/ 232 w 243"/>
                <a:gd name="T7" fmla="*/ 0 h 113"/>
                <a:gd name="T8" fmla="*/ 243 w 243"/>
                <a:gd name="T9" fmla="*/ 42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113">
                  <a:moveTo>
                    <a:pt x="243" y="42"/>
                  </a:moveTo>
                  <a:lnTo>
                    <a:pt x="11" y="113"/>
                  </a:lnTo>
                  <a:lnTo>
                    <a:pt x="0" y="72"/>
                  </a:lnTo>
                  <a:lnTo>
                    <a:pt x="232" y="0"/>
                  </a:lnTo>
                  <a:lnTo>
                    <a:pt x="243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93" name="Freeform 142">
              <a:extLst>
                <a:ext uri="{FF2B5EF4-FFF2-40B4-BE49-F238E27FC236}">
                  <a16:creationId xmlns:a16="http://schemas.microsoft.com/office/drawing/2014/main" id="{9301EA4E-0618-48B9-A055-CDAD499F1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5876" y="3025776"/>
              <a:ext cx="128588" cy="61913"/>
            </a:xfrm>
            <a:custGeom>
              <a:avLst/>
              <a:gdLst>
                <a:gd name="T0" fmla="*/ 243 w 243"/>
                <a:gd name="T1" fmla="*/ 41 h 117"/>
                <a:gd name="T2" fmla="*/ 14 w 243"/>
                <a:gd name="T3" fmla="*/ 117 h 117"/>
                <a:gd name="T4" fmla="*/ 0 w 243"/>
                <a:gd name="T5" fmla="*/ 76 h 117"/>
                <a:gd name="T6" fmla="*/ 230 w 243"/>
                <a:gd name="T7" fmla="*/ 0 h 117"/>
                <a:gd name="T8" fmla="*/ 243 w 243"/>
                <a:gd name="T9" fmla="*/ 4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117">
                  <a:moveTo>
                    <a:pt x="243" y="41"/>
                  </a:moveTo>
                  <a:lnTo>
                    <a:pt x="14" y="117"/>
                  </a:lnTo>
                  <a:lnTo>
                    <a:pt x="0" y="76"/>
                  </a:lnTo>
                  <a:lnTo>
                    <a:pt x="230" y="0"/>
                  </a:lnTo>
                  <a:lnTo>
                    <a:pt x="243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94" name="Freeform 143">
              <a:extLst>
                <a:ext uri="{FF2B5EF4-FFF2-40B4-BE49-F238E27FC236}">
                  <a16:creationId xmlns:a16="http://schemas.microsoft.com/office/drawing/2014/main" id="{6B4B2E64-30E3-4834-A109-76F8B40B0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3176" y="2981326"/>
              <a:ext cx="128588" cy="66675"/>
            </a:xfrm>
            <a:custGeom>
              <a:avLst/>
              <a:gdLst>
                <a:gd name="T0" fmla="*/ 242 w 242"/>
                <a:gd name="T1" fmla="*/ 40 h 125"/>
                <a:gd name="T2" fmla="*/ 14 w 242"/>
                <a:gd name="T3" fmla="*/ 125 h 125"/>
                <a:gd name="T4" fmla="*/ 0 w 242"/>
                <a:gd name="T5" fmla="*/ 84 h 125"/>
                <a:gd name="T6" fmla="*/ 228 w 242"/>
                <a:gd name="T7" fmla="*/ 0 h 125"/>
                <a:gd name="T8" fmla="*/ 242 w 242"/>
                <a:gd name="T9" fmla="*/ 4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2" h="125">
                  <a:moveTo>
                    <a:pt x="242" y="40"/>
                  </a:moveTo>
                  <a:lnTo>
                    <a:pt x="14" y="125"/>
                  </a:lnTo>
                  <a:lnTo>
                    <a:pt x="0" y="84"/>
                  </a:lnTo>
                  <a:lnTo>
                    <a:pt x="228" y="0"/>
                  </a:lnTo>
                  <a:lnTo>
                    <a:pt x="242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95" name="Freeform 144">
              <a:extLst>
                <a:ext uri="{FF2B5EF4-FFF2-40B4-BE49-F238E27FC236}">
                  <a16:creationId xmlns:a16="http://schemas.microsoft.com/office/drawing/2014/main" id="{627BCBEE-23B7-462E-BE7F-BA0613B5E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8888" y="2938463"/>
              <a:ext cx="128588" cy="68263"/>
            </a:xfrm>
            <a:custGeom>
              <a:avLst/>
              <a:gdLst>
                <a:gd name="T0" fmla="*/ 242 w 242"/>
                <a:gd name="T1" fmla="*/ 41 h 129"/>
                <a:gd name="T2" fmla="*/ 15 w 242"/>
                <a:gd name="T3" fmla="*/ 129 h 129"/>
                <a:gd name="T4" fmla="*/ 0 w 242"/>
                <a:gd name="T5" fmla="*/ 90 h 129"/>
                <a:gd name="T6" fmla="*/ 226 w 242"/>
                <a:gd name="T7" fmla="*/ 0 h 129"/>
                <a:gd name="T8" fmla="*/ 242 w 242"/>
                <a:gd name="T9" fmla="*/ 4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2" h="129">
                  <a:moveTo>
                    <a:pt x="242" y="41"/>
                  </a:moveTo>
                  <a:lnTo>
                    <a:pt x="15" y="129"/>
                  </a:lnTo>
                  <a:lnTo>
                    <a:pt x="0" y="90"/>
                  </a:lnTo>
                  <a:lnTo>
                    <a:pt x="226" y="0"/>
                  </a:lnTo>
                  <a:lnTo>
                    <a:pt x="242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96" name="Freeform 145">
              <a:extLst>
                <a:ext uri="{FF2B5EF4-FFF2-40B4-BE49-F238E27FC236}">
                  <a16:creationId xmlns:a16="http://schemas.microsoft.com/office/drawing/2014/main" id="{5127757A-5FA0-4ECB-A8F7-8F5D11347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4601" y="2894013"/>
              <a:ext cx="127000" cy="73025"/>
            </a:xfrm>
            <a:custGeom>
              <a:avLst/>
              <a:gdLst>
                <a:gd name="T0" fmla="*/ 240 w 240"/>
                <a:gd name="T1" fmla="*/ 41 h 136"/>
                <a:gd name="T2" fmla="*/ 17 w 240"/>
                <a:gd name="T3" fmla="*/ 136 h 136"/>
                <a:gd name="T4" fmla="*/ 0 w 240"/>
                <a:gd name="T5" fmla="*/ 96 h 136"/>
                <a:gd name="T6" fmla="*/ 225 w 240"/>
                <a:gd name="T7" fmla="*/ 0 h 136"/>
                <a:gd name="T8" fmla="*/ 240 w 240"/>
                <a:gd name="T9" fmla="*/ 41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0" h="136">
                  <a:moveTo>
                    <a:pt x="240" y="41"/>
                  </a:moveTo>
                  <a:lnTo>
                    <a:pt x="17" y="136"/>
                  </a:lnTo>
                  <a:lnTo>
                    <a:pt x="0" y="96"/>
                  </a:lnTo>
                  <a:lnTo>
                    <a:pt x="225" y="0"/>
                  </a:lnTo>
                  <a:lnTo>
                    <a:pt x="240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97" name="Freeform 146">
              <a:extLst>
                <a:ext uri="{FF2B5EF4-FFF2-40B4-BE49-F238E27FC236}">
                  <a16:creationId xmlns:a16="http://schemas.microsoft.com/office/drawing/2014/main" id="{CEFC960B-456C-4086-857B-FFA0DA5D7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8726" y="2851151"/>
              <a:ext cx="125413" cy="74613"/>
            </a:xfrm>
            <a:custGeom>
              <a:avLst/>
              <a:gdLst>
                <a:gd name="T0" fmla="*/ 239 w 239"/>
                <a:gd name="T1" fmla="*/ 40 h 141"/>
                <a:gd name="T2" fmla="*/ 18 w 239"/>
                <a:gd name="T3" fmla="*/ 141 h 141"/>
                <a:gd name="T4" fmla="*/ 0 w 239"/>
                <a:gd name="T5" fmla="*/ 101 h 141"/>
                <a:gd name="T6" fmla="*/ 221 w 239"/>
                <a:gd name="T7" fmla="*/ 0 h 141"/>
                <a:gd name="T8" fmla="*/ 239 w 239"/>
                <a:gd name="T9" fmla="*/ 4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9" h="141">
                  <a:moveTo>
                    <a:pt x="239" y="40"/>
                  </a:moveTo>
                  <a:lnTo>
                    <a:pt x="18" y="141"/>
                  </a:lnTo>
                  <a:lnTo>
                    <a:pt x="0" y="101"/>
                  </a:lnTo>
                  <a:lnTo>
                    <a:pt x="221" y="0"/>
                  </a:lnTo>
                  <a:lnTo>
                    <a:pt x="239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98" name="Freeform 147">
              <a:extLst>
                <a:ext uri="{FF2B5EF4-FFF2-40B4-BE49-F238E27FC236}">
                  <a16:creationId xmlns:a16="http://schemas.microsoft.com/office/drawing/2014/main" id="{7B7E5AFC-6DEC-433B-8DA0-E729FB0A0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1263" y="2809876"/>
              <a:ext cx="125413" cy="77788"/>
            </a:xfrm>
            <a:custGeom>
              <a:avLst/>
              <a:gdLst>
                <a:gd name="T0" fmla="*/ 237 w 237"/>
                <a:gd name="T1" fmla="*/ 38 h 146"/>
                <a:gd name="T2" fmla="*/ 18 w 237"/>
                <a:gd name="T3" fmla="*/ 146 h 146"/>
                <a:gd name="T4" fmla="*/ 0 w 237"/>
                <a:gd name="T5" fmla="*/ 106 h 146"/>
                <a:gd name="T6" fmla="*/ 217 w 237"/>
                <a:gd name="T7" fmla="*/ 0 h 146"/>
                <a:gd name="T8" fmla="*/ 237 w 237"/>
                <a:gd name="T9" fmla="*/ 3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7" h="146">
                  <a:moveTo>
                    <a:pt x="237" y="38"/>
                  </a:moveTo>
                  <a:lnTo>
                    <a:pt x="18" y="146"/>
                  </a:lnTo>
                  <a:lnTo>
                    <a:pt x="0" y="106"/>
                  </a:lnTo>
                  <a:lnTo>
                    <a:pt x="217" y="0"/>
                  </a:lnTo>
                  <a:lnTo>
                    <a:pt x="237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99" name="Freeform 148">
              <a:extLst>
                <a:ext uri="{FF2B5EF4-FFF2-40B4-BE49-F238E27FC236}">
                  <a16:creationId xmlns:a16="http://schemas.microsoft.com/office/drawing/2014/main" id="{CCDE764D-4E87-474B-B473-35678DD41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2213" y="2767013"/>
              <a:ext cx="125413" cy="80963"/>
            </a:xfrm>
            <a:custGeom>
              <a:avLst/>
              <a:gdLst>
                <a:gd name="T0" fmla="*/ 236 w 236"/>
                <a:gd name="T1" fmla="*/ 39 h 151"/>
                <a:gd name="T2" fmla="*/ 21 w 236"/>
                <a:gd name="T3" fmla="*/ 151 h 151"/>
                <a:gd name="T4" fmla="*/ 0 w 236"/>
                <a:gd name="T5" fmla="*/ 113 h 151"/>
                <a:gd name="T6" fmla="*/ 217 w 236"/>
                <a:gd name="T7" fmla="*/ 0 h 151"/>
                <a:gd name="T8" fmla="*/ 236 w 236"/>
                <a:gd name="T9" fmla="*/ 39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" h="151">
                  <a:moveTo>
                    <a:pt x="236" y="39"/>
                  </a:moveTo>
                  <a:lnTo>
                    <a:pt x="21" y="151"/>
                  </a:lnTo>
                  <a:lnTo>
                    <a:pt x="0" y="113"/>
                  </a:lnTo>
                  <a:lnTo>
                    <a:pt x="217" y="0"/>
                  </a:lnTo>
                  <a:lnTo>
                    <a:pt x="236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00" name="Freeform 149">
              <a:extLst>
                <a:ext uri="{FF2B5EF4-FFF2-40B4-BE49-F238E27FC236}">
                  <a16:creationId xmlns:a16="http://schemas.microsoft.com/office/drawing/2014/main" id="{34D31960-D716-43DF-A9FC-B275DCFB0B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3163" y="2725738"/>
              <a:ext cx="123825" cy="82550"/>
            </a:xfrm>
            <a:custGeom>
              <a:avLst/>
              <a:gdLst>
                <a:gd name="T0" fmla="*/ 233 w 233"/>
                <a:gd name="T1" fmla="*/ 38 h 156"/>
                <a:gd name="T2" fmla="*/ 21 w 233"/>
                <a:gd name="T3" fmla="*/ 156 h 156"/>
                <a:gd name="T4" fmla="*/ 0 w 233"/>
                <a:gd name="T5" fmla="*/ 119 h 156"/>
                <a:gd name="T6" fmla="*/ 213 w 233"/>
                <a:gd name="T7" fmla="*/ 0 h 156"/>
                <a:gd name="T8" fmla="*/ 233 w 233"/>
                <a:gd name="T9" fmla="*/ 3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3" h="156">
                  <a:moveTo>
                    <a:pt x="233" y="38"/>
                  </a:moveTo>
                  <a:lnTo>
                    <a:pt x="21" y="156"/>
                  </a:lnTo>
                  <a:lnTo>
                    <a:pt x="0" y="119"/>
                  </a:lnTo>
                  <a:lnTo>
                    <a:pt x="213" y="0"/>
                  </a:lnTo>
                  <a:lnTo>
                    <a:pt x="233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01" name="Freeform 150">
              <a:extLst>
                <a:ext uri="{FF2B5EF4-FFF2-40B4-BE49-F238E27FC236}">
                  <a16:creationId xmlns:a16="http://schemas.microsoft.com/office/drawing/2014/main" id="{91B5F71F-7D4A-46E1-A596-65393FEDE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113" y="2686051"/>
              <a:ext cx="122238" cy="85725"/>
            </a:xfrm>
            <a:custGeom>
              <a:avLst/>
              <a:gdLst>
                <a:gd name="T0" fmla="*/ 232 w 232"/>
                <a:gd name="T1" fmla="*/ 37 h 162"/>
                <a:gd name="T2" fmla="*/ 21 w 232"/>
                <a:gd name="T3" fmla="*/ 162 h 162"/>
                <a:gd name="T4" fmla="*/ 0 w 232"/>
                <a:gd name="T5" fmla="*/ 124 h 162"/>
                <a:gd name="T6" fmla="*/ 210 w 232"/>
                <a:gd name="T7" fmla="*/ 0 h 162"/>
                <a:gd name="T8" fmla="*/ 232 w 232"/>
                <a:gd name="T9" fmla="*/ 37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2" h="162">
                  <a:moveTo>
                    <a:pt x="232" y="37"/>
                  </a:moveTo>
                  <a:lnTo>
                    <a:pt x="21" y="162"/>
                  </a:lnTo>
                  <a:lnTo>
                    <a:pt x="0" y="124"/>
                  </a:lnTo>
                  <a:lnTo>
                    <a:pt x="210" y="0"/>
                  </a:lnTo>
                  <a:lnTo>
                    <a:pt x="23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02" name="Freeform 151">
              <a:extLst>
                <a:ext uri="{FF2B5EF4-FFF2-40B4-BE49-F238E27FC236}">
                  <a16:creationId xmlns:a16="http://schemas.microsoft.com/office/drawing/2014/main" id="{64987233-6B9B-4317-87FF-0771344D3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1888" y="2646363"/>
              <a:ext cx="122238" cy="87313"/>
            </a:xfrm>
            <a:custGeom>
              <a:avLst/>
              <a:gdLst>
                <a:gd name="T0" fmla="*/ 229 w 229"/>
                <a:gd name="T1" fmla="*/ 35 h 166"/>
                <a:gd name="T2" fmla="*/ 23 w 229"/>
                <a:gd name="T3" fmla="*/ 166 h 166"/>
                <a:gd name="T4" fmla="*/ 0 w 229"/>
                <a:gd name="T5" fmla="*/ 129 h 166"/>
                <a:gd name="T6" fmla="*/ 206 w 229"/>
                <a:gd name="T7" fmla="*/ 0 h 166"/>
                <a:gd name="T8" fmla="*/ 229 w 229"/>
                <a:gd name="T9" fmla="*/ 35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" h="166">
                  <a:moveTo>
                    <a:pt x="229" y="35"/>
                  </a:moveTo>
                  <a:lnTo>
                    <a:pt x="23" y="166"/>
                  </a:lnTo>
                  <a:lnTo>
                    <a:pt x="0" y="129"/>
                  </a:lnTo>
                  <a:lnTo>
                    <a:pt x="206" y="0"/>
                  </a:lnTo>
                  <a:lnTo>
                    <a:pt x="229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03" name="Freeform 152">
              <a:extLst>
                <a:ext uri="{FF2B5EF4-FFF2-40B4-BE49-F238E27FC236}">
                  <a16:creationId xmlns:a16="http://schemas.microsoft.com/office/drawing/2014/main" id="{18C95568-4614-4E23-9368-6B94D56FE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1251" y="2605088"/>
              <a:ext cx="119063" cy="92075"/>
            </a:xfrm>
            <a:custGeom>
              <a:avLst/>
              <a:gdLst>
                <a:gd name="T0" fmla="*/ 225 w 225"/>
                <a:gd name="T1" fmla="*/ 37 h 172"/>
                <a:gd name="T2" fmla="*/ 23 w 225"/>
                <a:gd name="T3" fmla="*/ 172 h 172"/>
                <a:gd name="T4" fmla="*/ 0 w 225"/>
                <a:gd name="T5" fmla="*/ 136 h 172"/>
                <a:gd name="T6" fmla="*/ 202 w 225"/>
                <a:gd name="T7" fmla="*/ 0 h 172"/>
                <a:gd name="T8" fmla="*/ 225 w 225"/>
                <a:gd name="T9" fmla="*/ 37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" h="172">
                  <a:moveTo>
                    <a:pt x="225" y="37"/>
                  </a:moveTo>
                  <a:lnTo>
                    <a:pt x="23" y="172"/>
                  </a:lnTo>
                  <a:lnTo>
                    <a:pt x="0" y="136"/>
                  </a:lnTo>
                  <a:lnTo>
                    <a:pt x="202" y="0"/>
                  </a:lnTo>
                  <a:lnTo>
                    <a:pt x="225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04" name="Freeform 153">
              <a:extLst>
                <a:ext uri="{FF2B5EF4-FFF2-40B4-BE49-F238E27FC236}">
                  <a16:creationId xmlns:a16="http://schemas.microsoft.com/office/drawing/2014/main" id="{F26ED16D-5441-4A3F-B241-B9BC70CFE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7438" y="2566988"/>
              <a:ext cx="119063" cy="93663"/>
            </a:xfrm>
            <a:custGeom>
              <a:avLst/>
              <a:gdLst>
                <a:gd name="T0" fmla="*/ 225 w 225"/>
                <a:gd name="T1" fmla="*/ 36 h 177"/>
                <a:gd name="T2" fmla="*/ 25 w 225"/>
                <a:gd name="T3" fmla="*/ 177 h 177"/>
                <a:gd name="T4" fmla="*/ 0 w 225"/>
                <a:gd name="T5" fmla="*/ 141 h 177"/>
                <a:gd name="T6" fmla="*/ 200 w 225"/>
                <a:gd name="T7" fmla="*/ 0 h 177"/>
                <a:gd name="T8" fmla="*/ 225 w 225"/>
                <a:gd name="T9" fmla="*/ 36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" h="177">
                  <a:moveTo>
                    <a:pt x="225" y="36"/>
                  </a:moveTo>
                  <a:lnTo>
                    <a:pt x="25" y="177"/>
                  </a:lnTo>
                  <a:lnTo>
                    <a:pt x="0" y="141"/>
                  </a:lnTo>
                  <a:lnTo>
                    <a:pt x="200" y="0"/>
                  </a:lnTo>
                  <a:lnTo>
                    <a:pt x="225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05" name="Freeform 154">
              <a:extLst>
                <a:ext uri="{FF2B5EF4-FFF2-40B4-BE49-F238E27FC236}">
                  <a16:creationId xmlns:a16="http://schemas.microsoft.com/office/drawing/2014/main" id="{CFAB9494-BA60-4CB6-89A2-B12B2CBA0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3626" y="2528888"/>
              <a:ext cx="117475" cy="95250"/>
            </a:xfrm>
            <a:custGeom>
              <a:avLst/>
              <a:gdLst>
                <a:gd name="T0" fmla="*/ 220 w 220"/>
                <a:gd name="T1" fmla="*/ 35 h 181"/>
                <a:gd name="T2" fmla="*/ 25 w 220"/>
                <a:gd name="T3" fmla="*/ 181 h 181"/>
                <a:gd name="T4" fmla="*/ 0 w 220"/>
                <a:gd name="T5" fmla="*/ 145 h 181"/>
                <a:gd name="T6" fmla="*/ 194 w 220"/>
                <a:gd name="T7" fmla="*/ 0 h 181"/>
                <a:gd name="T8" fmla="*/ 220 w 220"/>
                <a:gd name="T9" fmla="*/ 35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81">
                  <a:moveTo>
                    <a:pt x="220" y="35"/>
                  </a:moveTo>
                  <a:lnTo>
                    <a:pt x="25" y="181"/>
                  </a:lnTo>
                  <a:lnTo>
                    <a:pt x="0" y="145"/>
                  </a:lnTo>
                  <a:lnTo>
                    <a:pt x="194" y="0"/>
                  </a:lnTo>
                  <a:lnTo>
                    <a:pt x="220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06" name="Freeform 155">
              <a:extLst>
                <a:ext uri="{FF2B5EF4-FFF2-40B4-BE49-F238E27FC236}">
                  <a16:creationId xmlns:a16="http://schemas.microsoft.com/office/drawing/2014/main" id="{1D0A667A-2AD3-4040-BAAA-62769518C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8226" y="2490788"/>
              <a:ext cx="115888" cy="98425"/>
            </a:xfrm>
            <a:custGeom>
              <a:avLst/>
              <a:gdLst>
                <a:gd name="T0" fmla="*/ 218 w 218"/>
                <a:gd name="T1" fmla="*/ 35 h 186"/>
                <a:gd name="T2" fmla="*/ 27 w 218"/>
                <a:gd name="T3" fmla="*/ 186 h 186"/>
                <a:gd name="T4" fmla="*/ 0 w 218"/>
                <a:gd name="T5" fmla="*/ 152 h 186"/>
                <a:gd name="T6" fmla="*/ 192 w 218"/>
                <a:gd name="T7" fmla="*/ 0 h 186"/>
                <a:gd name="T8" fmla="*/ 218 w 218"/>
                <a:gd name="T9" fmla="*/ 35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8" h="186">
                  <a:moveTo>
                    <a:pt x="218" y="35"/>
                  </a:moveTo>
                  <a:lnTo>
                    <a:pt x="27" y="186"/>
                  </a:lnTo>
                  <a:lnTo>
                    <a:pt x="0" y="152"/>
                  </a:lnTo>
                  <a:lnTo>
                    <a:pt x="192" y="0"/>
                  </a:lnTo>
                  <a:lnTo>
                    <a:pt x="218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07" name="Freeform 156">
              <a:extLst>
                <a:ext uri="{FF2B5EF4-FFF2-40B4-BE49-F238E27FC236}">
                  <a16:creationId xmlns:a16="http://schemas.microsoft.com/office/drawing/2014/main" id="{B4BA4774-8CD7-4422-8565-307FF0ACC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2826" y="2454276"/>
              <a:ext cx="114300" cy="100013"/>
            </a:xfrm>
            <a:custGeom>
              <a:avLst/>
              <a:gdLst>
                <a:gd name="T0" fmla="*/ 216 w 216"/>
                <a:gd name="T1" fmla="*/ 33 h 190"/>
                <a:gd name="T2" fmla="*/ 29 w 216"/>
                <a:gd name="T3" fmla="*/ 190 h 190"/>
                <a:gd name="T4" fmla="*/ 0 w 216"/>
                <a:gd name="T5" fmla="*/ 156 h 190"/>
                <a:gd name="T6" fmla="*/ 189 w 216"/>
                <a:gd name="T7" fmla="*/ 0 h 190"/>
                <a:gd name="T8" fmla="*/ 216 w 216"/>
                <a:gd name="T9" fmla="*/ 33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6" h="190">
                  <a:moveTo>
                    <a:pt x="216" y="33"/>
                  </a:moveTo>
                  <a:lnTo>
                    <a:pt x="29" y="190"/>
                  </a:lnTo>
                  <a:lnTo>
                    <a:pt x="0" y="156"/>
                  </a:lnTo>
                  <a:lnTo>
                    <a:pt x="189" y="0"/>
                  </a:lnTo>
                  <a:lnTo>
                    <a:pt x="216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08" name="Freeform 157">
              <a:extLst>
                <a:ext uri="{FF2B5EF4-FFF2-40B4-BE49-F238E27FC236}">
                  <a16:creationId xmlns:a16="http://schemas.microsoft.com/office/drawing/2014/main" id="{B39862C3-218A-4B95-ACA3-38F1F5BDE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5838" y="2417763"/>
              <a:ext cx="112713" cy="103188"/>
            </a:xfrm>
            <a:custGeom>
              <a:avLst/>
              <a:gdLst>
                <a:gd name="T0" fmla="*/ 213 w 213"/>
                <a:gd name="T1" fmla="*/ 32 h 194"/>
                <a:gd name="T2" fmla="*/ 29 w 213"/>
                <a:gd name="T3" fmla="*/ 194 h 194"/>
                <a:gd name="T4" fmla="*/ 0 w 213"/>
                <a:gd name="T5" fmla="*/ 160 h 194"/>
                <a:gd name="T6" fmla="*/ 185 w 213"/>
                <a:gd name="T7" fmla="*/ 0 h 194"/>
                <a:gd name="T8" fmla="*/ 213 w 213"/>
                <a:gd name="T9" fmla="*/ 3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3" h="194">
                  <a:moveTo>
                    <a:pt x="213" y="32"/>
                  </a:moveTo>
                  <a:lnTo>
                    <a:pt x="29" y="194"/>
                  </a:lnTo>
                  <a:lnTo>
                    <a:pt x="0" y="160"/>
                  </a:lnTo>
                  <a:lnTo>
                    <a:pt x="185" y="0"/>
                  </a:lnTo>
                  <a:lnTo>
                    <a:pt x="213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09" name="Freeform 211">
              <a:extLst>
                <a:ext uri="{FF2B5EF4-FFF2-40B4-BE49-F238E27FC236}">
                  <a16:creationId xmlns:a16="http://schemas.microsoft.com/office/drawing/2014/main" id="{697B17FD-2492-4E53-8E44-49E19BE5E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988" y="2435225"/>
              <a:ext cx="117475" cy="96838"/>
            </a:xfrm>
            <a:custGeom>
              <a:avLst/>
              <a:gdLst>
                <a:gd name="T0" fmla="*/ 26 w 220"/>
                <a:gd name="T1" fmla="*/ 0 h 183"/>
                <a:gd name="T2" fmla="*/ 220 w 220"/>
                <a:gd name="T3" fmla="*/ 149 h 183"/>
                <a:gd name="T4" fmla="*/ 193 w 220"/>
                <a:gd name="T5" fmla="*/ 183 h 183"/>
                <a:gd name="T6" fmla="*/ 0 w 220"/>
                <a:gd name="T7" fmla="*/ 35 h 183"/>
                <a:gd name="T8" fmla="*/ 26 w 220"/>
                <a:gd name="T9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83">
                  <a:moveTo>
                    <a:pt x="26" y="0"/>
                  </a:moveTo>
                  <a:lnTo>
                    <a:pt x="220" y="149"/>
                  </a:lnTo>
                  <a:lnTo>
                    <a:pt x="193" y="183"/>
                  </a:lnTo>
                  <a:lnTo>
                    <a:pt x="0" y="35"/>
                  </a:lnTo>
                  <a:lnTo>
                    <a:pt x="2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10" name="Freeform 212">
              <a:extLst>
                <a:ext uri="{FF2B5EF4-FFF2-40B4-BE49-F238E27FC236}">
                  <a16:creationId xmlns:a16="http://schemas.microsoft.com/office/drawing/2014/main" id="{6D7B9BCF-11A7-4324-97B8-F967B9994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000" y="2471738"/>
              <a:ext cx="117475" cy="95250"/>
            </a:xfrm>
            <a:custGeom>
              <a:avLst/>
              <a:gdLst>
                <a:gd name="T0" fmla="*/ 24 w 222"/>
                <a:gd name="T1" fmla="*/ 0 h 179"/>
                <a:gd name="T2" fmla="*/ 222 w 222"/>
                <a:gd name="T3" fmla="*/ 144 h 179"/>
                <a:gd name="T4" fmla="*/ 196 w 222"/>
                <a:gd name="T5" fmla="*/ 179 h 179"/>
                <a:gd name="T6" fmla="*/ 0 w 222"/>
                <a:gd name="T7" fmla="*/ 35 h 179"/>
                <a:gd name="T8" fmla="*/ 24 w 222"/>
                <a:gd name="T9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" h="179">
                  <a:moveTo>
                    <a:pt x="24" y="0"/>
                  </a:moveTo>
                  <a:lnTo>
                    <a:pt x="222" y="144"/>
                  </a:lnTo>
                  <a:lnTo>
                    <a:pt x="196" y="179"/>
                  </a:lnTo>
                  <a:lnTo>
                    <a:pt x="0" y="35"/>
                  </a:lnTo>
                  <a:lnTo>
                    <a:pt x="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11" name="Freeform 213">
              <a:extLst>
                <a:ext uri="{FF2B5EF4-FFF2-40B4-BE49-F238E27FC236}">
                  <a16:creationId xmlns:a16="http://schemas.microsoft.com/office/drawing/2014/main" id="{24CBAFF9-2AB6-46FA-AAA8-69190D6E7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013" y="2508250"/>
              <a:ext cx="119063" cy="93663"/>
            </a:xfrm>
            <a:custGeom>
              <a:avLst/>
              <a:gdLst>
                <a:gd name="T0" fmla="*/ 24 w 224"/>
                <a:gd name="T1" fmla="*/ 0 h 175"/>
                <a:gd name="T2" fmla="*/ 224 w 224"/>
                <a:gd name="T3" fmla="*/ 139 h 175"/>
                <a:gd name="T4" fmla="*/ 201 w 224"/>
                <a:gd name="T5" fmla="*/ 175 h 175"/>
                <a:gd name="T6" fmla="*/ 0 w 224"/>
                <a:gd name="T7" fmla="*/ 36 h 175"/>
                <a:gd name="T8" fmla="*/ 24 w 224"/>
                <a:gd name="T9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4" h="175">
                  <a:moveTo>
                    <a:pt x="24" y="0"/>
                  </a:moveTo>
                  <a:lnTo>
                    <a:pt x="224" y="139"/>
                  </a:lnTo>
                  <a:lnTo>
                    <a:pt x="201" y="175"/>
                  </a:lnTo>
                  <a:lnTo>
                    <a:pt x="0" y="36"/>
                  </a:lnTo>
                  <a:lnTo>
                    <a:pt x="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12" name="Freeform 214">
              <a:extLst>
                <a:ext uri="{FF2B5EF4-FFF2-40B4-BE49-F238E27FC236}">
                  <a16:creationId xmlns:a16="http://schemas.microsoft.com/office/drawing/2014/main" id="{CDEE1D6A-FA46-4511-B2A8-F00E91FDF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6613" y="2546350"/>
              <a:ext cx="119063" cy="90488"/>
            </a:xfrm>
            <a:custGeom>
              <a:avLst/>
              <a:gdLst>
                <a:gd name="T0" fmla="*/ 23 w 227"/>
                <a:gd name="T1" fmla="*/ 0 h 171"/>
                <a:gd name="T2" fmla="*/ 227 w 227"/>
                <a:gd name="T3" fmla="*/ 134 h 171"/>
                <a:gd name="T4" fmla="*/ 204 w 227"/>
                <a:gd name="T5" fmla="*/ 171 h 171"/>
                <a:gd name="T6" fmla="*/ 0 w 227"/>
                <a:gd name="T7" fmla="*/ 38 h 171"/>
                <a:gd name="T8" fmla="*/ 23 w 227"/>
                <a:gd name="T9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71">
                  <a:moveTo>
                    <a:pt x="23" y="0"/>
                  </a:moveTo>
                  <a:lnTo>
                    <a:pt x="227" y="134"/>
                  </a:lnTo>
                  <a:lnTo>
                    <a:pt x="204" y="171"/>
                  </a:lnTo>
                  <a:lnTo>
                    <a:pt x="0" y="38"/>
                  </a:lnTo>
                  <a:lnTo>
                    <a:pt x="2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13" name="Freeform 215">
              <a:extLst>
                <a:ext uri="{FF2B5EF4-FFF2-40B4-BE49-F238E27FC236}">
                  <a16:creationId xmlns:a16="http://schemas.microsoft.com/office/drawing/2014/main" id="{8EA978A0-DD25-4AF4-8257-8271C7647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1213" y="2584450"/>
              <a:ext cx="122238" cy="88900"/>
            </a:xfrm>
            <a:custGeom>
              <a:avLst/>
              <a:gdLst>
                <a:gd name="T0" fmla="*/ 23 w 230"/>
                <a:gd name="T1" fmla="*/ 0 h 166"/>
                <a:gd name="T2" fmla="*/ 230 w 230"/>
                <a:gd name="T3" fmla="*/ 129 h 166"/>
                <a:gd name="T4" fmla="*/ 207 w 230"/>
                <a:gd name="T5" fmla="*/ 166 h 166"/>
                <a:gd name="T6" fmla="*/ 0 w 230"/>
                <a:gd name="T7" fmla="*/ 38 h 166"/>
                <a:gd name="T8" fmla="*/ 23 w 230"/>
                <a:gd name="T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" h="166">
                  <a:moveTo>
                    <a:pt x="23" y="0"/>
                  </a:moveTo>
                  <a:lnTo>
                    <a:pt x="230" y="129"/>
                  </a:lnTo>
                  <a:lnTo>
                    <a:pt x="207" y="166"/>
                  </a:lnTo>
                  <a:lnTo>
                    <a:pt x="0" y="38"/>
                  </a:lnTo>
                  <a:lnTo>
                    <a:pt x="2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14" name="Freeform 216">
              <a:extLst>
                <a:ext uri="{FF2B5EF4-FFF2-40B4-BE49-F238E27FC236}">
                  <a16:creationId xmlns:a16="http://schemas.microsoft.com/office/drawing/2014/main" id="{75273F86-F374-4F8B-A4B8-972D8223B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400" y="2624138"/>
              <a:ext cx="122238" cy="85725"/>
            </a:xfrm>
            <a:custGeom>
              <a:avLst/>
              <a:gdLst>
                <a:gd name="T0" fmla="*/ 22 w 232"/>
                <a:gd name="T1" fmla="*/ 0 h 160"/>
                <a:gd name="T2" fmla="*/ 232 w 232"/>
                <a:gd name="T3" fmla="*/ 122 h 160"/>
                <a:gd name="T4" fmla="*/ 211 w 232"/>
                <a:gd name="T5" fmla="*/ 160 h 160"/>
                <a:gd name="T6" fmla="*/ 0 w 232"/>
                <a:gd name="T7" fmla="*/ 37 h 160"/>
                <a:gd name="T8" fmla="*/ 22 w 232"/>
                <a:gd name="T9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2" h="160">
                  <a:moveTo>
                    <a:pt x="22" y="0"/>
                  </a:moveTo>
                  <a:lnTo>
                    <a:pt x="232" y="122"/>
                  </a:lnTo>
                  <a:lnTo>
                    <a:pt x="211" y="160"/>
                  </a:lnTo>
                  <a:lnTo>
                    <a:pt x="0" y="37"/>
                  </a:ln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15" name="Freeform 217">
              <a:extLst>
                <a:ext uri="{FF2B5EF4-FFF2-40B4-BE49-F238E27FC236}">
                  <a16:creationId xmlns:a16="http://schemas.microsoft.com/office/drawing/2014/main" id="{7C2C7CC0-8E57-4333-A903-A521A266F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5175" y="2663825"/>
              <a:ext cx="123825" cy="82550"/>
            </a:xfrm>
            <a:custGeom>
              <a:avLst/>
              <a:gdLst>
                <a:gd name="T0" fmla="*/ 20 w 234"/>
                <a:gd name="T1" fmla="*/ 0 h 155"/>
                <a:gd name="T2" fmla="*/ 234 w 234"/>
                <a:gd name="T3" fmla="*/ 117 h 155"/>
                <a:gd name="T4" fmla="*/ 213 w 234"/>
                <a:gd name="T5" fmla="*/ 155 h 155"/>
                <a:gd name="T6" fmla="*/ 0 w 234"/>
                <a:gd name="T7" fmla="*/ 39 h 155"/>
                <a:gd name="T8" fmla="*/ 20 w 234"/>
                <a:gd name="T9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" h="155">
                  <a:moveTo>
                    <a:pt x="20" y="0"/>
                  </a:moveTo>
                  <a:lnTo>
                    <a:pt x="234" y="117"/>
                  </a:lnTo>
                  <a:lnTo>
                    <a:pt x="213" y="155"/>
                  </a:lnTo>
                  <a:lnTo>
                    <a:pt x="0" y="39"/>
                  </a:lnTo>
                  <a:lnTo>
                    <a:pt x="2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16" name="Freeform 218">
              <a:extLst>
                <a:ext uri="{FF2B5EF4-FFF2-40B4-BE49-F238E27FC236}">
                  <a16:creationId xmlns:a16="http://schemas.microsoft.com/office/drawing/2014/main" id="{B9B681A8-9C76-4348-8F83-BE2276060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2950" y="2705100"/>
              <a:ext cx="125413" cy="79375"/>
            </a:xfrm>
            <a:custGeom>
              <a:avLst/>
              <a:gdLst>
                <a:gd name="T0" fmla="*/ 20 w 236"/>
                <a:gd name="T1" fmla="*/ 0 h 150"/>
                <a:gd name="T2" fmla="*/ 236 w 236"/>
                <a:gd name="T3" fmla="*/ 112 h 150"/>
                <a:gd name="T4" fmla="*/ 217 w 236"/>
                <a:gd name="T5" fmla="*/ 150 h 150"/>
                <a:gd name="T6" fmla="*/ 0 w 236"/>
                <a:gd name="T7" fmla="*/ 40 h 150"/>
                <a:gd name="T8" fmla="*/ 20 w 236"/>
                <a:gd name="T9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" h="150">
                  <a:moveTo>
                    <a:pt x="20" y="0"/>
                  </a:moveTo>
                  <a:lnTo>
                    <a:pt x="236" y="112"/>
                  </a:lnTo>
                  <a:lnTo>
                    <a:pt x="217" y="150"/>
                  </a:lnTo>
                  <a:lnTo>
                    <a:pt x="0" y="40"/>
                  </a:lnTo>
                  <a:lnTo>
                    <a:pt x="2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17" name="Freeform 219">
              <a:extLst>
                <a:ext uri="{FF2B5EF4-FFF2-40B4-BE49-F238E27FC236}">
                  <a16:creationId xmlns:a16="http://schemas.microsoft.com/office/drawing/2014/main" id="{BBAF4697-9194-4E7B-A6D6-B3DBAA3C5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2313" y="2746375"/>
              <a:ext cx="125413" cy="76200"/>
            </a:xfrm>
            <a:custGeom>
              <a:avLst/>
              <a:gdLst>
                <a:gd name="T0" fmla="*/ 18 w 237"/>
                <a:gd name="T1" fmla="*/ 0 h 145"/>
                <a:gd name="T2" fmla="*/ 237 w 237"/>
                <a:gd name="T3" fmla="*/ 105 h 145"/>
                <a:gd name="T4" fmla="*/ 219 w 237"/>
                <a:gd name="T5" fmla="*/ 145 h 145"/>
                <a:gd name="T6" fmla="*/ 0 w 237"/>
                <a:gd name="T7" fmla="*/ 40 h 145"/>
                <a:gd name="T8" fmla="*/ 18 w 237"/>
                <a:gd name="T9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7" h="145">
                  <a:moveTo>
                    <a:pt x="18" y="0"/>
                  </a:moveTo>
                  <a:lnTo>
                    <a:pt x="237" y="105"/>
                  </a:lnTo>
                  <a:lnTo>
                    <a:pt x="219" y="145"/>
                  </a:lnTo>
                  <a:lnTo>
                    <a:pt x="0" y="40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18" name="Freeform 220">
              <a:extLst>
                <a:ext uri="{FF2B5EF4-FFF2-40B4-BE49-F238E27FC236}">
                  <a16:creationId xmlns:a16="http://schemas.microsoft.com/office/drawing/2014/main" id="{34914DEB-CC19-4357-9741-052FE536D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3263" y="2787650"/>
              <a:ext cx="125413" cy="73025"/>
            </a:xfrm>
            <a:custGeom>
              <a:avLst/>
              <a:gdLst>
                <a:gd name="T0" fmla="*/ 16 w 239"/>
                <a:gd name="T1" fmla="*/ 0 h 140"/>
                <a:gd name="T2" fmla="*/ 239 w 239"/>
                <a:gd name="T3" fmla="*/ 100 h 140"/>
                <a:gd name="T4" fmla="*/ 221 w 239"/>
                <a:gd name="T5" fmla="*/ 140 h 140"/>
                <a:gd name="T6" fmla="*/ 0 w 239"/>
                <a:gd name="T7" fmla="*/ 40 h 140"/>
                <a:gd name="T8" fmla="*/ 16 w 239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9" h="140">
                  <a:moveTo>
                    <a:pt x="16" y="0"/>
                  </a:moveTo>
                  <a:lnTo>
                    <a:pt x="239" y="100"/>
                  </a:lnTo>
                  <a:lnTo>
                    <a:pt x="221" y="140"/>
                  </a:lnTo>
                  <a:lnTo>
                    <a:pt x="0" y="4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19" name="Freeform 221">
              <a:extLst>
                <a:ext uri="{FF2B5EF4-FFF2-40B4-BE49-F238E27FC236}">
                  <a16:creationId xmlns:a16="http://schemas.microsoft.com/office/drawing/2014/main" id="{A476C05A-1570-456D-B4D2-82274FEE2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213" y="2828925"/>
              <a:ext cx="127000" cy="71438"/>
            </a:xfrm>
            <a:custGeom>
              <a:avLst/>
              <a:gdLst>
                <a:gd name="T0" fmla="*/ 15 w 240"/>
                <a:gd name="T1" fmla="*/ 0 h 134"/>
                <a:gd name="T2" fmla="*/ 240 w 240"/>
                <a:gd name="T3" fmla="*/ 93 h 134"/>
                <a:gd name="T4" fmla="*/ 224 w 240"/>
                <a:gd name="T5" fmla="*/ 134 h 134"/>
                <a:gd name="T6" fmla="*/ 0 w 240"/>
                <a:gd name="T7" fmla="*/ 41 h 134"/>
                <a:gd name="T8" fmla="*/ 15 w 240"/>
                <a:gd name="T9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0" h="134">
                  <a:moveTo>
                    <a:pt x="15" y="0"/>
                  </a:moveTo>
                  <a:lnTo>
                    <a:pt x="240" y="93"/>
                  </a:lnTo>
                  <a:lnTo>
                    <a:pt x="224" y="134"/>
                  </a:lnTo>
                  <a:lnTo>
                    <a:pt x="0" y="41"/>
                  </a:lnTo>
                  <a:lnTo>
                    <a:pt x="1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20" name="Freeform 222">
              <a:extLst>
                <a:ext uri="{FF2B5EF4-FFF2-40B4-BE49-F238E27FC236}">
                  <a16:creationId xmlns:a16="http://schemas.microsoft.com/office/drawing/2014/main" id="{67EE79E0-88BD-4882-A86F-377FA6A42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750" y="2871788"/>
              <a:ext cx="128588" cy="68263"/>
            </a:xfrm>
            <a:custGeom>
              <a:avLst/>
              <a:gdLst>
                <a:gd name="T0" fmla="*/ 15 w 242"/>
                <a:gd name="T1" fmla="*/ 0 h 128"/>
                <a:gd name="T2" fmla="*/ 242 w 242"/>
                <a:gd name="T3" fmla="*/ 87 h 128"/>
                <a:gd name="T4" fmla="*/ 226 w 242"/>
                <a:gd name="T5" fmla="*/ 128 h 128"/>
                <a:gd name="T6" fmla="*/ 0 w 242"/>
                <a:gd name="T7" fmla="*/ 41 h 128"/>
                <a:gd name="T8" fmla="*/ 15 w 242"/>
                <a:gd name="T9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2" h="128">
                  <a:moveTo>
                    <a:pt x="15" y="0"/>
                  </a:moveTo>
                  <a:lnTo>
                    <a:pt x="242" y="87"/>
                  </a:lnTo>
                  <a:lnTo>
                    <a:pt x="226" y="128"/>
                  </a:lnTo>
                  <a:lnTo>
                    <a:pt x="0" y="41"/>
                  </a:lnTo>
                  <a:lnTo>
                    <a:pt x="1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21" name="Freeform 223">
              <a:extLst>
                <a:ext uri="{FF2B5EF4-FFF2-40B4-BE49-F238E27FC236}">
                  <a16:creationId xmlns:a16="http://schemas.microsoft.com/office/drawing/2014/main" id="{6F20CB94-18FC-45DA-AADC-72740ACE3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0875" y="2916238"/>
              <a:ext cx="127000" cy="63500"/>
            </a:xfrm>
            <a:custGeom>
              <a:avLst/>
              <a:gdLst>
                <a:gd name="T0" fmla="*/ 14 w 242"/>
                <a:gd name="T1" fmla="*/ 0 h 121"/>
                <a:gd name="T2" fmla="*/ 242 w 242"/>
                <a:gd name="T3" fmla="*/ 80 h 121"/>
                <a:gd name="T4" fmla="*/ 228 w 242"/>
                <a:gd name="T5" fmla="*/ 121 h 121"/>
                <a:gd name="T6" fmla="*/ 0 w 242"/>
                <a:gd name="T7" fmla="*/ 41 h 121"/>
                <a:gd name="T8" fmla="*/ 14 w 242"/>
                <a:gd name="T9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2" h="121">
                  <a:moveTo>
                    <a:pt x="14" y="0"/>
                  </a:moveTo>
                  <a:lnTo>
                    <a:pt x="242" y="80"/>
                  </a:lnTo>
                  <a:lnTo>
                    <a:pt x="228" y="121"/>
                  </a:lnTo>
                  <a:lnTo>
                    <a:pt x="0" y="41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22" name="Freeform 224">
              <a:extLst>
                <a:ext uri="{FF2B5EF4-FFF2-40B4-BE49-F238E27FC236}">
                  <a16:creationId xmlns:a16="http://schemas.microsoft.com/office/drawing/2014/main" id="{E039AFA3-9EF8-458D-A74A-F3A4F078A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5000" y="2959100"/>
              <a:ext cx="128588" cy="61913"/>
            </a:xfrm>
            <a:custGeom>
              <a:avLst/>
              <a:gdLst>
                <a:gd name="T0" fmla="*/ 13 w 245"/>
                <a:gd name="T1" fmla="*/ 0 h 116"/>
                <a:gd name="T2" fmla="*/ 245 w 245"/>
                <a:gd name="T3" fmla="*/ 75 h 116"/>
                <a:gd name="T4" fmla="*/ 232 w 245"/>
                <a:gd name="T5" fmla="*/ 116 h 116"/>
                <a:gd name="T6" fmla="*/ 0 w 245"/>
                <a:gd name="T7" fmla="*/ 41 h 116"/>
                <a:gd name="T8" fmla="*/ 13 w 245"/>
                <a:gd name="T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5" h="116">
                  <a:moveTo>
                    <a:pt x="13" y="0"/>
                  </a:moveTo>
                  <a:lnTo>
                    <a:pt x="245" y="75"/>
                  </a:lnTo>
                  <a:lnTo>
                    <a:pt x="232" y="116"/>
                  </a:lnTo>
                  <a:lnTo>
                    <a:pt x="0" y="41"/>
                  </a:lnTo>
                  <a:lnTo>
                    <a:pt x="1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23" name="Freeform 225">
              <a:extLst>
                <a:ext uri="{FF2B5EF4-FFF2-40B4-BE49-F238E27FC236}">
                  <a16:creationId xmlns:a16="http://schemas.microsoft.com/office/drawing/2014/main" id="{21EDF504-6D7D-428E-947C-7A4945CA6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0713" y="3003550"/>
              <a:ext cx="130175" cy="57150"/>
            </a:xfrm>
            <a:custGeom>
              <a:avLst/>
              <a:gdLst>
                <a:gd name="T0" fmla="*/ 12 w 246"/>
                <a:gd name="T1" fmla="*/ 0 h 110"/>
                <a:gd name="T2" fmla="*/ 246 w 246"/>
                <a:gd name="T3" fmla="*/ 69 h 110"/>
                <a:gd name="T4" fmla="*/ 233 w 246"/>
                <a:gd name="T5" fmla="*/ 110 h 110"/>
                <a:gd name="T6" fmla="*/ 0 w 246"/>
                <a:gd name="T7" fmla="*/ 41 h 110"/>
                <a:gd name="T8" fmla="*/ 12 w 246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110">
                  <a:moveTo>
                    <a:pt x="12" y="0"/>
                  </a:moveTo>
                  <a:lnTo>
                    <a:pt x="246" y="69"/>
                  </a:lnTo>
                  <a:lnTo>
                    <a:pt x="233" y="110"/>
                  </a:lnTo>
                  <a:lnTo>
                    <a:pt x="0" y="41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24" name="Freeform 226">
              <a:extLst>
                <a:ext uri="{FF2B5EF4-FFF2-40B4-BE49-F238E27FC236}">
                  <a16:creationId xmlns:a16="http://schemas.microsoft.com/office/drawing/2014/main" id="{85420D58-67F9-4C31-911C-E7F79B6A7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8013" y="3046413"/>
              <a:ext cx="130175" cy="55563"/>
            </a:xfrm>
            <a:custGeom>
              <a:avLst/>
              <a:gdLst>
                <a:gd name="T0" fmla="*/ 12 w 246"/>
                <a:gd name="T1" fmla="*/ 0 h 105"/>
                <a:gd name="T2" fmla="*/ 246 w 246"/>
                <a:gd name="T3" fmla="*/ 63 h 105"/>
                <a:gd name="T4" fmla="*/ 235 w 246"/>
                <a:gd name="T5" fmla="*/ 105 h 105"/>
                <a:gd name="T6" fmla="*/ 0 w 246"/>
                <a:gd name="T7" fmla="*/ 43 h 105"/>
                <a:gd name="T8" fmla="*/ 12 w 246"/>
                <a:gd name="T9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105">
                  <a:moveTo>
                    <a:pt x="12" y="0"/>
                  </a:moveTo>
                  <a:lnTo>
                    <a:pt x="246" y="63"/>
                  </a:lnTo>
                  <a:lnTo>
                    <a:pt x="235" y="105"/>
                  </a:lnTo>
                  <a:lnTo>
                    <a:pt x="0" y="43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25" name="Freeform 227">
              <a:extLst>
                <a:ext uri="{FF2B5EF4-FFF2-40B4-BE49-F238E27FC236}">
                  <a16:creationId xmlns:a16="http://schemas.microsoft.com/office/drawing/2014/main" id="{D7F6156D-7C34-417D-8391-B6596A40D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5313" y="3092450"/>
              <a:ext cx="130175" cy="52388"/>
            </a:xfrm>
            <a:custGeom>
              <a:avLst/>
              <a:gdLst>
                <a:gd name="T0" fmla="*/ 11 w 246"/>
                <a:gd name="T1" fmla="*/ 0 h 99"/>
                <a:gd name="T2" fmla="*/ 246 w 246"/>
                <a:gd name="T3" fmla="*/ 56 h 99"/>
                <a:gd name="T4" fmla="*/ 236 w 246"/>
                <a:gd name="T5" fmla="*/ 99 h 99"/>
                <a:gd name="T6" fmla="*/ 0 w 246"/>
                <a:gd name="T7" fmla="*/ 42 h 99"/>
                <a:gd name="T8" fmla="*/ 11 w 246"/>
                <a:gd name="T9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99">
                  <a:moveTo>
                    <a:pt x="11" y="0"/>
                  </a:moveTo>
                  <a:lnTo>
                    <a:pt x="246" y="56"/>
                  </a:lnTo>
                  <a:lnTo>
                    <a:pt x="236" y="99"/>
                  </a:lnTo>
                  <a:lnTo>
                    <a:pt x="0" y="42"/>
                  </a:lnTo>
                  <a:lnTo>
                    <a:pt x="1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26" name="Freeform 228">
              <a:extLst>
                <a:ext uri="{FF2B5EF4-FFF2-40B4-BE49-F238E27FC236}">
                  <a16:creationId xmlns:a16="http://schemas.microsoft.com/office/drawing/2014/main" id="{8489E9A1-13C3-4795-84B9-9F26D31DB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788" y="3136900"/>
              <a:ext cx="130175" cy="49213"/>
            </a:xfrm>
            <a:custGeom>
              <a:avLst/>
              <a:gdLst>
                <a:gd name="T0" fmla="*/ 9 w 246"/>
                <a:gd name="T1" fmla="*/ 0 h 94"/>
                <a:gd name="T2" fmla="*/ 246 w 246"/>
                <a:gd name="T3" fmla="*/ 50 h 94"/>
                <a:gd name="T4" fmla="*/ 238 w 246"/>
                <a:gd name="T5" fmla="*/ 94 h 94"/>
                <a:gd name="T6" fmla="*/ 0 w 246"/>
                <a:gd name="T7" fmla="*/ 43 h 94"/>
                <a:gd name="T8" fmla="*/ 9 w 246"/>
                <a:gd name="T9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94">
                  <a:moveTo>
                    <a:pt x="9" y="0"/>
                  </a:moveTo>
                  <a:lnTo>
                    <a:pt x="246" y="50"/>
                  </a:lnTo>
                  <a:lnTo>
                    <a:pt x="238" y="94"/>
                  </a:lnTo>
                  <a:lnTo>
                    <a:pt x="0" y="43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27" name="Freeform 229">
              <a:extLst>
                <a:ext uri="{FF2B5EF4-FFF2-40B4-BE49-F238E27FC236}">
                  <a16:creationId xmlns:a16="http://schemas.microsoft.com/office/drawing/2014/main" id="{E28A21EE-CCF2-4E73-AF8C-C5E103DEC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263" y="3181350"/>
              <a:ext cx="130175" cy="46038"/>
            </a:xfrm>
            <a:custGeom>
              <a:avLst/>
              <a:gdLst>
                <a:gd name="T0" fmla="*/ 8 w 246"/>
                <a:gd name="T1" fmla="*/ 0 h 86"/>
                <a:gd name="T2" fmla="*/ 246 w 246"/>
                <a:gd name="T3" fmla="*/ 44 h 86"/>
                <a:gd name="T4" fmla="*/ 240 w 246"/>
                <a:gd name="T5" fmla="*/ 86 h 86"/>
                <a:gd name="T6" fmla="*/ 0 w 246"/>
                <a:gd name="T7" fmla="*/ 43 h 86"/>
                <a:gd name="T8" fmla="*/ 8 w 246"/>
                <a:gd name="T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86">
                  <a:moveTo>
                    <a:pt x="8" y="0"/>
                  </a:moveTo>
                  <a:lnTo>
                    <a:pt x="246" y="44"/>
                  </a:lnTo>
                  <a:lnTo>
                    <a:pt x="240" y="86"/>
                  </a:lnTo>
                  <a:lnTo>
                    <a:pt x="0" y="43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28" name="Freeform 230">
              <a:extLst>
                <a:ext uri="{FF2B5EF4-FFF2-40B4-BE49-F238E27FC236}">
                  <a16:creationId xmlns:a16="http://schemas.microsoft.com/office/drawing/2014/main" id="{EAEAA496-0C01-4D8B-B634-309D3947E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8325" y="3227388"/>
              <a:ext cx="130175" cy="42863"/>
            </a:xfrm>
            <a:custGeom>
              <a:avLst/>
              <a:gdLst>
                <a:gd name="T0" fmla="*/ 6 w 246"/>
                <a:gd name="T1" fmla="*/ 0 h 81"/>
                <a:gd name="T2" fmla="*/ 246 w 246"/>
                <a:gd name="T3" fmla="*/ 37 h 81"/>
                <a:gd name="T4" fmla="*/ 239 w 246"/>
                <a:gd name="T5" fmla="*/ 81 h 81"/>
                <a:gd name="T6" fmla="*/ 0 w 246"/>
                <a:gd name="T7" fmla="*/ 44 h 81"/>
                <a:gd name="T8" fmla="*/ 6 w 246"/>
                <a:gd name="T9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81">
                  <a:moveTo>
                    <a:pt x="6" y="0"/>
                  </a:moveTo>
                  <a:lnTo>
                    <a:pt x="246" y="37"/>
                  </a:lnTo>
                  <a:lnTo>
                    <a:pt x="239" y="81"/>
                  </a:lnTo>
                  <a:lnTo>
                    <a:pt x="0" y="44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29" name="Freeform 231">
              <a:extLst>
                <a:ext uri="{FF2B5EF4-FFF2-40B4-BE49-F238E27FC236}">
                  <a16:creationId xmlns:a16="http://schemas.microsoft.com/office/drawing/2014/main" id="{3687DC4D-AB04-4B0A-8B53-17BC01652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0388" y="3273425"/>
              <a:ext cx="130175" cy="38100"/>
            </a:xfrm>
            <a:custGeom>
              <a:avLst/>
              <a:gdLst>
                <a:gd name="T0" fmla="*/ 7 w 246"/>
                <a:gd name="T1" fmla="*/ 0 h 74"/>
                <a:gd name="T2" fmla="*/ 246 w 246"/>
                <a:gd name="T3" fmla="*/ 32 h 74"/>
                <a:gd name="T4" fmla="*/ 241 w 246"/>
                <a:gd name="T5" fmla="*/ 74 h 74"/>
                <a:gd name="T6" fmla="*/ 0 w 246"/>
                <a:gd name="T7" fmla="*/ 44 h 74"/>
                <a:gd name="T8" fmla="*/ 7 w 246"/>
                <a:gd name="T9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74">
                  <a:moveTo>
                    <a:pt x="7" y="0"/>
                  </a:moveTo>
                  <a:lnTo>
                    <a:pt x="246" y="32"/>
                  </a:lnTo>
                  <a:lnTo>
                    <a:pt x="241" y="74"/>
                  </a:lnTo>
                  <a:lnTo>
                    <a:pt x="0" y="44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30" name="Freeform 232">
              <a:extLst>
                <a:ext uri="{FF2B5EF4-FFF2-40B4-BE49-F238E27FC236}">
                  <a16:creationId xmlns:a16="http://schemas.microsoft.com/office/drawing/2014/main" id="{E292B5D5-FA93-4748-B561-C44B5F210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4038" y="3319463"/>
              <a:ext cx="130175" cy="34925"/>
            </a:xfrm>
            <a:custGeom>
              <a:avLst/>
              <a:gdLst>
                <a:gd name="T0" fmla="*/ 4 w 245"/>
                <a:gd name="T1" fmla="*/ 0 h 68"/>
                <a:gd name="T2" fmla="*/ 245 w 245"/>
                <a:gd name="T3" fmla="*/ 25 h 68"/>
                <a:gd name="T4" fmla="*/ 241 w 245"/>
                <a:gd name="T5" fmla="*/ 68 h 68"/>
                <a:gd name="T6" fmla="*/ 0 w 245"/>
                <a:gd name="T7" fmla="*/ 44 h 68"/>
                <a:gd name="T8" fmla="*/ 4 w 245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5" h="68">
                  <a:moveTo>
                    <a:pt x="4" y="0"/>
                  </a:moveTo>
                  <a:lnTo>
                    <a:pt x="245" y="25"/>
                  </a:lnTo>
                  <a:lnTo>
                    <a:pt x="241" y="68"/>
                  </a:lnTo>
                  <a:lnTo>
                    <a:pt x="0" y="44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31" name="Freeform 233">
              <a:extLst>
                <a:ext uri="{FF2B5EF4-FFF2-40B4-BE49-F238E27FC236}">
                  <a16:creationId xmlns:a16="http://schemas.microsoft.com/office/drawing/2014/main" id="{9219D1A5-17C3-4B9B-9CF8-32510A03D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275" y="3365500"/>
              <a:ext cx="130175" cy="31750"/>
            </a:xfrm>
            <a:custGeom>
              <a:avLst/>
              <a:gdLst>
                <a:gd name="T0" fmla="*/ 3 w 245"/>
                <a:gd name="T1" fmla="*/ 0 h 62"/>
                <a:gd name="T2" fmla="*/ 245 w 245"/>
                <a:gd name="T3" fmla="*/ 18 h 62"/>
                <a:gd name="T4" fmla="*/ 241 w 245"/>
                <a:gd name="T5" fmla="*/ 62 h 62"/>
                <a:gd name="T6" fmla="*/ 0 w 245"/>
                <a:gd name="T7" fmla="*/ 44 h 62"/>
                <a:gd name="T8" fmla="*/ 3 w 245"/>
                <a:gd name="T9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5" h="62">
                  <a:moveTo>
                    <a:pt x="3" y="0"/>
                  </a:moveTo>
                  <a:lnTo>
                    <a:pt x="245" y="18"/>
                  </a:lnTo>
                  <a:lnTo>
                    <a:pt x="241" y="62"/>
                  </a:lnTo>
                  <a:lnTo>
                    <a:pt x="0" y="44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32" name="Freeform 234">
              <a:extLst>
                <a:ext uri="{FF2B5EF4-FFF2-40B4-BE49-F238E27FC236}">
                  <a16:creationId xmlns:a16="http://schemas.microsoft.com/office/drawing/2014/main" id="{AC5AD5D0-0E88-496B-A50C-D490F20C6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6100" y="3411538"/>
              <a:ext cx="128588" cy="28575"/>
            </a:xfrm>
            <a:custGeom>
              <a:avLst/>
              <a:gdLst>
                <a:gd name="T0" fmla="*/ 2 w 244"/>
                <a:gd name="T1" fmla="*/ 0 h 55"/>
                <a:gd name="T2" fmla="*/ 244 w 244"/>
                <a:gd name="T3" fmla="*/ 11 h 55"/>
                <a:gd name="T4" fmla="*/ 242 w 244"/>
                <a:gd name="T5" fmla="*/ 55 h 55"/>
                <a:gd name="T6" fmla="*/ 0 w 244"/>
                <a:gd name="T7" fmla="*/ 43 h 55"/>
                <a:gd name="T8" fmla="*/ 2 w 244"/>
                <a:gd name="T9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4" h="55">
                  <a:moveTo>
                    <a:pt x="2" y="0"/>
                  </a:moveTo>
                  <a:lnTo>
                    <a:pt x="244" y="11"/>
                  </a:lnTo>
                  <a:lnTo>
                    <a:pt x="242" y="55"/>
                  </a:lnTo>
                  <a:lnTo>
                    <a:pt x="0" y="43"/>
                  </a:lnTo>
                  <a:lnTo>
                    <a:pt x="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33" name="Freeform 235">
              <a:extLst>
                <a:ext uri="{FF2B5EF4-FFF2-40B4-BE49-F238E27FC236}">
                  <a16:creationId xmlns:a16="http://schemas.microsoft.com/office/drawing/2014/main" id="{809420D2-4BCC-4BFF-A8DF-F266E707B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4513" y="3457575"/>
              <a:ext cx="128588" cy="25400"/>
            </a:xfrm>
            <a:custGeom>
              <a:avLst/>
              <a:gdLst>
                <a:gd name="T0" fmla="*/ 0 w 243"/>
                <a:gd name="T1" fmla="*/ 0 h 48"/>
                <a:gd name="T2" fmla="*/ 243 w 243"/>
                <a:gd name="T3" fmla="*/ 6 h 48"/>
                <a:gd name="T4" fmla="*/ 242 w 243"/>
                <a:gd name="T5" fmla="*/ 48 h 48"/>
                <a:gd name="T6" fmla="*/ 0 w 243"/>
                <a:gd name="T7" fmla="*/ 43 h 48"/>
                <a:gd name="T8" fmla="*/ 0 w 243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48">
                  <a:moveTo>
                    <a:pt x="0" y="0"/>
                  </a:moveTo>
                  <a:lnTo>
                    <a:pt x="243" y="6"/>
                  </a:lnTo>
                  <a:lnTo>
                    <a:pt x="242" y="48"/>
                  </a:lnTo>
                  <a:lnTo>
                    <a:pt x="0" y="4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34" name="Freeform 236">
              <a:extLst>
                <a:ext uri="{FF2B5EF4-FFF2-40B4-BE49-F238E27FC236}">
                  <a16:creationId xmlns:a16="http://schemas.microsoft.com/office/drawing/2014/main" id="{FBF04F09-7BAD-44C1-B661-707C70B6ED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925" y="3503613"/>
              <a:ext cx="127000" cy="23813"/>
            </a:xfrm>
            <a:custGeom>
              <a:avLst/>
              <a:gdLst>
                <a:gd name="T0" fmla="*/ 0 w 242"/>
                <a:gd name="T1" fmla="*/ 1 h 45"/>
                <a:gd name="T2" fmla="*/ 242 w 242"/>
                <a:gd name="T3" fmla="*/ 0 h 45"/>
                <a:gd name="T4" fmla="*/ 242 w 242"/>
                <a:gd name="T5" fmla="*/ 43 h 45"/>
                <a:gd name="T6" fmla="*/ 0 w 242"/>
                <a:gd name="T7" fmla="*/ 45 h 45"/>
                <a:gd name="T8" fmla="*/ 0 w 242"/>
                <a:gd name="T9" fmla="*/ 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2" h="45">
                  <a:moveTo>
                    <a:pt x="0" y="1"/>
                  </a:moveTo>
                  <a:lnTo>
                    <a:pt x="242" y="0"/>
                  </a:lnTo>
                  <a:lnTo>
                    <a:pt x="242" y="43"/>
                  </a:lnTo>
                  <a:lnTo>
                    <a:pt x="0" y="45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35" name="Freeform 237">
              <a:extLst>
                <a:ext uri="{FF2B5EF4-FFF2-40B4-BE49-F238E27FC236}">
                  <a16:creationId xmlns:a16="http://schemas.microsoft.com/office/drawing/2014/main" id="{09CB900C-CF9B-4B29-B2A1-10430F1C5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1338" y="3546475"/>
              <a:ext cx="128588" cy="26988"/>
            </a:xfrm>
            <a:custGeom>
              <a:avLst/>
              <a:gdLst>
                <a:gd name="T0" fmla="*/ 0 w 243"/>
                <a:gd name="T1" fmla="*/ 7 h 51"/>
                <a:gd name="T2" fmla="*/ 242 w 243"/>
                <a:gd name="T3" fmla="*/ 0 h 51"/>
                <a:gd name="T4" fmla="*/ 243 w 243"/>
                <a:gd name="T5" fmla="*/ 43 h 51"/>
                <a:gd name="T6" fmla="*/ 1 w 243"/>
                <a:gd name="T7" fmla="*/ 51 h 51"/>
                <a:gd name="T8" fmla="*/ 0 w 243"/>
                <a:gd name="T9" fmla="*/ 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51">
                  <a:moveTo>
                    <a:pt x="0" y="7"/>
                  </a:moveTo>
                  <a:lnTo>
                    <a:pt x="242" y="0"/>
                  </a:lnTo>
                  <a:lnTo>
                    <a:pt x="243" y="43"/>
                  </a:lnTo>
                  <a:lnTo>
                    <a:pt x="1" y="51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36" name="Freeform 238">
              <a:extLst>
                <a:ext uri="{FF2B5EF4-FFF2-40B4-BE49-F238E27FC236}">
                  <a16:creationId xmlns:a16="http://schemas.microsoft.com/office/drawing/2014/main" id="{04C35570-6D4E-4F16-81C4-8310DC8D7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925" y="3589338"/>
              <a:ext cx="128588" cy="30163"/>
            </a:xfrm>
            <a:custGeom>
              <a:avLst/>
              <a:gdLst>
                <a:gd name="T0" fmla="*/ 0 w 245"/>
                <a:gd name="T1" fmla="*/ 14 h 56"/>
                <a:gd name="T2" fmla="*/ 242 w 245"/>
                <a:gd name="T3" fmla="*/ 0 h 56"/>
                <a:gd name="T4" fmla="*/ 245 w 245"/>
                <a:gd name="T5" fmla="*/ 42 h 56"/>
                <a:gd name="T6" fmla="*/ 3 w 245"/>
                <a:gd name="T7" fmla="*/ 56 h 56"/>
                <a:gd name="T8" fmla="*/ 0 w 245"/>
                <a:gd name="T9" fmla="*/ 1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5" h="56">
                  <a:moveTo>
                    <a:pt x="0" y="14"/>
                  </a:moveTo>
                  <a:lnTo>
                    <a:pt x="242" y="0"/>
                  </a:lnTo>
                  <a:lnTo>
                    <a:pt x="245" y="42"/>
                  </a:lnTo>
                  <a:lnTo>
                    <a:pt x="3" y="56"/>
                  </a:lnTo>
                  <a:lnTo>
                    <a:pt x="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37" name="Freeform 239">
              <a:extLst>
                <a:ext uri="{FF2B5EF4-FFF2-40B4-BE49-F238E27FC236}">
                  <a16:creationId xmlns:a16="http://schemas.microsoft.com/office/drawing/2014/main" id="{9806E55D-53F7-411D-9032-650C76969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4513" y="3632200"/>
              <a:ext cx="130175" cy="33338"/>
            </a:xfrm>
            <a:custGeom>
              <a:avLst/>
              <a:gdLst>
                <a:gd name="T0" fmla="*/ 0 w 246"/>
                <a:gd name="T1" fmla="*/ 21 h 64"/>
                <a:gd name="T2" fmla="*/ 242 w 246"/>
                <a:gd name="T3" fmla="*/ 0 h 64"/>
                <a:gd name="T4" fmla="*/ 246 w 246"/>
                <a:gd name="T5" fmla="*/ 44 h 64"/>
                <a:gd name="T6" fmla="*/ 4 w 246"/>
                <a:gd name="T7" fmla="*/ 64 h 64"/>
                <a:gd name="T8" fmla="*/ 0 w 246"/>
                <a:gd name="T9" fmla="*/ 21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64">
                  <a:moveTo>
                    <a:pt x="0" y="21"/>
                  </a:moveTo>
                  <a:lnTo>
                    <a:pt x="242" y="0"/>
                  </a:lnTo>
                  <a:lnTo>
                    <a:pt x="246" y="44"/>
                  </a:lnTo>
                  <a:lnTo>
                    <a:pt x="4" y="64"/>
                  </a:lnTo>
                  <a:lnTo>
                    <a:pt x="0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38" name="Freeform 240">
              <a:extLst>
                <a:ext uri="{FF2B5EF4-FFF2-40B4-BE49-F238E27FC236}">
                  <a16:creationId xmlns:a16="http://schemas.microsoft.com/office/drawing/2014/main" id="{EECE2899-6E01-4086-875C-FF01F6896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7688" y="3675063"/>
              <a:ext cx="130175" cy="38100"/>
            </a:xfrm>
            <a:custGeom>
              <a:avLst/>
              <a:gdLst>
                <a:gd name="T0" fmla="*/ 0 w 246"/>
                <a:gd name="T1" fmla="*/ 27 h 71"/>
                <a:gd name="T2" fmla="*/ 241 w 246"/>
                <a:gd name="T3" fmla="*/ 0 h 71"/>
                <a:gd name="T4" fmla="*/ 246 w 246"/>
                <a:gd name="T5" fmla="*/ 44 h 71"/>
                <a:gd name="T6" fmla="*/ 4 w 246"/>
                <a:gd name="T7" fmla="*/ 71 h 71"/>
                <a:gd name="T8" fmla="*/ 0 w 246"/>
                <a:gd name="T9" fmla="*/ 27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71">
                  <a:moveTo>
                    <a:pt x="0" y="27"/>
                  </a:moveTo>
                  <a:lnTo>
                    <a:pt x="241" y="0"/>
                  </a:lnTo>
                  <a:lnTo>
                    <a:pt x="246" y="44"/>
                  </a:lnTo>
                  <a:lnTo>
                    <a:pt x="4" y="71"/>
                  </a:lnTo>
                  <a:lnTo>
                    <a:pt x="0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39" name="Freeform 241">
              <a:extLst>
                <a:ext uri="{FF2B5EF4-FFF2-40B4-BE49-F238E27FC236}">
                  <a16:creationId xmlns:a16="http://schemas.microsoft.com/office/drawing/2014/main" id="{069CD3DD-4039-492E-870F-0AFC86179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863" y="3717925"/>
              <a:ext cx="130175" cy="41275"/>
            </a:xfrm>
            <a:custGeom>
              <a:avLst/>
              <a:gdLst>
                <a:gd name="T0" fmla="*/ 0 w 246"/>
                <a:gd name="T1" fmla="*/ 33 h 77"/>
                <a:gd name="T2" fmla="*/ 241 w 246"/>
                <a:gd name="T3" fmla="*/ 0 h 77"/>
                <a:gd name="T4" fmla="*/ 246 w 246"/>
                <a:gd name="T5" fmla="*/ 43 h 77"/>
                <a:gd name="T6" fmla="*/ 5 w 246"/>
                <a:gd name="T7" fmla="*/ 77 h 77"/>
                <a:gd name="T8" fmla="*/ 0 w 246"/>
                <a:gd name="T9" fmla="*/ 3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77">
                  <a:moveTo>
                    <a:pt x="0" y="33"/>
                  </a:moveTo>
                  <a:lnTo>
                    <a:pt x="241" y="0"/>
                  </a:lnTo>
                  <a:lnTo>
                    <a:pt x="246" y="43"/>
                  </a:lnTo>
                  <a:lnTo>
                    <a:pt x="5" y="77"/>
                  </a:lnTo>
                  <a:lnTo>
                    <a:pt x="0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40" name="Freeform 242">
              <a:extLst>
                <a:ext uri="{FF2B5EF4-FFF2-40B4-BE49-F238E27FC236}">
                  <a16:creationId xmlns:a16="http://schemas.microsoft.com/office/drawing/2014/main" id="{3B373D62-EC3D-4B4F-A761-5C4FF3311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213" y="3760788"/>
              <a:ext cx="130175" cy="44450"/>
            </a:xfrm>
            <a:custGeom>
              <a:avLst/>
              <a:gdLst>
                <a:gd name="T0" fmla="*/ 0 w 246"/>
                <a:gd name="T1" fmla="*/ 39 h 83"/>
                <a:gd name="T2" fmla="*/ 240 w 246"/>
                <a:gd name="T3" fmla="*/ 0 h 83"/>
                <a:gd name="T4" fmla="*/ 246 w 246"/>
                <a:gd name="T5" fmla="*/ 43 h 83"/>
                <a:gd name="T6" fmla="*/ 6 w 246"/>
                <a:gd name="T7" fmla="*/ 83 h 83"/>
                <a:gd name="T8" fmla="*/ 0 w 246"/>
                <a:gd name="T9" fmla="*/ 3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83">
                  <a:moveTo>
                    <a:pt x="0" y="39"/>
                  </a:moveTo>
                  <a:lnTo>
                    <a:pt x="240" y="0"/>
                  </a:lnTo>
                  <a:lnTo>
                    <a:pt x="246" y="43"/>
                  </a:lnTo>
                  <a:lnTo>
                    <a:pt x="6" y="83"/>
                  </a:lnTo>
                  <a:lnTo>
                    <a:pt x="0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41" name="Freeform 243">
              <a:extLst>
                <a:ext uri="{FF2B5EF4-FFF2-40B4-BE49-F238E27FC236}">
                  <a16:creationId xmlns:a16="http://schemas.microsoft.com/office/drawing/2014/main" id="{2CA0E75A-23D0-4A82-9887-6C4DC7AC9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3563" y="3803650"/>
              <a:ext cx="130175" cy="46038"/>
            </a:xfrm>
            <a:custGeom>
              <a:avLst/>
              <a:gdLst>
                <a:gd name="T0" fmla="*/ 0 w 246"/>
                <a:gd name="T1" fmla="*/ 46 h 89"/>
                <a:gd name="T2" fmla="*/ 237 w 246"/>
                <a:gd name="T3" fmla="*/ 0 h 89"/>
                <a:gd name="T4" fmla="*/ 246 w 246"/>
                <a:gd name="T5" fmla="*/ 43 h 89"/>
                <a:gd name="T6" fmla="*/ 8 w 246"/>
                <a:gd name="T7" fmla="*/ 89 h 89"/>
                <a:gd name="T8" fmla="*/ 0 w 246"/>
                <a:gd name="T9" fmla="*/ 46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89">
                  <a:moveTo>
                    <a:pt x="0" y="46"/>
                  </a:moveTo>
                  <a:lnTo>
                    <a:pt x="237" y="0"/>
                  </a:lnTo>
                  <a:lnTo>
                    <a:pt x="246" y="43"/>
                  </a:lnTo>
                  <a:lnTo>
                    <a:pt x="8" y="89"/>
                  </a:lnTo>
                  <a:lnTo>
                    <a:pt x="0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42" name="Freeform 244">
              <a:extLst>
                <a:ext uri="{FF2B5EF4-FFF2-40B4-BE49-F238E27FC236}">
                  <a16:creationId xmlns:a16="http://schemas.microsoft.com/office/drawing/2014/main" id="{2A9DA4C5-B699-4511-90EA-FF418E254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500" y="3844925"/>
              <a:ext cx="130175" cy="50800"/>
            </a:xfrm>
            <a:custGeom>
              <a:avLst/>
              <a:gdLst>
                <a:gd name="T0" fmla="*/ 0 w 246"/>
                <a:gd name="T1" fmla="*/ 52 h 96"/>
                <a:gd name="T2" fmla="*/ 237 w 246"/>
                <a:gd name="T3" fmla="*/ 0 h 96"/>
                <a:gd name="T4" fmla="*/ 246 w 246"/>
                <a:gd name="T5" fmla="*/ 43 h 96"/>
                <a:gd name="T6" fmla="*/ 9 w 246"/>
                <a:gd name="T7" fmla="*/ 96 h 96"/>
                <a:gd name="T8" fmla="*/ 0 w 246"/>
                <a:gd name="T9" fmla="*/ 5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96">
                  <a:moveTo>
                    <a:pt x="0" y="52"/>
                  </a:moveTo>
                  <a:lnTo>
                    <a:pt x="237" y="0"/>
                  </a:lnTo>
                  <a:lnTo>
                    <a:pt x="246" y="43"/>
                  </a:lnTo>
                  <a:lnTo>
                    <a:pt x="9" y="96"/>
                  </a:lnTo>
                  <a:lnTo>
                    <a:pt x="0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43" name="Freeform 245">
              <a:extLst>
                <a:ext uri="{FF2B5EF4-FFF2-40B4-BE49-F238E27FC236}">
                  <a16:creationId xmlns:a16="http://schemas.microsoft.com/office/drawing/2014/main" id="{9A1654BB-CFFB-43E3-84F4-8080FC468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438" y="3887788"/>
              <a:ext cx="130175" cy="53975"/>
            </a:xfrm>
            <a:custGeom>
              <a:avLst/>
              <a:gdLst>
                <a:gd name="T0" fmla="*/ 0 w 246"/>
                <a:gd name="T1" fmla="*/ 57 h 100"/>
                <a:gd name="T2" fmla="*/ 235 w 246"/>
                <a:gd name="T3" fmla="*/ 0 h 100"/>
                <a:gd name="T4" fmla="*/ 246 w 246"/>
                <a:gd name="T5" fmla="*/ 42 h 100"/>
                <a:gd name="T6" fmla="*/ 10 w 246"/>
                <a:gd name="T7" fmla="*/ 100 h 100"/>
                <a:gd name="T8" fmla="*/ 0 w 246"/>
                <a:gd name="T9" fmla="*/ 57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100">
                  <a:moveTo>
                    <a:pt x="0" y="57"/>
                  </a:moveTo>
                  <a:lnTo>
                    <a:pt x="235" y="0"/>
                  </a:lnTo>
                  <a:lnTo>
                    <a:pt x="246" y="42"/>
                  </a:lnTo>
                  <a:lnTo>
                    <a:pt x="10" y="100"/>
                  </a:lnTo>
                  <a:lnTo>
                    <a:pt x="0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44" name="Freeform 246">
              <a:extLst>
                <a:ext uri="{FF2B5EF4-FFF2-40B4-BE49-F238E27FC236}">
                  <a16:creationId xmlns:a16="http://schemas.microsoft.com/office/drawing/2014/main" id="{033FB6F5-EFF6-4403-93BF-36508806D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550" y="3930650"/>
              <a:ext cx="128588" cy="55563"/>
            </a:xfrm>
            <a:custGeom>
              <a:avLst/>
              <a:gdLst>
                <a:gd name="T0" fmla="*/ 0 w 245"/>
                <a:gd name="T1" fmla="*/ 64 h 106"/>
                <a:gd name="T2" fmla="*/ 233 w 245"/>
                <a:gd name="T3" fmla="*/ 0 h 106"/>
                <a:gd name="T4" fmla="*/ 245 w 245"/>
                <a:gd name="T5" fmla="*/ 41 h 106"/>
                <a:gd name="T6" fmla="*/ 11 w 245"/>
                <a:gd name="T7" fmla="*/ 106 h 106"/>
                <a:gd name="T8" fmla="*/ 0 w 245"/>
                <a:gd name="T9" fmla="*/ 64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5" h="106">
                  <a:moveTo>
                    <a:pt x="0" y="64"/>
                  </a:moveTo>
                  <a:lnTo>
                    <a:pt x="233" y="0"/>
                  </a:lnTo>
                  <a:lnTo>
                    <a:pt x="245" y="41"/>
                  </a:lnTo>
                  <a:lnTo>
                    <a:pt x="11" y="106"/>
                  </a:lnTo>
                  <a:lnTo>
                    <a:pt x="0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45" name="Freeform 247">
              <a:extLst>
                <a:ext uri="{FF2B5EF4-FFF2-40B4-BE49-F238E27FC236}">
                  <a16:creationId xmlns:a16="http://schemas.microsoft.com/office/drawing/2014/main" id="{95985D5D-8E08-4293-9600-4DFBDA508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0075" y="3971925"/>
              <a:ext cx="130175" cy="58738"/>
            </a:xfrm>
            <a:custGeom>
              <a:avLst/>
              <a:gdLst>
                <a:gd name="T0" fmla="*/ 0 w 245"/>
                <a:gd name="T1" fmla="*/ 71 h 113"/>
                <a:gd name="T2" fmla="*/ 234 w 245"/>
                <a:gd name="T3" fmla="*/ 0 h 113"/>
                <a:gd name="T4" fmla="*/ 245 w 245"/>
                <a:gd name="T5" fmla="*/ 41 h 113"/>
                <a:gd name="T6" fmla="*/ 13 w 245"/>
                <a:gd name="T7" fmla="*/ 113 h 113"/>
                <a:gd name="T8" fmla="*/ 0 w 245"/>
                <a:gd name="T9" fmla="*/ 71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5" h="113">
                  <a:moveTo>
                    <a:pt x="0" y="71"/>
                  </a:moveTo>
                  <a:lnTo>
                    <a:pt x="234" y="0"/>
                  </a:lnTo>
                  <a:lnTo>
                    <a:pt x="245" y="41"/>
                  </a:lnTo>
                  <a:lnTo>
                    <a:pt x="13" y="113"/>
                  </a:lnTo>
                  <a:lnTo>
                    <a:pt x="0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46" name="Freeform 248">
              <a:extLst>
                <a:ext uri="{FF2B5EF4-FFF2-40B4-BE49-F238E27FC236}">
                  <a16:creationId xmlns:a16="http://schemas.microsoft.com/office/drawing/2014/main" id="{465BB9C3-1FFF-4FA2-BFE9-30B0F77ED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363" y="4013200"/>
              <a:ext cx="128588" cy="63500"/>
            </a:xfrm>
            <a:custGeom>
              <a:avLst/>
              <a:gdLst>
                <a:gd name="T0" fmla="*/ 0 w 243"/>
                <a:gd name="T1" fmla="*/ 77 h 120"/>
                <a:gd name="T2" fmla="*/ 229 w 243"/>
                <a:gd name="T3" fmla="*/ 0 h 120"/>
                <a:gd name="T4" fmla="*/ 243 w 243"/>
                <a:gd name="T5" fmla="*/ 41 h 120"/>
                <a:gd name="T6" fmla="*/ 13 w 243"/>
                <a:gd name="T7" fmla="*/ 120 h 120"/>
                <a:gd name="T8" fmla="*/ 0 w 243"/>
                <a:gd name="T9" fmla="*/ 77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120">
                  <a:moveTo>
                    <a:pt x="0" y="77"/>
                  </a:moveTo>
                  <a:lnTo>
                    <a:pt x="229" y="0"/>
                  </a:lnTo>
                  <a:lnTo>
                    <a:pt x="243" y="41"/>
                  </a:lnTo>
                  <a:lnTo>
                    <a:pt x="13" y="120"/>
                  </a:lnTo>
                  <a:lnTo>
                    <a:pt x="0" y="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47" name="Freeform 249">
              <a:extLst>
                <a:ext uri="{FF2B5EF4-FFF2-40B4-BE49-F238E27FC236}">
                  <a16:creationId xmlns:a16="http://schemas.microsoft.com/office/drawing/2014/main" id="{06378341-DC56-4A56-AEDF-8FF137FBD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063" y="4054475"/>
              <a:ext cx="128588" cy="65088"/>
            </a:xfrm>
            <a:custGeom>
              <a:avLst/>
              <a:gdLst>
                <a:gd name="T0" fmla="*/ 0 w 242"/>
                <a:gd name="T1" fmla="*/ 83 h 124"/>
                <a:gd name="T2" fmla="*/ 228 w 242"/>
                <a:gd name="T3" fmla="*/ 0 h 124"/>
                <a:gd name="T4" fmla="*/ 242 w 242"/>
                <a:gd name="T5" fmla="*/ 39 h 124"/>
                <a:gd name="T6" fmla="*/ 14 w 242"/>
                <a:gd name="T7" fmla="*/ 124 h 124"/>
                <a:gd name="T8" fmla="*/ 0 w 242"/>
                <a:gd name="T9" fmla="*/ 83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2" h="124">
                  <a:moveTo>
                    <a:pt x="0" y="83"/>
                  </a:moveTo>
                  <a:lnTo>
                    <a:pt x="228" y="0"/>
                  </a:lnTo>
                  <a:lnTo>
                    <a:pt x="242" y="39"/>
                  </a:lnTo>
                  <a:lnTo>
                    <a:pt x="14" y="124"/>
                  </a:lnTo>
                  <a:lnTo>
                    <a:pt x="0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48" name="Freeform 250">
              <a:extLst>
                <a:ext uri="{FF2B5EF4-FFF2-40B4-BE49-F238E27FC236}">
                  <a16:creationId xmlns:a16="http://schemas.microsoft.com/office/drawing/2014/main" id="{13E484D7-3FEA-4528-9B36-0A3B37D18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350" y="4094163"/>
              <a:ext cx="128588" cy="69850"/>
            </a:xfrm>
            <a:custGeom>
              <a:avLst/>
              <a:gdLst>
                <a:gd name="T0" fmla="*/ 0 w 242"/>
                <a:gd name="T1" fmla="*/ 89 h 130"/>
                <a:gd name="T2" fmla="*/ 227 w 242"/>
                <a:gd name="T3" fmla="*/ 0 h 130"/>
                <a:gd name="T4" fmla="*/ 242 w 242"/>
                <a:gd name="T5" fmla="*/ 40 h 130"/>
                <a:gd name="T6" fmla="*/ 16 w 242"/>
                <a:gd name="T7" fmla="*/ 130 h 130"/>
                <a:gd name="T8" fmla="*/ 0 w 242"/>
                <a:gd name="T9" fmla="*/ 89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2" h="130">
                  <a:moveTo>
                    <a:pt x="0" y="89"/>
                  </a:moveTo>
                  <a:lnTo>
                    <a:pt x="227" y="0"/>
                  </a:lnTo>
                  <a:lnTo>
                    <a:pt x="242" y="40"/>
                  </a:lnTo>
                  <a:lnTo>
                    <a:pt x="16" y="130"/>
                  </a:lnTo>
                  <a:lnTo>
                    <a:pt x="0" y="8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49" name="Freeform 251">
              <a:extLst>
                <a:ext uri="{FF2B5EF4-FFF2-40B4-BE49-F238E27FC236}">
                  <a16:creationId xmlns:a16="http://schemas.microsoft.com/office/drawing/2014/main" id="{329FF63E-53ED-4CA5-A25E-03B735C203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7225" y="4135438"/>
              <a:ext cx="127000" cy="71438"/>
            </a:xfrm>
            <a:custGeom>
              <a:avLst/>
              <a:gdLst>
                <a:gd name="T0" fmla="*/ 0 w 241"/>
                <a:gd name="T1" fmla="*/ 96 h 136"/>
                <a:gd name="T2" fmla="*/ 224 w 241"/>
                <a:gd name="T3" fmla="*/ 0 h 136"/>
                <a:gd name="T4" fmla="*/ 241 w 241"/>
                <a:gd name="T5" fmla="*/ 40 h 136"/>
                <a:gd name="T6" fmla="*/ 16 w 241"/>
                <a:gd name="T7" fmla="*/ 136 h 136"/>
                <a:gd name="T8" fmla="*/ 0 w 241"/>
                <a:gd name="T9" fmla="*/ 9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1" h="136">
                  <a:moveTo>
                    <a:pt x="0" y="96"/>
                  </a:moveTo>
                  <a:lnTo>
                    <a:pt x="224" y="0"/>
                  </a:lnTo>
                  <a:lnTo>
                    <a:pt x="241" y="40"/>
                  </a:lnTo>
                  <a:lnTo>
                    <a:pt x="16" y="136"/>
                  </a:lnTo>
                  <a:lnTo>
                    <a:pt x="0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50" name="Freeform 252">
              <a:extLst>
                <a:ext uri="{FF2B5EF4-FFF2-40B4-BE49-F238E27FC236}">
                  <a16:creationId xmlns:a16="http://schemas.microsoft.com/office/drawing/2014/main" id="{9BF00D05-57D1-49EB-8C86-A49758298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688" y="4175125"/>
              <a:ext cx="125413" cy="74613"/>
            </a:xfrm>
            <a:custGeom>
              <a:avLst/>
              <a:gdLst>
                <a:gd name="T0" fmla="*/ 0 w 239"/>
                <a:gd name="T1" fmla="*/ 101 h 141"/>
                <a:gd name="T2" fmla="*/ 221 w 239"/>
                <a:gd name="T3" fmla="*/ 0 h 141"/>
                <a:gd name="T4" fmla="*/ 239 w 239"/>
                <a:gd name="T5" fmla="*/ 39 h 141"/>
                <a:gd name="T6" fmla="*/ 18 w 239"/>
                <a:gd name="T7" fmla="*/ 141 h 141"/>
                <a:gd name="T8" fmla="*/ 0 w 239"/>
                <a:gd name="T9" fmla="*/ 101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9" h="141">
                  <a:moveTo>
                    <a:pt x="0" y="101"/>
                  </a:moveTo>
                  <a:lnTo>
                    <a:pt x="221" y="0"/>
                  </a:lnTo>
                  <a:lnTo>
                    <a:pt x="239" y="39"/>
                  </a:lnTo>
                  <a:lnTo>
                    <a:pt x="18" y="141"/>
                  </a:lnTo>
                  <a:lnTo>
                    <a:pt x="0" y="1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51" name="Freeform 253">
              <a:extLst>
                <a:ext uri="{FF2B5EF4-FFF2-40B4-BE49-F238E27FC236}">
                  <a16:creationId xmlns:a16="http://schemas.microsoft.com/office/drawing/2014/main" id="{C6A91015-3FC8-4AC4-8B49-194E83405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150" y="4214813"/>
              <a:ext cx="125413" cy="77788"/>
            </a:xfrm>
            <a:custGeom>
              <a:avLst/>
              <a:gdLst>
                <a:gd name="T0" fmla="*/ 0 w 237"/>
                <a:gd name="T1" fmla="*/ 108 h 147"/>
                <a:gd name="T2" fmla="*/ 218 w 237"/>
                <a:gd name="T3" fmla="*/ 0 h 147"/>
                <a:gd name="T4" fmla="*/ 237 w 237"/>
                <a:gd name="T5" fmla="*/ 40 h 147"/>
                <a:gd name="T6" fmla="*/ 18 w 237"/>
                <a:gd name="T7" fmla="*/ 147 h 147"/>
                <a:gd name="T8" fmla="*/ 0 w 237"/>
                <a:gd name="T9" fmla="*/ 108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7" h="147">
                  <a:moveTo>
                    <a:pt x="0" y="108"/>
                  </a:moveTo>
                  <a:lnTo>
                    <a:pt x="218" y="0"/>
                  </a:lnTo>
                  <a:lnTo>
                    <a:pt x="237" y="40"/>
                  </a:lnTo>
                  <a:lnTo>
                    <a:pt x="18" y="147"/>
                  </a:lnTo>
                  <a:lnTo>
                    <a:pt x="0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52" name="Freeform 254">
              <a:extLst>
                <a:ext uri="{FF2B5EF4-FFF2-40B4-BE49-F238E27FC236}">
                  <a16:creationId xmlns:a16="http://schemas.microsoft.com/office/drawing/2014/main" id="{08B06364-4D44-4266-BD49-917FB74085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1200" y="4252913"/>
              <a:ext cx="125413" cy="80963"/>
            </a:xfrm>
            <a:custGeom>
              <a:avLst/>
              <a:gdLst>
                <a:gd name="T0" fmla="*/ 0 w 236"/>
                <a:gd name="T1" fmla="*/ 113 h 152"/>
                <a:gd name="T2" fmla="*/ 215 w 236"/>
                <a:gd name="T3" fmla="*/ 0 h 152"/>
                <a:gd name="T4" fmla="*/ 236 w 236"/>
                <a:gd name="T5" fmla="*/ 39 h 152"/>
                <a:gd name="T6" fmla="*/ 19 w 236"/>
                <a:gd name="T7" fmla="*/ 152 h 152"/>
                <a:gd name="T8" fmla="*/ 0 w 236"/>
                <a:gd name="T9" fmla="*/ 113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" h="152">
                  <a:moveTo>
                    <a:pt x="0" y="113"/>
                  </a:moveTo>
                  <a:lnTo>
                    <a:pt x="215" y="0"/>
                  </a:lnTo>
                  <a:lnTo>
                    <a:pt x="236" y="39"/>
                  </a:lnTo>
                  <a:lnTo>
                    <a:pt x="19" y="152"/>
                  </a:lnTo>
                  <a:lnTo>
                    <a:pt x="0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53" name="Freeform 255">
              <a:extLst>
                <a:ext uri="{FF2B5EF4-FFF2-40B4-BE49-F238E27FC236}">
                  <a16:creationId xmlns:a16="http://schemas.microsoft.com/office/drawing/2014/main" id="{F8EE61CA-2F9C-4923-9D21-3B9EEA5CB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1838" y="4292600"/>
              <a:ext cx="123825" cy="82550"/>
            </a:xfrm>
            <a:custGeom>
              <a:avLst/>
              <a:gdLst>
                <a:gd name="T0" fmla="*/ 0 w 233"/>
                <a:gd name="T1" fmla="*/ 120 h 157"/>
                <a:gd name="T2" fmla="*/ 212 w 233"/>
                <a:gd name="T3" fmla="*/ 0 h 157"/>
                <a:gd name="T4" fmla="*/ 233 w 233"/>
                <a:gd name="T5" fmla="*/ 39 h 157"/>
                <a:gd name="T6" fmla="*/ 20 w 233"/>
                <a:gd name="T7" fmla="*/ 157 h 157"/>
                <a:gd name="T8" fmla="*/ 0 w 233"/>
                <a:gd name="T9" fmla="*/ 12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3" h="157">
                  <a:moveTo>
                    <a:pt x="0" y="120"/>
                  </a:moveTo>
                  <a:lnTo>
                    <a:pt x="212" y="0"/>
                  </a:lnTo>
                  <a:lnTo>
                    <a:pt x="233" y="39"/>
                  </a:lnTo>
                  <a:lnTo>
                    <a:pt x="20" y="157"/>
                  </a:lnTo>
                  <a:lnTo>
                    <a:pt x="0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54" name="Freeform 256">
              <a:extLst>
                <a:ext uri="{FF2B5EF4-FFF2-40B4-BE49-F238E27FC236}">
                  <a16:creationId xmlns:a16="http://schemas.microsoft.com/office/drawing/2014/main" id="{61E16B48-83C9-448C-A043-6838BDFDF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475" y="4330700"/>
              <a:ext cx="122238" cy="85725"/>
            </a:xfrm>
            <a:custGeom>
              <a:avLst/>
              <a:gdLst>
                <a:gd name="T0" fmla="*/ 0 w 231"/>
                <a:gd name="T1" fmla="*/ 125 h 162"/>
                <a:gd name="T2" fmla="*/ 211 w 231"/>
                <a:gd name="T3" fmla="*/ 0 h 162"/>
                <a:gd name="T4" fmla="*/ 231 w 231"/>
                <a:gd name="T5" fmla="*/ 37 h 162"/>
                <a:gd name="T6" fmla="*/ 22 w 231"/>
                <a:gd name="T7" fmla="*/ 162 h 162"/>
                <a:gd name="T8" fmla="*/ 0 w 231"/>
                <a:gd name="T9" fmla="*/ 125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" h="162">
                  <a:moveTo>
                    <a:pt x="0" y="125"/>
                  </a:moveTo>
                  <a:lnTo>
                    <a:pt x="211" y="0"/>
                  </a:lnTo>
                  <a:lnTo>
                    <a:pt x="231" y="37"/>
                  </a:lnTo>
                  <a:lnTo>
                    <a:pt x="22" y="162"/>
                  </a:lnTo>
                  <a:lnTo>
                    <a:pt x="0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55" name="Freeform 257">
              <a:extLst>
                <a:ext uri="{FF2B5EF4-FFF2-40B4-BE49-F238E27FC236}">
                  <a16:creationId xmlns:a16="http://schemas.microsoft.com/office/drawing/2014/main" id="{605FEF23-681E-4B1F-A5EA-6A4FF4920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700" y="4367213"/>
              <a:ext cx="120650" cy="88900"/>
            </a:xfrm>
            <a:custGeom>
              <a:avLst/>
              <a:gdLst>
                <a:gd name="T0" fmla="*/ 0 w 228"/>
                <a:gd name="T1" fmla="*/ 130 h 168"/>
                <a:gd name="T2" fmla="*/ 206 w 228"/>
                <a:gd name="T3" fmla="*/ 0 h 168"/>
                <a:gd name="T4" fmla="*/ 228 w 228"/>
                <a:gd name="T5" fmla="*/ 37 h 168"/>
                <a:gd name="T6" fmla="*/ 23 w 228"/>
                <a:gd name="T7" fmla="*/ 168 h 168"/>
                <a:gd name="T8" fmla="*/ 0 w 228"/>
                <a:gd name="T9" fmla="*/ 13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8" h="168">
                  <a:moveTo>
                    <a:pt x="0" y="130"/>
                  </a:moveTo>
                  <a:lnTo>
                    <a:pt x="206" y="0"/>
                  </a:lnTo>
                  <a:lnTo>
                    <a:pt x="228" y="37"/>
                  </a:lnTo>
                  <a:lnTo>
                    <a:pt x="23" y="168"/>
                  </a:lnTo>
                  <a:lnTo>
                    <a:pt x="0" y="1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56" name="Freeform 258">
              <a:extLst>
                <a:ext uri="{FF2B5EF4-FFF2-40B4-BE49-F238E27FC236}">
                  <a16:creationId xmlns:a16="http://schemas.microsoft.com/office/drawing/2014/main" id="{753F538F-6671-453D-B31D-4A06C4983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8513" y="4405313"/>
              <a:ext cx="119063" cy="90488"/>
            </a:xfrm>
            <a:custGeom>
              <a:avLst/>
              <a:gdLst>
                <a:gd name="T0" fmla="*/ 0 w 227"/>
                <a:gd name="T1" fmla="*/ 136 h 172"/>
                <a:gd name="T2" fmla="*/ 204 w 227"/>
                <a:gd name="T3" fmla="*/ 0 h 172"/>
                <a:gd name="T4" fmla="*/ 227 w 227"/>
                <a:gd name="T5" fmla="*/ 36 h 172"/>
                <a:gd name="T6" fmla="*/ 25 w 227"/>
                <a:gd name="T7" fmla="*/ 172 h 172"/>
                <a:gd name="T8" fmla="*/ 0 w 227"/>
                <a:gd name="T9" fmla="*/ 136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72">
                  <a:moveTo>
                    <a:pt x="0" y="136"/>
                  </a:moveTo>
                  <a:lnTo>
                    <a:pt x="204" y="0"/>
                  </a:lnTo>
                  <a:lnTo>
                    <a:pt x="227" y="36"/>
                  </a:lnTo>
                  <a:lnTo>
                    <a:pt x="25" y="172"/>
                  </a:lnTo>
                  <a:lnTo>
                    <a:pt x="0" y="1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57" name="Freeform 259">
              <a:extLst>
                <a:ext uri="{FF2B5EF4-FFF2-40B4-BE49-F238E27FC236}">
                  <a16:creationId xmlns:a16="http://schemas.microsoft.com/office/drawing/2014/main" id="{A3A32096-569F-4D05-92BE-F8B648641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325" y="4441825"/>
              <a:ext cx="119063" cy="92075"/>
            </a:xfrm>
            <a:custGeom>
              <a:avLst/>
              <a:gdLst>
                <a:gd name="T0" fmla="*/ 0 w 225"/>
                <a:gd name="T1" fmla="*/ 140 h 176"/>
                <a:gd name="T2" fmla="*/ 200 w 225"/>
                <a:gd name="T3" fmla="*/ 0 h 176"/>
                <a:gd name="T4" fmla="*/ 225 w 225"/>
                <a:gd name="T5" fmla="*/ 36 h 176"/>
                <a:gd name="T6" fmla="*/ 25 w 225"/>
                <a:gd name="T7" fmla="*/ 176 h 176"/>
                <a:gd name="T8" fmla="*/ 0 w 225"/>
                <a:gd name="T9" fmla="*/ 14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" h="176">
                  <a:moveTo>
                    <a:pt x="0" y="140"/>
                  </a:moveTo>
                  <a:lnTo>
                    <a:pt x="200" y="0"/>
                  </a:lnTo>
                  <a:lnTo>
                    <a:pt x="225" y="36"/>
                  </a:lnTo>
                  <a:lnTo>
                    <a:pt x="25" y="176"/>
                  </a:lnTo>
                  <a:lnTo>
                    <a:pt x="0" y="1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58" name="Freeform 260">
              <a:extLst>
                <a:ext uri="{FF2B5EF4-FFF2-40B4-BE49-F238E27FC236}">
                  <a16:creationId xmlns:a16="http://schemas.microsoft.com/office/drawing/2014/main" id="{42A4F77F-EE76-4190-8477-1B05AA827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725" y="4476750"/>
              <a:ext cx="117475" cy="96838"/>
            </a:xfrm>
            <a:custGeom>
              <a:avLst/>
              <a:gdLst>
                <a:gd name="T0" fmla="*/ 0 w 220"/>
                <a:gd name="T1" fmla="*/ 146 h 182"/>
                <a:gd name="T2" fmla="*/ 195 w 220"/>
                <a:gd name="T3" fmla="*/ 0 h 182"/>
                <a:gd name="T4" fmla="*/ 220 w 220"/>
                <a:gd name="T5" fmla="*/ 36 h 182"/>
                <a:gd name="T6" fmla="*/ 24 w 220"/>
                <a:gd name="T7" fmla="*/ 182 h 182"/>
                <a:gd name="T8" fmla="*/ 0 w 220"/>
                <a:gd name="T9" fmla="*/ 146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82">
                  <a:moveTo>
                    <a:pt x="0" y="146"/>
                  </a:moveTo>
                  <a:lnTo>
                    <a:pt x="195" y="0"/>
                  </a:lnTo>
                  <a:lnTo>
                    <a:pt x="220" y="36"/>
                  </a:lnTo>
                  <a:lnTo>
                    <a:pt x="24" y="182"/>
                  </a:lnTo>
                  <a:lnTo>
                    <a:pt x="0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59" name="Freeform 261">
              <a:extLst>
                <a:ext uri="{FF2B5EF4-FFF2-40B4-BE49-F238E27FC236}">
                  <a16:creationId xmlns:a16="http://schemas.microsoft.com/office/drawing/2014/main" id="{A58095FF-2EB9-49C4-A154-7C299EA7D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4713" y="4511675"/>
              <a:ext cx="115888" cy="98425"/>
            </a:xfrm>
            <a:custGeom>
              <a:avLst/>
              <a:gdLst>
                <a:gd name="T0" fmla="*/ 0 w 218"/>
                <a:gd name="T1" fmla="*/ 151 h 186"/>
                <a:gd name="T2" fmla="*/ 191 w 218"/>
                <a:gd name="T3" fmla="*/ 0 h 186"/>
                <a:gd name="T4" fmla="*/ 218 w 218"/>
                <a:gd name="T5" fmla="*/ 34 h 186"/>
                <a:gd name="T6" fmla="*/ 26 w 218"/>
                <a:gd name="T7" fmla="*/ 186 h 186"/>
                <a:gd name="T8" fmla="*/ 0 w 218"/>
                <a:gd name="T9" fmla="*/ 151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8" h="186">
                  <a:moveTo>
                    <a:pt x="0" y="151"/>
                  </a:moveTo>
                  <a:lnTo>
                    <a:pt x="191" y="0"/>
                  </a:lnTo>
                  <a:lnTo>
                    <a:pt x="218" y="34"/>
                  </a:lnTo>
                  <a:lnTo>
                    <a:pt x="26" y="186"/>
                  </a:lnTo>
                  <a:lnTo>
                    <a:pt x="0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60" name="Freeform 262">
              <a:extLst>
                <a:ext uri="{FF2B5EF4-FFF2-40B4-BE49-F238E27FC236}">
                  <a16:creationId xmlns:a16="http://schemas.microsoft.com/office/drawing/2014/main" id="{1BD04D43-8568-44E8-9BE4-E6E5B86A8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1700" y="4546600"/>
              <a:ext cx="112713" cy="100013"/>
            </a:xfrm>
            <a:custGeom>
              <a:avLst/>
              <a:gdLst>
                <a:gd name="T0" fmla="*/ 0 w 214"/>
                <a:gd name="T1" fmla="*/ 156 h 190"/>
                <a:gd name="T2" fmla="*/ 187 w 214"/>
                <a:gd name="T3" fmla="*/ 0 h 190"/>
                <a:gd name="T4" fmla="*/ 214 w 214"/>
                <a:gd name="T5" fmla="*/ 33 h 190"/>
                <a:gd name="T6" fmla="*/ 27 w 214"/>
                <a:gd name="T7" fmla="*/ 190 h 190"/>
                <a:gd name="T8" fmla="*/ 0 w 214"/>
                <a:gd name="T9" fmla="*/ 15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190">
                  <a:moveTo>
                    <a:pt x="0" y="156"/>
                  </a:moveTo>
                  <a:lnTo>
                    <a:pt x="187" y="0"/>
                  </a:lnTo>
                  <a:lnTo>
                    <a:pt x="214" y="33"/>
                  </a:lnTo>
                  <a:lnTo>
                    <a:pt x="27" y="190"/>
                  </a:lnTo>
                  <a:lnTo>
                    <a:pt x="0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61" name="Freeform 69">
              <a:extLst>
                <a:ext uri="{FF2B5EF4-FFF2-40B4-BE49-F238E27FC236}">
                  <a16:creationId xmlns:a16="http://schemas.microsoft.com/office/drawing/2014/main" id="{2F4E4261-B7A7-468E-AD04-851609101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3838" y="5011738"/>
              <a:ext cx="74613" cy="127000"/>
            </a:xfrm>
            <a:custGeom>
              <a:avLst/>
              <a:gdLst>
                <a:gd name="T0" fmla="*/ 0 w 142"/>
                <a:gd name="T1" fmla="*/ 223 h 241"/>
                <a:gd name="T2" fmla="*/ 103 w 142"/>
                <a:gd name="T3" fmla="*/ 0 h 241"/>
                <a:gd name="T4" fmla="*/ 142 w 142"/>
                <a:gd name="T5" fmla="*/ 18 h 241"/>
                <a:gd name="T6" fmla="*/ 38 w 142"/>
                <a:gd name="T7" fmla="*/ 241 h 241"/>
                <a:gd name="T8" fmla="*/ 0 w 142"/>
                <a:gd name="T9" fmla="*/ 223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" h="241">
                  <a:moveTo>
                    <a:pt x="0" y="223"/>
                  </a:moveTo>
                  <a:lnTo>
                    <a:pt x="103" y="0"/>
                  </a:lnTo>
                  <a:lnTo>
                    <a:pt x="142" y="18"/>
                  </a:lnTo>
                  <a:lnTo>
                    <a:pt x="38" y="241"/>
                  </a:lnTo>
                  <a:lnTo>
                    <a:pt x="0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62" name="Freeform 70">
              <a:extLst>
                <a:ext uri="{FF2B5EF4-FFF2-40B4-BE49-F238E27FC236}">
                  <a16:creationId xmlns:a16="http://schemas.microsoft.com/office/drawing/2014/main" id="{E420AA66-40D6-4723-81E7-A0B109A5D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3526" y="5030788"/>
              <a:ext cx="73025" cy="128588"/>
            </a:xfrm>
            <a:custGeom>
              <a:avLst/>
              <a:gdLst>
                <a:gd name="T0" fmla="*/ 0 w 137"/>
                <a:gd name="T1" fmla="*/ 226 h 244"/>
                <a:gd name="T2" fmla="*/ 97 w 137"/>
                <a:gd name="T3" fmla="*/ 0 h 244"/>
                <a:gd name="T4" fmla="*/ 137 w 137"/>
                <a:gd name="T5" fmla="*/ 17 h 244"/>
                <a:gd name="T6" fmla="*/ 39 w 137"/>
                <a:gd name="T7" fmla="*/ 244 h 244"/>
                <a:gd name="T8" fmla="*/ 0 w 137"/>
                <a:gd name="T9" fmla="*/ 226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" h="244">
                  <a:moveTo>
                    <a:pt x="0" y="226"/>
                  </a:moveTo>
                  <a:lnTo>
                    <a:pt x="97" y="0"/>
                  </a:lnTo>
                  <a:lnTo>
                    <a:pt x="137" y="17"/>
                  </a:lnTo>
                  <a:lnTo>
                    <a:pt x="39" y="244"/>
                  </a:lnTo>
                  <a:lnTo>
                    <a:pt x="0" y="2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63" name="Freeform 71">
              <a:extLst>
                <a:ext uri="{FF2B5EF4-FFF2-40B4-BE49-F238E27FC236}">
                  <a16:creationId xmlns:a16="http://schemas.microsoft.com/office/drawing/2014/main" id="{84CABE3D-C815-4283-9E83-10DC4FEAD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4801" y="5048251"/>
              <a:ext cx="69850" cy="130175"/>
            </a:xfrm>
            <a:custGeom>
              <a:avLst/>
              <a:gdLst>
                <a:gd name="T0" fmla="*/ 0 w 132"/>
                <a:gd name="T1" fmla="*/ 230 h 245"/>
                <a:gd name="T2" fmla="*/ 92 w 132"/>
                <a:gd name="T3" fmla="*/ 0 h 245"/>
                <a:gd name="T4" fmla="*/ 132 w 132"/>
                <a:gd name="T5" fmla="*/ 17 h 245"/>
                <a:gd name="T6" fmla="*/ 39 w 132"/>
                <a:gd name="T7" fmla="*/ 245 h 245"/>
                <a:gd name="T8" fmla="*/ 0 w 132"/>
                <a:gd name="T9" fmla="*/ 23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245">
                  <a:moveTo>
                    <a:pt x="0" y="230"/>
                  </a:moveTo>
                  <a:lnTo>
                    <a:pt x="92" y="0"/>
                  </a:lnTo>
                  <a:lnTo>
                    <a:pt x="132" y="17"/>
                  </a:lnTo>
                  <a:lnTo>
                    <a:pt x="39" y="245"/>
                  </a:lnTo>
                  <a:lnTo>
                    <a:pt x="0" y="2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64" name="Freeform 72">
              <a:extLst>
                <a:ext uri="{FF2B5EF4-FFF2-40B4-BE49-F238E27FC236}">
                  <a16:creationId xmlns:a16="http://schemas.microsoft.com/office/drawing/2014/main" id="{AF8C73E2-6688-48CE-A799-13E71E94C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7663" y="5065713"/>
              <a:ext cx="66675" cy="130175"/>
            </a:xfrm>
            <a:custGeom>
              <a:avLst/>
              <a:gdLst>
                <a:gd name="T0" fmla="*/ 0 w 126"/>
                <a:gd name="T1" fmla="*/ 230 h 246"/>
                <a:gd name="T2" fmla="*/ 86 w 126"/>
                <a:gd name="T3" fmla="*/ 0 h 246"/>
                <a:gd name="T4" fmla="*/ 126 w 126"/>
                <a:gd name="T5" fmla="*/ 15 h 246"/>
                <a:gd name="T6" fmla="*/ 40 w 126"/>
                <a:gd name="T7" fmla="*/ 246 h 246"/>
                <a:gd name="T8" fmla="*/ 0 w 126"/>
                <a:gd name="T9" fmla="*/ 23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246">
                  <a:moveTo>
                    <a:pt x="0" y="230"/>
                  </a:moveTo>
                  <a:lnTo>
                    <a:pt x="86" y="0"/>
                  </a:lnTo>
                  <a:lnTo>
                    <a:pt x="126" y="15"/>
                  </a:lnTo>
                  <a:lnTo>
                    <a:pt x="40" y="246"/>
                  </a:lnTo>
                  <a:lnTo>
                    <a:pt x="0" y="2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65" name="Freeform 73">
              <a:extLst>
                <a:ext uri="{FF2B5EF4-FFF2-40B4-BE49-F238E27FC236}">
                  <a16:creationId xmlns:a16="http://schemas.microsoft.com/office/drawing/2014/main" id="{8E154892-384F-419F-A9C6-B87341593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0526" y="5081588"/>
              <a:ext cx="61913" cy="131763"/>
            </a:xfrm>
            <a:custGeom>
              <a:avLst/>
              <a:gdLst>
                <a:gd name="T0" fmla="*/ 0 w 119"/>
                <a:gd name="T1" fmla="*/ 234 h 248"/>
                <a:gd name="T2" fmla="*/ 79 w 119"/>
                <a:gd name="T3" fmla="*/ 0 h 248"/>
                <a:gd name="T4" fmla="*/ 119 w 119"/>
                <a:gd name="T5" fmla="*/ 14 h 248"/>
                <a:gd name="T6" fmla="*/ 40 w 119"/>
                <a:gd name="T7" fmla="*/ 248 h 248"/>
                <a:gd name="T8" fmla="*/ 0 w 119"/>
                <a:gd name="T9" fmla="*/ 23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248">
                  <a:moveTo>
                    <a:pt x="0" y="234"/>
                  </a:moveTo>
                  <a:lnTo>
                    <a:pt x="79" y="0"/>
                  </a:lnTo>
                  <a:lnTo>
                    <a:pt x="119" y="14"/>
                  </a:lnTo>
                  <a:lnTo>
                    <a:pt x="40" y="248"/>
                  </a:lnTo>
                  <a:lnTo>
                    <a:pt x="0" y="2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66" name="Freeform 74">
              <a:extLst>
                <a:ext uri="{FF2B5EF4-FFF2-40B4-BE49-F238E27FC236}">
                  <a16:creationId xmlns:a16="http://schemas.microsoft.com/office/drawing/2014/main" id="{B0CABA3F-07E3-4DE5-9E41-9383889B8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3388" y="5095876"/>
              <a:ext cx="60325" cy="131763"/>
            </a:xfrm>
            <a:custGeom>
              <a:avLst/>
              <a:gdLst>
                <a:gd name="T0" fmla="*/ 0 w 114"/>
                <a:gd name="T1" fmla="*/ 236 h 249"/>
                <a:gd name="T2" fmla="*/ 73 w 114"/>
                <a:gd name="T3" fmla="*/ 0 h 249"/>
                <a:gd name="T4" fmla="*/ 114 w 114"/>
                <a:gd name="T5" fmla="*/ 15 h 249"/>
                <a:gd name="T6" fmla="*/ 39 w 114"/>
                <a:gd name="T7" fmla="*/ 249 h 249"/>
                <a:gd name="T8" fmla="*/ 0 w 114"/>
                <a:gd name="T9" fmla="*/ 23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249">
                  <a:moveTo>
                    <a:pt x="0" y="236"/>
                  </a:moveTo>
                  <a:lnTo>
                    <a:pt x="73" y="0"/>
                  </a:lnTo>
                  <a:lnTo>
                    <a:pt x="114" y="15"/>
                  </a:lnTo>
                  <a:lnTo>
                    <a:pt x="39" y="249"/>
                  </a:lnTo>
                  <a:lnTo>
                    <a:pt x="0" y="2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67" name="Freeform 75">
              <a:extLst>
                <a:ext uri="{FF2B5EF4-FFF2-40B4-BE49-F238E27FC236}">
                  <a16:creationId xmlns:a16="http://schemas.microsoft.com/office/drawing/2014/main" id="{12A83B6A-D7AC-4951-9917-67BFB117A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4663" y="5110163"/>
              <a:ext cx="58738" cy="131763"/>
            </a:xfrm>
            <a:custGeom>
              <a:avLst/>
              <a:gdLst>
                <a:gd name="T0" fmla="*/ 0 w 109"/>
                <a:gd name="T1" fmla="*/ 237 h 249"/>
                <a:gd name="T2" fmla="*/ 68 w 109"/>
                <a:gd name="T3" fmla="*/ 0 h 249"/>
                <a:gd name="T4" fmla="*/ 109 w 109"/>
                <a:gd name="T5" fmla="*/ 12 h 249"/>
                <a:gd name="T6" fmla="*/ 41 w 109"/>
                <a:gd name="T7" fmla="*/ 249 h 249"/>
                <a:gd name="T8" fmla="*/ 0 w 109"/>
                <a:gd name="T9" fmla="*/ 237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" h="249">
                  <a:moveTo>
                    <a:pt x="0" y="237"/>
                  </a:moveTo>
                  <a:lnTo>
                    <a:pt x="68" y="0"/>
                  </a:lnTo>
                  <a:lnTo>
                    <a:pt x="109" y="12"/>
                  </a:lnTo>
                  <a:lnTo>
                    <a:pt x="41" y="249"/>
                  </a:lnTo>
                  <a:lnTo>
                    <a:pt x="0" y="2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68" name="Freeform 76">
              <a:extLst>
                <a:ext uri="{FF2B5EF4-FFF2-40B4-BE49-F238E27FC236}">
                  <a16:creationId xmlns:a16="http://schemas.microsoft.com/office/drawing/2014/main" id="{A1E4D368-3AC7-41A9-A810-13609FA84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9113" y="5124451"/>
              <a:ext cx="53975" cy="131763"/>
            </a:xfrm>
            <a:custGeom>
              <a:avLst/>
              <a:gdLst>
                <a:gd name="T0" fmla="*/ 0 w 102"/>
                <a:gd name="T1" fmla="*/ 238 h 250"/>
                <a:gd name="T2" fmla="*/ 61 w 102"/>
                <a:gd name="T3" fmla="*/ 0 h 250"/>
                <a:gd name="T4" fmla="*/ 102 w 102"/>
                <a:gd name="T5" fmla="*/ 10 h 250"/>
                <a:gd name="T6" fmla="*/ 41 w 102"/>
                <a:gd name="T7" fmla="*/ 250 h 250"/>
                <a:gd name="T8" fmla="*/ 0 w 102"/>
                <a:gd name="T9" fmla="*/ 238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250">
                  <a:moveTo>
                    <a:pt x="0" y="238"/>
                  </a:moveTo>
                  <a:lnTo>
                    <a:pt x="61" y="0"/>
                  </a:lnTo>
                  <a:lnTo>
                    <a:pt x="102" y="10"/>
                  </a:lnTo>
                  <a:lnTo>
                    <a:pt x="41" y="250"/>
                  </a:lnTo>
                  <a:lnTo>
                    <a:pt x="0" y="2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69" name="Freeform 77">
              <a:extLst>
                <a:ext uri="{FF2B5EF4-FFF2-40B4-BE49-F238E27FC236}">
                  <a16:creationId xmlns:a16="http://schemas.microsoft.com/office/drawing/2014/main" id="{2DA5BE7C-3148-4E14-B5B5-EDBAEDC9A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3563" y="5135563"/>
              <a:ext cx="50800" cy="131763"/>
            </a:xfrm>
            <a:custGeom>
              <a:avLst/>
              <a:gdLst>
                <a:gd name="T0" fmla="*/ 0 w 97"/>
                <a:gd name="T1" fmla="*/ 239 h 249"/>
                <a:gd name="T2" fmla="*/ 56 w 97"/>
                <a:gd name="T3" fmla="*/ 0 h 249"/>
                <a:gd name="T4" fmla="*/ 97 w 97"/>
                <a:gd name="T5" fmla="*/ 10 h 249"/>
                <a:gd name="T6" fmla="*/ 42 w 97"/>
                <a:gd name="T7" fmla="*/ 249 h 249"/>
                <a:gd name="T8" fmla="*/ 0 w 97"/>
                <a:gd name="T9" fmla="*/ 239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249">
                  <a:moveTo>
                    <a:pt x="0" y="239"/>
                  </a:moveTo>
                  <a:lnTo>
                    <a:pt x="56" y="0"/>
                  </a:lnTo>
                  <a:lnTo>
                    <a:pt x="97" y="10"/>
                  </a:lnTo>
                  <a:lnTo>
                    <a:pt x="42" y="249"/>
                  </a:lnTo>
                  <a:lnTo>
                    <a:pt x="0" y="2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70" name="Freeform 78">
              <a:extLst>
                <a:ext uri="{FF2B5EF4-FFF2-40B4-BE49-F238E27FC236}">
                  <a16:creationId xmlns:a16="http://schemas.microsoft.com/office/drawing/2014/main" id="{923C8142-35F5-425D-8949-0EA6A55CD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8013" y="5146676"/>
              <a:ext cx="47625" cy="131763"/>
            </a:xfrm>
            <a:custGeom>
              <a:avLst/>
              <a:gdLst>
                <a:gd name="T0" fmla="*/ 0 w 91"/>
                <a:gd name="T1" fmla="*/ 241 h 250"/>
                <a:gd name="T2" fmla="*/ 49 w 91"/>
                <a:gd name="T3" fmla="*/ 0 h 250"/>
                <a:gd name="T4" fmla="*/ 91 w 91"/>
                <a:gd name="T5" fmla="*/ 9 h 250"/>
                <a:gd name="T6" fmla="*/ 41 w 91"/>
                <a:gd name="T7" fmla="*/ 250 h 250"/>
                <a:gd name="T8" fmla="*/ 0 w 91"/>
                <a:gd name="T9" fmla="*/ 241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250">
                  <a:moveTo>
                    <a:pt x="0" y="241"/>
                  </a:moveTo>
                  <a:lnTo>
                    <a:pt x="49" y="0"/>
                  </a:lnTo>
                  <a:lnTo>
                    <a:pt x="91" y="9"/>
                  </a:lnTo>
                  <a:lnTo>
                    <a:pt x="41" y="250"/>
                  </a:lnTo>
                  <a:lnTo>
                    <a:pt x="0" y="2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71" name="Freeform 79">
              <a:extLst>
                <a:ext uri="{FF2B5EF4-FFF2-40B4-BE49-F238E27FC236}">
                  <a16:creationId xmlns:a16="http://schemas.microsoft.com/office/drawing/2014/main" id="{8A2E4510-8B18-4AAD-857C-12A49F4DD3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0876" y="5156201"/>
              <a:ext cx="46038" cy="131763"/>
            </a:xfrm>
            <a:custGeom>
              <a:avLst/>
              <a:gdLst>
                <a:gd name="T0" fmla="*/ 0 w 86"/>
                <a:gd name="T1" fmla="*/ 242 h 250"/>
                <a:gd name="T2" fmla="*/ 44 w 86"/>
                <a:gd name="T3" fmla="*/ 0 h 250"/>
                <a:gd name="T4" fmla="*/ 86 w 86"/>
                <a:gd name="T5" fmla="*/ 8 h 250"/>
                <a:gd name="T6" fmla="*/ 43 w 86"/>
                <a:gd name="T7" fmla="*/ 250 h 250"/>
                <a:gd name="T8" fmla="*/ 0 w 86"/>
                <a:gd name="T9" fmla="*/ 242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250">
                  <a:moveTo>
                    <a:pt x="0" y="242"/>
                  </a:moveTo>
                  <a:lnTo>
                    <a:pt x="44" y="0"/>
                  </a:lnTo>
                  <a:lnTo>
                    <a:pt x="86" y="8"/>
                  </a:lnTo>
                  <a:lnTo>
                    <a:pt x="43" y="250"/>
                  </a:lnTo>
                  <a:lnTo>
                    <a:pt x="0" y="2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72" name="Freeform 80">
              <a:extLst>
                <a:ext uri="{FF2B5EF4-FFF2-40B4-BE49-F238E27FC236}">
                  <a16:creationId xmlns:a16="http://schemas.microsoft.com/office/drawing/2014/main" id="{E3A8F227-99F1-4DC6-9212-AA80F6288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6913" y="5164138"/>
              <a:ext cx="41275" cy="133350"/>
            </a:xfrm>
            <a:custGeom>
              <a:avLst/>
              <a:gdLst>
                <a:gd name="T0" fmla="*/ 0 w 79"/>
                <a:gd name="T1" fmla="*/ 243 h 250"/>
                <a:gd name="T2" fmla="*/ 37 w 79"/>
                <a:gd name="T3" fmla="*/ 0 h 250"/>
                <a:gd name="T4" fmla="*/ 79 w 79"/>
                <a:gd name="T5" fmla="*/ 6 h 250"/>
                <a:gd name="T6" fmla="*/ 42 w 79"/>
                <a:gd name="T7" fmla="*/ 250 h 250"/>
                <a:gd name="T8" fmla="*/ 0 w 79"/>
                <a:gd name="T9" fmla="*/ 243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250">
                  <a:moveTo>
                    <a:pt x="0" y="243"/>
                  </a:moveTo>
                  <a:lnTo>
                    <a:pt x="37" y="0"/>
                  </a:lnTo>
                  <a:lnTo>
                    <a:pt x="79" y="6"/>
                  </a:lnTo>
                  <a:lnTo>
                    <a:pt x="42" y="250"/>
                  </a:lnTo>
                  <a:lnTo>
                    <a:pt x="0" y="2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73" name="Freeform 81">
              <a:extLst>
                <a:ext uri="{FF2B5EF4-FFF2-40B4-BE49-F238E27FC236}">
                  <a16:creationId xmlns:a16="http://schemas.microsoft.com/office/drawing/2014/main" id="{6BF15512-9BA9-47A0-9F43-608ACBE54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1363" y="5170488"/>
              <a:ext cx="38100" cy="133350"/>
            </a:xfrm>
            <a:custGeom>
              <a:avLst/>
              <a:gdLst>
                <a:gd name="T0" fmla="*/ 0 w 72"/>
                <a:gd name="T1" fmla="*/ 245 h 252"/>
                <a:gd name="T2" fmla="*/ 29 w 72"/>
                <a:gd name="T3" fmla="*/ 0 h 252"/>
                <a:gd name="T4" fmla="*/ 72 w 72"/>
                <a:gd name="T5" fmla="*/ 7 h 252"/>
                <a:gd name="T6" fmla="*/ 42 w 72"/>
                <a:gd name="T7" fmla="*/ 252 h 252"/>
                <a:gd name="T8" fmla="*/ 0 w 72"/>
                <a:gd name="T9" fmla="*/ 245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" h="252">
                  <a:moveTo>
                    <a:pt x="0" y="245"/>
                  </a:moveTo>
                  <a:lnTo>
                    <a:pt x="29" y="0"/>
                  </a:lnTo>
                  <a:lnTo>
                    <a:pt x="72" y="7"/>
                  </a:lnTo>
                  <a:lnTo>
                    <a:pt x="42" y="252"/>
                  </a:lnTo>
                  <a:lnTo>
                    <a:pt x="0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74" name="Freeform 82">
              <a:extLst>
                <a:ext uri="{FF2B5EF4-FFF2-40B4-BE49-F238E27FC236}">
                  <a16:creationId xmlns:a16="http://schemas.microsoft.com/office/drawing/2014/main" id="{7D3C7C3D-E49C-4D47-9FCC-81E25E826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5813" y="5178426"/>
              <a:ext cx="36513" cy="131763"/>
            </a:xfrm>
            <a:custGeom>
              <a:avLst/>
              <a:gdLst>
                <a:gd name="T0" fmla="*/ 0 w 67"/>
                <a:gd name="T1" fmla="*/ 245 h 250"/>
                <a:gd name="T2" fmla="*/ 25 w 67"/>
                <a:gd name="T3" fmla="*/ 0 h 250"/>
                <a:gd name="T4" fmla="*/ 67 w 67"/>
                <a:gd name="T5" fmla="*/ 4 h 250"/>
                <a:gd name="T6" fmla="*/ 43 w 67"/>
                <a:gd name="T7" fmla="*/ 250 h 250"/>
                <a:gd name="T8" fmla="*/ 0 w 67"/>
                <a:gd name="T9" fmla="*/ 24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250">
                  <a:moveTo>
                    <a:pt x="0" y="245"/>
                  </a:moveTo>
                  <a:lnTo>
                    <a:pt x="25" y="0"/>
                  </a:lnTo>
                  <a:lnTo>
                    <a:pt x="67" y="4"/>
                  </a:lnTo>
                  <a:lnTo>
                    <a:pt x="43" y="250"/>
                  </a:lnTo>
                  <a:lnTo>
                    <a:pt x="0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75" name="Freeform 263">
              <a:extLst>
                <a:ext uri="{FF2B5EF4-FFF2-40B4-BE49-F238E27FC236}">
                  <a16:creationId xmlns:a16="http://schemas.microsoft.com/office/drawing/2014/main" id="{86849FAD-540C-49AE-A86F-0C3D50375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3838" y="5011738"/>
              <a:ext cx="74613" cy="127000"/>
            </a:xfrm>
            <a:custGeom>
              <a:avLst/>
              <a:gdLst>
                <a:gd name="T0" fmla="*/ 0 w 142"/>
                <a:gd name="T1" fmla="*/ 223 h 241"/>
                <a:gd name="T2" fmla="*/ 103 w 142"/>
                <a:gd name="T3" fmla="*/ 0 h 241"/>
                <a:gd name="T4" fmla="*/ 142 w 142"/>
                <a:gd name="T5" fmla="*/ 18 h 241"/>
                <a:gd name="T6" fmla="*/ 38 w 142"/>
                <a:gd name="T7" fmla="*/ 241 h 241"/>
                <a:gd name="T8" fmla="*/ 0 w 142"/>
                <a:gd name="T9" fmla="*/ 223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" h="241">
                  <a:moveTo>
                    <a:pt x="0" y="223"/>
                  </a:moveTo>
                  <a:lnTo>
                    <a:pt x="103" y="0"/>
                  </a:lnTo>
                  <a:lnTo>
                    <a:pt x="142" y="18"/>
                  </a:lnTo>
                  <a:lnTo>
                    <a:pt x="38" y="241"/>
                  </a:lnTo>
                  <a:lnTo>
                    <a:pt x="0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76" name="Freeform 264">
              <a:extLst>
                <a:ext uri="{FF2B5EF4-FFF2-40B4-BE49-F238E27FC236}">
                  <a16:creationId xmlns:a16="http://schemas.microsoft.com/office/drawing/2014/main" id="{689D316B-4EE9-4596-9526-CFD0173F17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3525" y="5030788"/>
              <a:ext cx="73025" cy="128588"/>
            </a:xfrm>
            <a:custGeom>
              <a:avLst/>
              <a:gdLst>
                <a:gd name="T0" fmla="*/ 0 w 137"/>
                <a:gd name="T1" fmla="*/ 226 h 244"/>
                <a:gd name="T2" fmla="*/ 97 w 137"/>
                <a:gd name="T3" fmla="*/ 0 h 244"/>
                <a:gd name="T4" fmla="*/ 137 w 137"/>
                <a:gd name="T5" fmla="*/ 17 h 244"/>
                <a:gd name="T6" fmla="*/ 39 w 137"/>
                <a:gd name="T7" fmla="*/ 244 h 244"/>
                <a:gd name="T8" fmla="*/ 0 w 137"/>
                <a:gd name="T9" fmla="*/ 226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" h="244">
                  <a:moveTo>
                    <a:pt x="0" y="226"/>
                  </a:moveTo>
                  <a:lnTo>
                    <a:pt x="97" y="0"/>
                  </a:lnTo>
                  <a:lnTo>
                    <a:pt x="137" y="17"/>
                  </a:lnTo>
                  <a:lnTo>
                    <a:pt x="39" y="244"/>
                  </a:lnTo>
                  <a:lnTo>
                    <a:pt x="0" y="2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77" name="Freeform 265">
              <a:extLst>
                <a:ext uri="{FF2B5EF4-FFF2-40B4-BE49-F238E27FC236}">
                  <a16:creationId xmlns:a16="http://schemas.microsoft.com/office/drawing/2014/main" id="{CB8D5629-1871-4FF1-85C7-BA4BD9659F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4800" y="5048250"/>
              <a:ext cx="69850" cy="130175"/>
            </a:xfrm>
            <a:custGeom>
              <a:avLst/>
              <a:gdLst>
                <a:gd name="T0" fmla="*/ 0 w 132"/>
                <a:gd name="T1" fmla="*/ 230 h 245"/>
                <a:gd name="T2" fmla="*/ 92 w 132"/>
                <a:gd name="T3" fmla="*/ 0 h 245"/>
                <a:gd name="T4" fmla="*/ 132 w 132"/>
                <a:gd name="T5" fmla="*/ 17 h 245"/>
                <a:gd name="T6" fmla="*/ 39 w 132"/>
                <a:gd name="T7" fmla="*/ 245 h 245"/>
                <a:gd name="T8" fmla="*/ 0 w 132"/>
                <a:gd name="T9" fmla="*/ 23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245">
                  <a:moveTo>
                    <a:pt x="0" y="230"/>
                  </a:moveTo>
                  <a:lnTo>
                    <a:pt x="92" y="0"/>
                  </a:lnTo>
                  <a:lnTo>
                    <a:pt x="132" y="17"/>
                  </a:lnTo>
                  <a:lnTo>
                    <a:pt x="39" y="245"/>
                  </a:lnTo>
                  <a:lnTo>
                    <a:pt x="0" y="2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78" name="Freeform 266">
              <a:extLst>
                <a:ext uri="{FF2B5EF4-FFF2-40B4-BE49-F238E27FC236}">
                  <a16:creationId xmlns:a16="http://schemas.microsoft.com/office/drawing/2014/main" id="{87BE954B-7F66-42DA-A279-BF7BD4944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7663" y="5065713"/>
              <a:ext cx="66675" cy="130175"/>
            </a:xfrm>
            <a:custGeom>
              <a:avLst/>
              <a:gdLst>
                <a:gd name="T0" fmla="*/ 0 w 126"/>
                <a:gd name="T1" fmla="*/ 230 h 246"/>
                <a:gd name="T2" fmla="*/ 86 w 126"/>
                <a:gd name="T3" fmla="*/ 0 h 246"/>
                <a:gd name="T4" fmla="*/ 126 w 126"/>
                <a:gd name="T5" fmla="*/ 15 h 246"/>
                <a:gd name="T6" fmla="*/ 40 w 126"/>
                <a:gd name="T7" fmla="*/ 246 h 246"/>
                <a:gd name="T8" fmla="*/ 0 w 126"/>
                <a:gd name="T9" fmla="*/ 23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246">
                  <a:moveTo>
                    <a:pt x="0" y="230"/>
                  </a:moveTo>
                  <a:lnTo>
                    <a:pt x="86" y="0"/>
                  </a:lnTo>
                  <a:lnTo>
                    <a:pt x="126" y="15"/>
                  </a:lnTo>
                  <a:lnTo>
                    <a:pt x="40" y="246"/>
                  </a:lnTo>
                  <a:lnTo>
                    <a:pt x="0" y="2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79" name="Freeform 267">
              <a:extLst>
                <a:ext uri="{FF2B5EF4-FFF2-40B4-BE49-F238E27FC236}">
                  <a16:creationId xmlns:a16="http://schemas.microsoft.com/office/drawing/2014/main" id="{16B7560E-D91E-4DF3-A9ED-1CD671C1C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5813" y="5178425"/>
              <a:ext cx="36513" cy="131763"/>
            </a:xfrm>
            <a:custGeom>
              <a:avLst/>
              <a:gdLst>
                <a:gd name="T0" fmla="*/ 0 w 67"/>
                <a:gd name="T1" fmla="*/ 245 h 250"/>
                <a:gd name="T2" fmla="*/ 25 w 67"/>
                <a:gd name="T3" fmla="*/ 0 h 250"/>
                <a:gd name="T4" fmla="*/ 67 w 67"/>
                <a:gd name="T5" fmla="*/ 4 h 250"/>
                <a:gd name="T6" fmla="*/ 43 w 67"/>
                <a:gd name="T7" fmla="*/ 250 h 250"/>
                <a:gd name="T8" fmla="*/ 0 w 67"/>
                <a:gd name="T9" fmla="*/ 24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250">
                  <a:moveTo>
                    <a:pt x="0" y="245"/>
                  </a:moveTo>
                  <a:lnTo>
                    <a:pt x="25" y="0"/>
                  </a:lnTo>
                  <a:lnTo>
                    <a:pt x="67" y="4"/>
                  </a:lnTo>
                  <a:lnTo>
                    <a:pt x="43" y="250"/>
                  </a:lnTo>
                  <a:lnTo>
                    <a:pt x="0" y="2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80" name="Freeform 268">
              <a:extLst>
                <a:ext uri="{FF2B5EF4-FFF2-40B4-BE49-F238E27FC236}">
                  <a16:creationId xmlns:a16="http://schemas.microsoft.com/office/drawing/2014/main" id="{AACE2070-F6B4-49D3-88F3-AF6A1A7E25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1850" y="5183188"/>
              <a:ext cx="31750" cy="131763"/>
            </a:xfrm>
            <a:custGeom>
              <a:avLst/>
              <a:gdLst>
                <a:gd name="T0" fmla="*/ 0 w 61"/>
                <a:gd name="T1" fmla="*/ 246 h 250"/>
                <a:gd name="T2" fmla="*/ 18 w 61"/>
                <a:gd name="T3" fmla="*/ 0 h 250"/>
                <a:gd name="T4" fmla="*/ 61 w 61"/>
                <a:gd name="T5" fmla="*/ 4 h 250"/>
                <a:gd name="T6" fmla="*/ 43 w 61"/>
                <a:gd name="T7" fmla="*/ 250 h 250"/>
                <a:gd name="T8" fmla="*/ 0 w 61"/>
                <a:gd name="T9" fmla="*/ 246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250">
                  <a:moveTo>
                    <a:pt x="0" y="246"/>
                  </a:moveTo>
                  <a:lnTo>
                    <a:pt x="18" y="0"/>
                  </a:lnTo>
                  <a:lnTo>
                    <a:pt x="61" y="4"/>
                  </a:lnTo>
                  <a:lnTo>
                    <a:pt x="43" y="250"/>
                  </a:lnTo>
                  <a:lnTo>
                    <a:pt x="0" y="2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81" name="Freeform 170">
              <a:extLst>
                <a:ext uri="{FF2B5EF4-FFF2-40B4-BE49-F238E27FC236}">
                  <a16:creationId xmlns:a16="http://schemas.microsoft.com/office/drawing/2014/main" id="{24799132-2DE2-4136-83C4-799174DB38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1501" y="2028826"/>
              <a:ext cx="84138" cy="123825"/>
            </a:xfrm>
            <a:custGeom>
              <a:avLst/>
              <a:gdLst>
                <a:gd name="T0" fmla="*/ 158 w 158"/>
                <a:gd name="T1" fmla="*/ 22 h 236"/>
                <a:gd name="T2" fmla="*/ 37 w 158"/>
                <a:gd name="T3" fmla="*/ 236 h 236"/>
                <a:gd name="T4" fmla="*/ 0 w 158"/>
                <a:gd name="T5" fmla="*/ 214 h 236"/>
                <a:gd name="T6" fmla="*/ 121 w 158"/>
                <a:gd name="T7" fmla="*/ 0 h 236"/>
                <a:gd name="T8" fmla="*/ 158 w 158"/>
                <a:gd name="T9" fmla="*/ 22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" h="236">
                  <a:moveTo>
                    <a:pt x="158" y="22"/>
                  </a:moveTo>
                  <a:lnTo>
                    <a:pt x="37" y="236"/>
                  </a:lnTo>
                  <a:lnTo>
                    <a:pt x="0" y="214"/>
                  </a:lnTo>
                  <a:lnTo>
                    <a:pt x="121" y="0"/>
                  </a:lnTo>
                  <a:lnTo>
                    <a:pt x="158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82" name="Freeform 171">
              <a:extLst>
                <a:ext uri="{FF2B5EF4-FFF2-40B4-BE49-F238E27FC236}">
                  <a16:creationId xmlns:a16="http://schemas.microsoft.com/office/drawing/2014/main" id="{7C2F7FE6-45B9-41E4-831B-17F2A0121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4988" y="2005013"/>
              <a:ext cx="80963" cy="125413"/>
            </a:xfrm>
            <a:custGeom>
              <a:avLst/>
              <a:gdLst>
                <a:gd name="T0" fmla="*/ 153 w 153"/>
                <a:gd name="T1" fmla="*/ 20 h 237"/>
                <a:gd name="T2" fmla="*/ 39 w 153"/>
                <a:gd name="T3" fmla="*/ 237 h 237"/>
                <a:gd name="T4" fmla="*/ 0 w 153"/>
                <a:gd name="T5" fmla="*/ 216 h 237"/>
                <a:gd name="T6" fmla="*/ 115 w 153"/>
                <a:gd name="T7" fmla="*/ 0 h 237"/>
                <a:gd name="T8" fmla="*/ 153 w 153"/>
                <a:gd name="T9" fmla="*/ 2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237">
                  <a:moveTo>
                    <a:pt x="153" y="20"/>
                  </a:moveTo>
                  <a:lnTo>
                    <a:pt x="39" y="237"/>
                  </a:lnTo>
                  <a:lnTo>
                    <a:pt x="0" y="216"/>
                  </a:lnTo>
                  <a:lnTo>
                    <a:pt x="115" y="0"/>
                  </a:lnTo>
                  <a:lnTo>
                    <a:pt x="153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83" name="Freeform 172">
              <a:extLst>
                <a:ext uri="{FF2B5EF4-FFF2-40B4-BE49-F238E27FC236}">
                  <a16:creationId xmlns:a16="http://schemas.microsoft.com/office/drawing/2014/main" id="{6AFBBCEE-94FE-4838-ADCA-07630A09E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476" y="1982788"/>
              <a:ext cx="77788" cy="127000"/>
            </a:xfrm>
            <a:custGeom>
              <a:avLst/>
              <a:gdLst>
                <a:gd name="T0" fmla="*/ 147 w 147"/>
                <a:gd name="T1" fmla="*/ 20 h 240"/>
                <a:gd name="T2" fmla="*/ 37 w 147"/>
                <a:gd name="T3" fmla="*/ 240 h 240"/>
                <a:gd name="T4" fmla="*/ 0 w 147"/>
                <a:gd name="T5" fmla="*/ 221 h 240"/>
                <a:gd name="T6" fmla="*/ 109 w 147"/>
                <a:gd name="T7" fmla="*/ 0 h 240"/>
                <a:gd name="T8" fmla="*/ 147 w 147"/>
                <a:gd name="T9" fmla="*/ 2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240">
                  <a:moveTo>
                    <a:pt x="147" y="20"/>
                  </a:moveTo>
                  <a:lnTo>
                    <a:pt x="37" y="240"/>
                  </a:lnTo>
                  <a:lnTo>
                    <a:pt x="0" y="221"/>
                  </a:lnTo>
                  <a:lnTo>
                    <a:pt x="109" y="0"/>
                  </a:lnTo>
                  <a:lnTo>
                    <a:pt x="147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84" name="Freeform 173">
              <a:extLst>
                <a:ext uri="{FF2B5EF4-FFF2-40B4-BE49-F238E27FC236}">
                  <a16:creationId xmlns:a16="http://schemas.microsoft.com/office/drawing/2014/main" id="{8AE1DB8D-50CF-4BAB-9288-153FE9AB6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0376" y="1962151"/>
              <a:ext cx="74613" cy="128588"/>
            </a:xfrm>
            <a:custGeom>
              <a:avLst/>
              <a:gdLst>
                <a:gd name="T0" fmla="*/ 142 w 142"/>
                <a:gd name="T1" fmla="*/ 19 h 242"/>
                <a:gd name="T2" fmla="*/ 39 w 142"/>
                <a:gd name="T3" fmla="*/ 242 h 242"/>
                <a:gd name="T4" fmla="*/ 0 w 142"/>
                <a:gd name="T5" fmla="*/ 223 h 242"/>
                <a:gd name="T6" fmla="*/ 104 w 142"/>
                <a:gd name="T7" fmla="*/ 0 h 242"/>
                <a:gd name="T8" fmla="*/ 142 w 142"/>
                <a:gd name="T9" fmla="*/ 19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" h="242">
                  <a:moveTo>
                    <a:pt x="142" y="19"/>
                  </a:moveTo>
                  <a:lnTo>
                    <a:pt x="39" y="242"/>
                  </a:lnTo>
                  <a:lnTo>
                    <a:pt x="0" y="223"/>
                  </a:lnTo>
                  <a:lnTo>
                    <a:pt x="104" y="0"/>
                  </a:lnTo>
                  <a:lnTo>
                    <a:pt x="142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85" name="Freeform 174">
              <a:extLst>
                <a:ext uri="{FF2B5EF4-FFF2-40B4-BE49-F238E27FC236}">
                  <a16:creationId xmlns:a16="http://schemas.microsoft.com/office/drawing/2014/main" id="{D6389F66-E17D-4C90-BCA8-B53BA2DEA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2276" y="1941513"/>
              <a:ext cx="73025" cy="128588"/>
            </a:xfrm>
            <a:custGeom>
              <a:avLst/>
              <a:gdLst>
                <a:gd name="T0" fmla="*/ 137 w 137"/>
                <a:gd name="T1" fmla="*/ 17 h 243"/>
                <a:gd name="T2" fmla="*/ 40 w 137"/>
                <a:gd name="T3" fmla="*/ 243 h 243"/>
                <a:gd name="T4" fmla="*/ 0 w 137"/>
                <a:gd name="T5" fmla="*/ 226 h 243"/>
                <a:gd name="T6" fmla="*/ 98 w 137"/>
                <a:gd name="T7" fmla="*/ 0 h 243"/>
                <a:gd name="T8" fmla="*/ 137 w 137"/>
                <a:gd name="T9" fmla="*/ 17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" h="243">
                  <a:moveTo>
                    <a:pt x="137" y="17"/>
                  </a:moveTo>
                  <a:lnTo>
                    <a:pt x="40" y="243"/>
                  </a:lnTo>
                  <a:lnTo>
                    <a:pt x="0" y="226"/>
                  </a:lnTo>
                  <a:lnTo>
                    <a:pt x="98" y="0"/>
                  </a:lnTo>
                  <a:lnTo>
                    <a:pt x="137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86" name="Freeform 175">
              <a:extLst>
                <a:ext uri="{FF2B5EF4-FFF2-40B4-BE49-F238E27FC236}">
                  <a16:creationId xmlns:a16="http://schemas.microsoft.com/office/drawing/2014/main" id="{63461AB2-30CC-489A-984D-DDECBED8C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4176" y="1924051"/>
              <a:ext cx="69850" cy="128588"/>
            </a:xfrm>
            <a:custGeom>
              <a:avLst/>
              <a:gdLst>
                <a:gd name="T0" fmla="*/ 132 w 132"/>
                <a:gd name="T1" fmla="*/ 16 h 244"/>
                <a:gd name="T2" fmla="*/ 40 w 132"/>
                <a:gd name="T3" fmla="*/ 244 h 244"/>
                <a:gd name="T4" fmla="*/ 0 w 132"/>
                <a:gd name="T5" fmla="*/ 228 h 244"/>
                <a:gd name="T6" fmla="*/ 93 w 132"/>
                <a:gd name="T7" fmla="*/ 0 h 244"/>
                <a:gd name="T8" fmla="*/ 132 w 132"/>
                <a:gd name="T9" fmla="*/ 16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244">
                  <a:moveTo>
                    <a:pt x="132" y="16"/>
                  </a:moveTo>
                  <a:lnTo>
                    <a:pt x="40" y="244"/>
                  </a:lnTo>
                  <a:lnTo>
                    <a:pt x="0" y="228"/>
                  </a:lnTo>
                  <a:lnTo>
                    <a:pt x="93" y="0"/>
                  </a:lnTo>
                  <a:lnTo>
                    <a:pt x="13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87" name="Freeform 176">
              <a:extLst>
                <a:ext uri="{FF2B5EF4-FFF2-40B4-BE49-F238E27FC236}">
                  <a16:creationId xmlns:a16="http://schemas.microsoft.com/office/drawing/2014/main" id="{879EE76A-11DF-4D23-8884-54F6B23B2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4488" y="1905001"/>
              <a:ext cx="66675" cy="130175"/>
            </a:xfrm>
            <a:custGeom>
              <a:avLst/>
              <a:gdLst>
                <a:gd name="T0" fmla="*/ 126 w 126"/>
                <a:gd name="T1" fmla="*/ 16 h 246"/>
                <a:gd name="T2" fmla="*/ 40 w 126"/>
                <a:gd name="T3" fmla="*/ 246 h 246"/>
                <a:gd name="T4" fmla="*/ 0 w 126"/>
                <a:gd name="T5" fmla="*/ 231 h 246"/>
                <a:gd name="T6" fmla="*/ 86 w 126"/>
                <a:gd name="T7" fmla="*/ 0 h 246"/>
                <a:gd name="T8" fmla="*/ 126 w 126"/>
                <a:gd name="T9" fmla="*/ 1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246">
                  <a:moveTo>
                    <a:pt x="126" y="16"/>
                  </a:moveTo>
                  <a:lnTo>
                    <a:pt x="40" y="246"/>
                  </a:lnTo>
                  <a:lnTo>
                    <a:pt x="0" y="231"/>
                  </a:lnTo>
                  <a:lnTo>
                    <a:pt x="86" y="0"/>
                  </a:lnTo>
                  <a:lnTo>
                    <a:pt x="126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88" name="Freeform 177">
              <a:extLst>
                <a:ext uri="{FF2B5EF4-FFF2-40B4-BE49-F238E27FC236}">
                  <a16:creationId xmlns:a16="http://schemas.microsoft.com/office/drawing/2014/main" id="{B9D63BB1-8C1D-4A57-9B64-E5891E8ED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4801" y="1889126"/>
              <a:ext cx="63500" cy="130175"/>
            </a:xfrm>
            <a:custGeom>
              <a:avLst/>
              <a:gdLst>
                <a:gd name="T0" fmla="*/ 120 w 120"/>
                <a:gd name="T1" fmla="*/ 14 h 248"/>
                <a:gd name="T2" fmla="*/ 41 w 120"/>
                <a:gd name="T3" fmla="*/ 248 h 248"/>
                <a:gd name="T4" fmla="*/ 0 w 120"/>
                <a:gd name="T5" fmla="*/ 233 h 248"/>
                <a:gd name="T6" fmla="*/ 80 w 120"/>
                <a:gd name="T7" fmla="*/ 0 h 248"/>
                <a:gd name="T8" fmla="*/ 120 w 120"/>
                <a:gd name="T9" fmla="*/ 1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248">
                  <a:moveTo>
                    <a:pt x="120" y="14"/>
                  </a:moveTo>
                  <a:lnTo>
                    <a:pt x="41" y="248"/>
                  </a:lnTo>
                  <a:lnTo>
                    <a:pt x="0" y="233"/>
                  </a:lnTo>
                  <a:lnTo>
                    <a:pt x="80" y="0"/>
                  </a:lnTo>
                  <a:lnTo>
                    <a:pt x="12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89" name="Freeform 178">
              <a:extLst>
                <a:ext uri="{FF2B5EF4-FFF2-40B4-BE49-F238E27FC236}">
                  <a16:creationId xmlns:a16="http://schemas.microsoft.com/office/drawing/2014/main" id="{D1771C1B-EA83-4F65-9783-87D3FEE91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5113" y="1873251"/>
              <a:ext cx="60325" cy="131763"/>
            </a:xfrm>
            <a:custGeom>
              <a:avLst/>
              <a:gdLst>
                <a:gd name="T0" fmla="*/ 114 w 114"/>
                <a:gd name="T1" fmla="*/ 14 h 248"/>
                <a:gd name="T2" fmla="*/ 41 w 114"/>
                <a:gd name="T3" fmla="*/ 248 h 248"/>
                <a:gd name="T4" fmla="*/ 0 w 114"/>
                <a:gd name="T5" fmla="*/ 236 h 248"/>
                <a:gd name="T6" fmla="*/ 73 w 114"/>
                <a:gd name="T7" fmla="*/ 0 h 248"/>
                <a:gd name="T8" fmla="*/ 114 w 114"/>
                <a:gd name="T9" fmla="*/ 1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248">
                  <a:moveTo>
                    <a:pt x="114" y="14"/>
                  </a:moveTo>
                  <a:lnTo>
                    <a:pt x="41" y="248"/>
                  </a:lnTo>
                  <a:lnTo>
                    <a:pt x="0" y="236"/>
                  </a:lnTo>
                  <a:lnTo>
                    <a:pt x="73" y="0"/>
                  </a:lnTo>
                  <a:lnTo>
                    <a:pt x="11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90" name="Freeform 179">
              <a:extLst>
                <a:ext uri="{FF2B5EF4-FFF2-40B4-BE49-F238E27FC236}">
                  <a16:creationId xmlns:a16="http://schemas.microsoft.com/office/drawing/2014/main" id="{CD5E9518-7A49-472C-9858-FBF31463B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5426" y="1858963"/>
              <a:ext cx="57150" cy="131763"/>
            </a:xfrm>
            <a:custGeom>
              <a:avLst/>
              <a:gdLst>
                <a:gd name="T0" fmla="*/ 107 w 107"/>
                <a:gd name="T1" fmla="*/ 13 h 248"/>
                <a:gd name="T2" fmla="*/ 41 w 107"/>
                <a:gd name="T3" fmla="*/ 248 h 248"/>
                <a:gd name="T4" fmla="*/ 0 w 107"/>
                <a:gd name="T5" fmla="*/ 237 h 248"/>
                <a:gd name="T6" fmla="*/ 66 w 107"/>
                <a:gd name="T7" fmla="*/ 0 h 248"/>
                <a:gd name="T8" fmla="*/ 107 w 107"/>
                <a:gd name="T9" fmla="*/ 13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" h="248">
                  <a:moveTo>
                    <a:pt x="107" y="13"/>
                  </a:moveTo>
                  <a:lnTo>
                    <a:pt x="41" y="248"/>
                  </a:lnTo>
                  <a:lnTo>
                    <a:pt x="0" y="237"/>
                  </a:lnTo>
                  <a:lnTo>
                    <a:pt x="66" y="0"/>
                  </a:lnTo>
                  <a:lnTo>
                    <a:pt x="107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91" name="Freeform 180">
              <a:extLst>
                <a:ext uri="{FF2B5EF4-FFF2-40B4-BE49-F238E27FC236}">
                  <a16:creationId xmlns:a16="http://schemas.microsoft.com/office/drawing/2014/main" id="{0B4BDA50-585D-4FE4-9A3E-345EF8CAC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738" y="1846263"/>
              <a:ext cx="53975" cy="131763"/>
            </a:xfrm>
            <a:custGeom>
              <a:avLst/>
              <a:gdLst>
                <a:gd name="T0" fmla="*/ 102 w 102"/>
                <a:gd name="T1" fmla="*/ 11 h 249"/>
                <a:gd name="T2" fmla="*/ 41 w 102"/>
                <a:gd name="T3" fmla="*/ 249 h 249"/>
                <a:gd name="T4" fmla="*/ 0 w 102"/>
                <a:gd name="T5" fmla="*/ 239 h 249"/>
                <a:gd name="T6" fmla="*/ 61 w 102"/>
                <a:gd name="T7" fmla="*/ 0 h 249"/>
                <a:gd name="T8" fmla="*/ 102 w 102"/>
                <a:gd name="T9" fmla="*/ 11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249">
                  <a:moveTo>
                    <a:pt x="102" y="11"/>
                  </a:moveTo>
                  <a:lnTo>
                    <a:pt x="41" y="249"/>
                  </a:lnTo>
                  <a:lnTo>
                    <a:pt x="0" y="239"/>
                  </a:lnTo>
                  <a:lnTo>
                    <a:pt x="61" y="0"/>
                  </a:lnTo>
                  <a:lnTo>
                    <a:pt x="102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92" name="Freeform 181">
              <a:extLst>
                <a:ext uri="{FF2B5EF4-FFF2-40B4-BE49-F238E27FC236}">
                  <a16:creationId xmlns:a16="http://schemas.microsoft.com/office/drawing/2014/main" id="{79D60BA8-046C-4E99-BD2B-CF294B31A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1833563"/>
              <a:ext cx="50800" cy="131763"/>
            </a:xfrm>
            <a:custGeom>
              <a:avLst/>
              <a:gdLst>
                <a:gd name="T0" fmla="*/ 97 w 97"/>
                <a:gd name="T1" fmla="*/ 11 h 250"/>
                <a:gd name="T2" fmla="*/ 41 w 97"/>
                <a:gd name="T3" fmla="*/ 250 h 250"/>
                <a:gd name="T4" fmla="*/ 0 w 97"/>
                <a:gd name="T5" fmla="*/ 240 h 250"/>
                <a:gd name="T6" fmla="*/ 55 w 97"/>
                <a:gd name="T7" fmla="*/ 0 h 250"/>
                <a:gd name="T8" fmla="*/ 97 w 97"/>
                <a:gd name="T9" fmla="*/ 11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250">
                  <a:moveTo>
                    <a:pt x="97" y="11"/>
                  </a:moveTo>
                  <a:lnTo>
                    <a:pt x="41" y="250"/>
                  </a:lnTo>
                  <a:lnTo>
                    <a:pt x="0" y="240"/>
                  </a:lnTo>
                  <a:lnTo>
                    <a:pt x="55" y="0"/>
                  </a:lnTo>
                  <a:lnTo>
                    <a:pt x="97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93" name="Freeform 182">
              <a:extLst>
                <a:ext uri="{FF2B5EF4-FFF2-40B4-BE49-F238E27FC236}">
                  <a16:creationId xmlns:a16="http://schemas.microsoft.com/office/drawing/2014/main" id="{ACCADB69-FA91-4A4A-9E87-F83D7EB0D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3188" y="1822451"/>
              <a:ext cx="47625" cy="133350"/>
            </a:xfrm>
            <a:custGeom>
              <a:avLst/>
              <a:gdLst>
                <a:gd name="T0" fmla="*/ 91 w 91"/>
                <a:gd name="T1" fmla="*/ 9 h 250"/>
                <a:gd name="T2" fmla="*/ 42 w 91"/>
                <a:gd name="T3" fmla="*/ 250 h 250"/>
                <a:gd name="T4" fmla="*/ 0 w 91"/>
                <a:gd name="T5" fmla="*/ 241 h 250"/>
                <a:gd name="T6" fmla="*/ 50 w 91"/>
                <a:gd name="T7" fmla="*/ 0 h 250"/>
                <a:gd name="T8" fmla="*/ 91 w 91"/>
                <a:gd name="T9" fmla="*/ 9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250">
                  <a:moveTo>
                    <a:pt x="91" y="9"/>
                  </a:moveTo>
                  <a:lnTo>
                    <a:pt x="42" y="250"/>
                  </a:lnTo>
                  <a:lnTo>
                    <a:pt x="0" y="241"/>
                  </a:lnTo>
                  <a:lnTo>
                    <a:pt x="50" y="0"/>
                  </a:lnTo>
                  <a:lnTo>
                    <a:pt x="91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94" name="Freeform 183">
              <a:extLst>
                <a:ext uri="{FF2B5EF4-FFF2-40B4-BE49-F238E27FC236}">
                  <a16:creationId xmlns:a16="http://schemas.microsoft.com/office/drawing/2014/main" id="{28925D6F-C1B1-4FFE-BB46-6DEEE09ACF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1913" y="1812926"/>
              <a:ext cx="46038" cy="133350"/>
            </a:xfrm>
            <a:custGeom>
              <a:avLst/>
              <a:gdLst>
                <a:gd name="T0" fmla="*/ 86 w 86"/>
                <a:gd name="T1" fmla="*/ 8 h 250"/>
                <a:gd name="T2" fmla="*/ 42 w 86"/>
                <a:gd name="T3" fmla="*/ 250 h 250"/>
                <a:gd name="T4" fmla="*/ 0 w 86"/>
                <a:gd name="T5" fmla="*/ 242 h 250"/>
                <a:gd name="T6" fmla="*/ 43 w 86"/>
                <a:gd name="T7" fmla="*/ 0 h 250"/>
                <a:gd name="T8" fmla="*/ 86 w 86"/>
                <a:gd name="T9" fmla="*/ 8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250">
                  <a:moveTo>
                    <a:pt x="86" y="8"/>
                  </a:moveTo>
                  <a:lnTo>
                    <a:pt x="42" y="250"/>
                  </a:lnTo>
                  <a:lnTo>
                    <a:pt x="0" y="242"/>
                  </a:lnTo>
                  <a:lnTo>
                    <a:pt x="43" y="0"/>
                  </a:lnTo>
                  <a:lnTo>
                    <a:pt x="86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grpSp>
          <p:nvGrpSpPr>
            <p:cNvPr id="395" name="Group 394">
              <a:extLst>
                <a:ext uri="{FF2B5EF4-FFF2-40B4-BE49-F238E27FC236}">
                  <a16:creationId xmlns:a16="http://schemas.microsoft.com/office/drawing/2014/main" id="{C085A0C8-9080-4333-8B9C-DB9E81844230}"/>
                </a:ext>
              </a:extLst>
            </p:cNvPr>
            <p:cNvGrpSpPr/>
            <p:nvPr/>
          </p:nvGrpSpPr>
          <p:grpSpPr>
            <a:xfrm>
              <a:off x="4754563" y="2039938"/>
              <a:ext cx="500063" cy="458788"/>
              <a:chOff x="4754563" y="2039938"/>
              <a:chExt cx="500063" cy="458788"/>
            </a:xfrm>
            <a:grpFill/>
          </p:grpSpPr>
          <p:sp>
            <p:nvSpPr>
              <p:cNvPr id="469" name="Freeform 197">
                <a:extLst>
                  <a:ext uri="{FF2B5EF4-FFF2-40B4-BE49-F238E27FC236}">
                    <a16:creationId xmlns:a16="http://schemas.microsoft.com/office/drawing/2014/main" id="{11FE1766-699A-4264-A86E-41961B0E86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4138" y="2039938"/>
                <a:ext cx="90488" cy="120650"/>
              </a:xfrm>
              <a:custGeom>
                <a:avLst/>
                <a:gdLst>
                  <a:gd name="T0" fmla="*/ 36 w 169"/>
                  <a:gd name="T1" fmla="*/ 0 h 230"/>
                  <a:gd name="T2" fmla="*/ 169 w 169"/>
                  <a:gd name="T3" fmla="*/ 206 h 230"/>
                  <a:gd name="T4" fmla="*/ 133 w 169"/>
                  <a:gd name="T5" fmla="*/ 230 h 230"/>
                  <a:gd name="T6" fmla="*/ 0 w 169"/>
                  <a:gd name="T7" fmla="*/ 24 h 230"/>
                  <a:gd name="T8" fmla="*/ 36 w 169"/>
                  <a:gd name="T9" fmla="*/ 0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9" h="230">
                    <a:moveTo>
                      <a:pt x="36" y="0"/>
                    </a:moveTo>
                    <a:lnTo>
                      <a:pt x="169" y="206"/>
                    </a:lnTo>
                    <a:lnTo>
                      <a:pt x="133" y="230"/>
                    </a:lnTo>
                    <a:lnTo>
                      <a:pt x="0" y="24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70" name="Freeform 198">
                <a:extLst>
                  <a:ext uri="{FF2B5EF4-FFF2-40B4-BE49-F238E27FC236}">
                    <a16:creationId xmlns:a16="http://schemas.microsoft.com/office/drawing/2014/main" id="{F2D10CDD-4929-48EC-AED1-260F34492F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26038" y="2063751"/>
                <a:ext cx="92075" cy="120650"/>
              </a:xfrm>
              <a:custGeom>
                <a:avLst/>
                <a:gdLst>
                  <a:gd name="T0" fmla="*/ 36 w 173"/>
                  <a:gd name="T1" fmla="*/ 0 h 227"/>
                  <a:gd name="T2" fmla="*/ 173 w 173"/>
                  <a:gd name="T3" fmla="*/ 203 h 227"/>
                  <a:gd name="T4" fmla="*/ 139 w 173"/>
                  <a:gd name="T5" fmla="*/ 227 h 227"/>
                  <a:gd name="T6" fmla="*/ 0 w 173"/>
                  <a:gd name="T7" fmla="*/ 24 h 227"/>
                  <a:gd name="T8" fmla="*/ 36 w 173"/>
                  <a:gd name="T9" fmla="*/ 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3" h="227">
                    <a:moveTo>
                      <a:pt x="36" y="0"/>
                    </a:moveTo>
                    <a:lnTo>
                      <a:pt x="173" y="203"/>
                    </a:lnTo>
                    <a:lnTo>
                      <a:pt x="139" y="227"/>
                    </a:lnTo>
                    <a:lnTo>
                      <a:pt x="0" y="24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71" name="Freeform 199">
                <a:extLst>
                  <a:ext uri="{FF2B5EF4-FFF2-40B4-BE49-F238E27FC236}">
                    <a16:creationId xmlns:a16="http://schemas.microsoft.com/office/drawing/2014/main" id="{1B5E26EE-1BE7-4775-B77B-6181B10020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9526" y="2090738"/>
                <a:ext cx="93663" cy="117475"/>
              </a:xfrm>
              <a:custGeom>
                <a:avLst/>
                <a:gdLst>
                  <a:gd name="T0" fmla="*/ 35 w 178"/>
                  <a:gd name="T1" fmla="*/ 0 h 224"/>
                  <a:gd name="T2" fmla="*/ 178 w 178"/>
                  <a:gd name="T3" fmla="*/ 198 h 224"/>
                  <a:gd name="T4" fmla="*/ 144 w 178"/>
                  <a:gd name="T5" fmla="*/ 224 h 224"/>
                  <a:gd name="T6" fmla="*/ 0 w 178"/>
                  <a:gd name="T7" fmla="*/ 25 h 224"/>
                  <a:gd name="T8" fmla="*/ 35 w 178"/>
                  <a:gd name="T9" fmla="*/ 0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224">
                    <a:moveTo>
                      <a:pt x="35" y="0"/>
                    </a:moveTo>
                    <a:lnTo>
                      <a:pt x="178" y="198"/>
                    </a:lnTo>
                    <a:lnTo>
                      <a:pt x="144" y="224"/>
                    </a:lnTo>
                    <a:lnTo>
                      <a:pt x="0" y="25"/>
                    </a:lnTo>
                    <a:lnTo>
                      <a:pt x="3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72" name="Freeform 200">
                <a:extLst>
                  <a:ext uri="{FF2B5EF4-FFF2-40B4-BE49-F238E27FC236}">
                    <a16:creationId xmlns:a16="http://schemas.microsoft.com/office/drawing/2014/main" id="{C40C1332-5974-4939-96D4-F09E3E8456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3013" y="2116138"/>
                <a:ext cx="96838" cy="117475"/>
              </a:xfrm>
              <a:custGeom>
                <a:avLst/>
                <a:gdLst>
                  <a:gd name="T0" fmla="*/ 34 w 183"/>
                  <a:gd name="T1" fmla="*/ 0 h 222"/>
                  <a:gd name="T2" fmla="*/ 183 w 183"/>
                  <a:gd name="T3" fmla="*/ 196 h 222"/>
                  <a:gd name="T4" fmla="*/ 148 w 183"/>
                  <a:gd name="T5" fmla="*/ 222 h 222"/>
                  <a:gd name="T6" fmla="*/ 0 w 183"/>
                  <a:gd name="T7" fmla="*/ 27 h 222"/>
                  <a:gd name="T8" fmla="*/ 34 w 183"/>
                  <a:gd name="T9" fmla="*/ 0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3" h="222">
                    <a:moveTo>
                      <a:pt x="34" y="0"/>
                    </a:moveTo>
                    <a:lnTo>
                      <a:pt x="183" y="196"/>
                    </a:lnTo>
                    <a:lnTo>
                      <a:pt x="148" y="222"/>
                    </a:lnTo>
                    <a:lnTo>
                      <a:pt x="0" y="27"/>
                    </a:lnTo>
                    <a:lnTo>
                      <a:pt x="3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73" name="Freeform 201">
                <a:extLst>
                  <a:ext uri="{FF2B5EF4-FFF2-40B4-BE49-F238E27FC236}">
                    <a16:creationId xmlns:a16="http://schemas.microsoft.com/office/drawing/2014/main" id="{78F79193-3952-4D5D-88BF-387D20C6E5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6501" y="2144713"/>
                <a:ext cx="98425" cy="115888"/>
              </a:xfrm>
              <a:custGeom>
                <a:avLst/>
                <a:gdLst>
                  <a:gd name="T0" fmla="*/ 33 w 187"/>
                  <a:gd name="T1" fmla="*/ 0 h 220"/>
                  <a:gd name="T2" fmla="*/ 187 w 187"/>
                  <a:gd name="T3" fmla="*/ 191 h 220"/>
                  <a:gd name="T4" fmla="*/ 153 w 187"/>
                  <a:gd name="T5" fmla="*/ 220 h 220"/>
                  <a:gd name="T6" fmla="*/ 0 w 187"/>
                  <a:gd name="T7" fmla="*/ 29 h 220"/>
                  <a:gd name="T8" fmla="*/ 33 w 187"/>
                  <a:gd name="T9" fmla="*/ 0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7" h="220">
                    <a:moveTo>
                      <a:pt x="33" y="0"/>
                    </a:moveTo>
                    <a:lnTo>
                      <a:pt x="187" y="191"/>
                    </a:lnTo>
                    <a:lnTo>
                      <a:pt x="153" y="220"/>
                    </a:lnTo>
                    <a:lnTo>
                      <a:pt x="0" y="29"/>
                    </a:lnTo>
                    <a:lnTo>
                      <a:pt x="3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74" name="Freeform 202">
                <a:extLst>
                  <a:ext uri="{FF2B5EF4-FFF2-40B4-BE49-F238E27FC236}">
                    <a16:creationId xmlns:a16="http://schemas.microsoft.com/office/drawing/2014/main" id="{7274B718-72A6-4788-8042-8C32D87B01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1576" y="2173288"/>
                <a:ext cx="100013" cy="114300"/>
              </a:xfrm>
              <a:custGeom>
                <a:avLst/>
                <a:gdLst>
                  <a:gd name="T0" fmla="*/ 32 w 190"/>
                  <a:gd name="T1" fmla="*/ 0 h 216"/>
                  <a:gd name="T2" fmla="*/ 190 w 190"/>
                  <a:gd name="T3" fmla="*/ 186 h 216"/>
                  <a:gd name="T4" fmla="*/ 158 w 190"/>
                  <a:gd name="T5" fmla="*/ 216 h 216"/>
                  <a:gd name="T6" fmla="*/ 0 w 190"/>
                  <a:gd name="T7" fmla="*/ 29 h 216"/>
                  <a:gd name="T8" fmla="*/ 32 w 190"/>
                  <a:gd name="T9" fmla="*/ 0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0" h="216">
                    <a:moveTo>
                      <a:pt x="32" y="0"/>
                    </a:moveTo>
                    <a:lnTo>
                      <a:pt x="190" y="186"/>
                    </a:lnTo>
                    <a:lnTo>
                      <a:pt x="158" y="216"/>
                    </a:lnTo>
                    <a:lnTo>
                      <a:pt x="0" y="29"/>
                    </a:lnTo>
                    <a:lnTo>
                      <a:pt x="3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75" name="Freeform 203">
                <a:extLst>
                  <a:ext uri="{FF2B5EF4-FFF2-40B4-BE49-F238E27FC236}">
                    <a16:creationId xmlns:a16="http://schemas.microsoft.com/office/drawing/2014/main" id="{C1F80F39-F2BF-4885-BA81-9CFE9BC594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5063" y="2203451"/>
                <a:ext cx="103188" cy="111125"/>
              </a:xfrm>
              <a:custGeom>
                <a:avLst/>
                <a:gdLst>
                  <a:gd name="T0" fmla="*/ 32 w 195"/>
                  <a:gd name="T1" fmla="*/ 0 h 212"/>
                  <a:gd name="T2" fmla="*/ 195 w 195"/>
                  <a:gd name="T3" fmla="*/ 183 h 212"/>
                  <a:gd name="T4" fmla="*/ 164 w 195"/>
                  <a:gd name="T5" fmla="*/ 212 h 212"/>
                  <a:gd name="T6" fmla="*/ 0 w 195"/>
                  <a:gd name="T7" fmla="*/ 29 h 212"/>
                  <a:gd name="T8" fmla="*/ 32 w 195"/>
                  <a:gd name="T9" fmla="*/ 0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5" h="212">
                    <a:moveTo>
                      <a:pt x="32" y="0"/>
                    </a:moveTo>
                    <a:lnTo>
                      <a:pt x="195" y="183"/>
                    </a:lnTo>
                    <a:lnTo>
                      <a:pt x="164" y="212"/>
                    </a:lnTo>
                    <a:lnTo>
                      <a:pt x="0" y="29"/>
                    </a:lnTo>
                    <a:lnTo>
                      <a:pt x="3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76" name="Freeform 204">
                <a:extLst>
                  <a:ext uri="{FF2B5EF4-FFF2-40B4-BE49-F238E27FC236}">
                    <a16:creationId xmlns:a16="http://schemas.microsoft.com/office/drawing/2014/main" id="{E898F054-6AAF-4B4B-88F4-E75963211D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1726" y="2233613"/>
                <a:ext cx="104775" cy="109538"/>
              </a:xfrm>
              <a:custGeom>
                <a:avLst/>
                <a:gdLst>
                  <a:gd name="T0" fmla="*/ 31 w 199"/>
                  <a:gd name="T1" fmla="*/ 0 h 209"/>
                  <a:gd name="T2" fmla="*/ 199 w 199"/>
                  <a:gd name="T3" fmla="*/ 178 h 209"/>
                  <a:gd name="T4" fmla="*/ 168 w 199"/>
                  <a:gd name="T5" fmla="*/ 209 h 209"/>
                  <a:gd name="T6" fmla="*/ 0 w 199"/>
                  <a:gd name="T7" fmla="*/ 31 h 209"/>
                  <a:gd name="T8" fmla="*/ 31 w 199"/>
                  <a:gd name="T9" fmla="*/ 0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9" h="209">
                    <a:moveTo>
                      <a:pt x="31" y="0"/>
                    </a:moveTo>
                    <a:lnTo>
                      <a:pt x="199" y="178"/>
                    </a:lnTo>
                    <a:lnTo>
                      <a:pt x="168" y="209"/>
                    </a:lnTo>
                    <a:lnTo>
                      <a:pt x="0" y="31"/>
                    </a:ln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77" name="Freeform 206">
                <a:extLst>
                  <a:ext uri="{FF2B5EF4-FFF2-40B4-BE49-F238E27FC236}">
                    <a16:creationId xmlns:a16="http://schemas.microsoft.com/office/drawing/2014/main" id="{C679230C-CB37-4A0C-8932-C1244385DD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79975" y="2265363"/>
                <a:ext cx="106363" cy="107950"/>
              </a:xfrm>
              <a:custGeom>
                <a:avLst/>
                <a:gdLst>
                  <a:gd name="T0" fmla="*/ 29 w 202"/>
                  <a:gd name="T1" fmla="*/ 0 h 203"/>
                  <a:gd name="T2" fmla="*/ 202 w 202"/>
                  <a:gd name="T3" fmla="*/ 173 h 203"/>
                  <a:gd name="T4" fmla="*/ 171 w 202"/>
                  <a:gd name="T5" fmla="*/ 203 h 203"/>
                  <a:gd name="T6" fmla="*/ 0 w 202"/>
                  <a:gd name="T7" fmla="*/ 30 h 203"/>
                  <a:gd name="T8" fmla="*/ 29 w 202"/>
                  <a:gd name="T9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2" h="203">
                    <a:moveTo>
                      <a:pt x="29" y="0"/>
                    </a:moveTo>
                    <a:lnTo>
                      <a:pt x="202" y="173"/>
                    </a:lnTo>
                    <a:lnTo>
                      <a:pt x="171" y="203"/>
                    </a:lnTo>
                    <a:lnTo>
                      <a:pt x="0" y="30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78" name="Freeform 207">
                <a:extLst>
                  <a:ext uri="{FF2B5EF4-FFF2-40B4-BE49-F238E27FC236}">
                    <a16:creationId xmlns:a16="http://schemas.microsoft.com/office/drawing/2014/main" id="{BF99F747-4B69-452B-99EB-4DFAEC8B33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6638" y="2297113"/>
                <a:ext cx="109538" cy="106363"/>
              </a:xfrm>
              <a:custGeom>
                <a:avLst/>
                <a:gdLst>
                  <a:gd name="T0" fmla="*/ 30 w 207"/>
                  <a:gd name="T1" fmla="*/ 0 h 200"/>
                  <a:gd name="T2" fmla="*/ 207 w 207"/>
                  <a:gd name="T3" fmla="*/ 168 h 200"/>
                  <a:gd name="T4" fmla="*/ 177 w 207"/>
                  <a:gd name="T5" fmla="*/ 200 h 200"/>
                  <a:gd name="T6" fmla="*/ 0 w 207"/>
                  <a:gd name="T7" fmla="*/ 31 h 200"/>
                  <a:gd name="T8" fmla="*/ 30 w 207"/>
                  <a:gd name="T9" fmla="*/ 0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7" h="200">
                    <a:moveTo>
                      <a:pt x="30" y="0"/>
                    </a:moveTo>
                    <a:lnTo>
                      <a:pt x="207" y="168"/>
                    </a:lnTo>
                    <a:lnTo>
                      <a:pt x="177" y="200"/>
                    </a:lnTo>
                    <a:lnTo>
                      <a:pt x="0" y="31"/>
                    </a:lnTo>
                    <a:lnTo>
                      <a:pt x="3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79" name="Freeform 208">
                <a:extLst>
                  <a:ext uri="{FF2B5EF4-FFF2-40B4-BE49-F238E27FC236}">
                    <a16:creationId xmlns:a16="http://schemas.microsoft.com/office/drawing/2014/main" id="{7D2DF1FE-9EC3-42FA-B9B1-77B29B8656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4888" y="2330450"/>
                <a:ext cx="111125" cy="104775"/>
              </a:xfrm>
              <a:custGeom>
                <a:avLst/>
                <a:gdLst>
                  <a:gd name="T0" fmla="*/ 29 w 209"/>
                  <a:gd name="T1" fmla="*/ 0 h 196"/>
                  <a:gd name="T2" fmla="*/ 209 w 209"/>
                  <a:gd name="T3" fmla="*/ 164 h 196"/>
                  <a:gd name="T4" fmla="*/ 181 w 209"/>
                  <a:gd name="T5" fmla="*/ 196 h 196"/>
                  <a:gd name="T6" fmla="*/ 0 w 209"/>
                  <a:gd name="T7" fmla="*/ 32 h 196"/>
                  <a:gd name="T8" fmla="*/ 29 w 209"/>
                  <a:gd name="T9" fmla="*/ 0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9" h="196">
                    <a:moveTo>
                      <a:pt x="29" y="0"/>
                    </a:moveTo>
                    <a:lnTo>
                      <a:pt x="209" y="164"/>
                    </a:lnTo>
                    <a:lnTo>
                      <a:pt x="181" y="196"/>
                    </a:lnTo>
                    <a:lnTo>
                      <a:pt x="0" y="32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80" name="Freeform 209">
                <a:extLst>
                  <a:ext uri="{FF2B5EF4-FFF2-40B4-BE49-F238E27FC236}">
                    <a16:creationId xmlns:a16="http://schemas.microsoft.com/office/drawing/2014/main" id="{A3DC4598-CFD0-4A2C-B7F3-0F3F466B32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4725" y="2365375"/>
                <a:ext cx="112713" cy="101600"/>
              </a:xfrm>
              <a:custGeom>
                <a:avLst/>
                <a:gdLst>
                  <a:gd name="T0" fmla="*/ 27 w 212"/>
                  <a:gd name="T1" fmla="*/ 0 h 192"/>
                  <a:gd name="T2" fmla="*/ 212 w 212"/>
                  <a:gd name="T3" fmla="*/ 159 h 192"/>
                  <a:gd name="T4" fmla="*/ 184 w 212"/>
                  <a:gd name="T5" fmla="*/ 192 h 192"/>
                  <a:gd name="T6" fmla="*/ 0 w 212"/>
                  <a:gd name="T7" fmla="*/ 33 h 192"/>
                  <a:gd name="T8" fmla="*/ 27 w 212"/>
                  <a:gd name="T9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2" h="192">
                    <a:moveTo>
                      <a:pt x="27" y="0"/>
                    </a:moveTo>
                    <a:lnTo>
                      <a:pt x="212" y="159"/>
                    </a:lnTo>
                    <a:lnTo>
                      <a:pt x="184" y="192"/>
                    </a:lnTo>
                    <a:lnTo>
                      <a:pt x="0" y="33"/>
                    </a:lnTo>
                    <a:lnTo>
                      <a:pt x="2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81" name="Freeform 210">
                <a:extLst>
                  <a:ext uri="{FF2B5EF4-FFF2-40B4-BE49-F238E27FC236}">
                    <a16:creationId xmlns:a16="http://schemas.microsoft.com/office/drawing/2014/main" id="{0B4A1D60-B230-46A1-8565-81D44D21E0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4563" y="2398713"/>
                <a:ext cx="115888" cy="100013"/>
              </a:xfrm>
              <a:custGeom>
                <a:avLst/>
                <a:gdLst>
                  <a:gd name="T0" fmla="*/ 27 w 217"/>
                  <a:gd name="T1" fmla="*/ 0 h 189"/>
                  <a:gd name="T2" fmla="*/ 217 w 217"/>
                  <a:gd name="T3" fmla="*/ 155 h 189"/>
                  <a:gd name="T4" fmla="*/ 190 w 217"/>
                  <a:gd name="T5" fmla="*/ 189 h 189"/>
                  <a:gd name="T6" fmla="*/ 0 w 217"/>
                  <a:gd name="T7" fmla="*/ 35 h 189"/>
                  <a:gd name="T8" fmla="*/ 27 w 217"/>
                  <a:gd name="T9" fmla="*/ 0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7" h="189">
                    <a:moveTo>
                      <a:pt x="27" y="0"/>
                    </a:moveTo>
                    <a:lnTo>
                      <a:pt x="217" y="155"/>
                    </a:lnTo>
                    <a:lnTo>
                      <a:pt x="190" y="189"/>
                    </a:lnTo>
                    <a:lnTo>
                      <a:pt x="0" y="35"/>
                    </a:lnTo>
                    <a:lnTo>
                      <a:pt x="2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</p:grpSp>
        <p:grpSp>
          <p:nvGrpSpPr>
            <p:cNvPr id="396" name="Group 395">
              <a:extLst>
                <a:ext uri="{FF2B5EF4-FFF2-40B4-BE49-F238E27FC236}">
                  <a16:creationId xmlns:a16="http://schemas.microsoft.com/office/drawing/2014/main" id="{4BD36EAB-0D6D-4534-9F7E-74B0D1AD9E7D}"/>
                </a:ext>
              </a:extLst>
            </p:cNvPr>
            <p:cNvGrpSpPr/>
            <p:nvPr/>
          </p:nvGrpSpPr>
          <p:grpSpPr>
            <a:xfrm>
              <a:off x="6958013" y="2052638"/>
              <a:ext cx="461963" cy="434975"/>
              <a:chOff x="6958013" y="2052638"/>
              <a:chExt cx="461963" cy="434975"/>
            </a:xfrm>
            <a:grpFill/>
          </p:grpSpPr>
          <p:sp>
            <p:nvSpPr>
              <p:cNvPr id="457" name="Freeform 158">
                <a:extLst>
                  <a:ext uri="{FF2B5EF4-FFF2-40B4-BE49-F238E27FC236}">
                    <a16:creationId xmlns:a16="http://schemas.microsoft.com/office/drawing/2014/main" id="{9CDCD5CD-6A63-41E9-BF14-357EC132E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1" y="2382838"/>
                <a:ext cx="111125" cy="104775"/>
              </a:xfrm>
              <a:custGeom>
                <a:avLst/>
                <a:gdLst>
                  <a:gd name="T0" fmla="*/ 208 w 208"/>
                  <a:gd name="T1" fmla="*/ 32 h 197"/>
                  <a:gd name="T2" fmla="*/ 28 w 208"/>
                  <a:gd name="T3" fmla="*/ 197 h 197"/>
                  <a:gd name="T4" fmla="*/ 0 w 208"/>
                  <a:gd name="T5" fmla="*/ 165 h 197"/>
                  <a:gd name="T6" fmla="*/ 180 w 208"/>
                  <a:gd name="T7" fmla="*/ 0 h 197"/>
                  <a:gd name="T8" fmla="*/ 208 w 208"/>
                  <a:gd name="T9" fmla="*/ 32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8" h="197">
                    <a:moveTo>
                      <a:pt x="208" y="32"/>
                    </a:moveTo>
                    <a:lnTo>
                      <a:pt x="28" y="197"/>
                    </a:lnTo>
                    <a:lnTo>
                      <a:pt x="0" y="165"/>
                    </a:lnTo>
                    <a:lnTo>
                      <a:pt x="180" y="0"/>
                    </a:lnTo>
                    <a:lnTo>
                      <a:pt x="208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58" name="Freeform 159">
                <a:extLst>
                  <a:ext uri="{FF2B5EF4-FFF2-40B4-BE49-F238E27FC236}">
                    <a16:creationId xmlns:a16="http://schemas.microsoft.com/office/drawing/2014/main" id="{6C545065-2AF3-4AA9-8B29-028C382DFC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80276" y="2347913"/>
                <a:ext cx="109538" cy="107950"/>
              </a:xfrm>
              <a:custGeom>
                <a:avLst/>
                <a:gdLst>
                  <a:gd name="T0" fmla="*/ 205 w 205"/>
                  <a:gd name="T1" fmla="*/ 31 h 203"/>
                  <a:gd name="T2" fmla="*/ 30 w 205"/>
                  <a:gd name="T3" fmla="*/ 203 h 203"/>
                  <a:gd name="T4" fmla="*/ 0 w 205"/>
                  <a:gd name="T5" fmla="*/ 171 h 203"/>
                  <a:gd name="T6" fmla="*/ 176 w 205"/>
                  <a:gd name="T7" fmla="*/ 0 h 203"/>
                  <a:gd name="T8" fmla="*/ 205 w 205"/>
                  <a:gd name="T9" fmla="*/ 31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5" h="203">
                    <a:moveTo>
                      <a:pt x="205" y="31"/>
                    </a:moveTo>
                    <a:lnTo>
                      <a:pt x="30" y="203"/>
                    </a:lnTo>
                    <a:lnTo>
                      <a:pt x="0" y="171"/>
                    </a:lnTo>
                    <a:lnTo>
                      <a:pt x="176" y="0"/>
                    </a:lnTo>
                    <a:lnTo>
                      <a:pt x="205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59" name="Freeform 160">
                <a:extLst>
                  <a:ext uri="{FF2B5EF4-FFF2-40B4-BE49-F238E27FC236}">
                    <a16:creationId xmlns:a16="http://schemas.microsoft.com/office/drawing/2014/main" id="{45814F4B-A06C-4CAD-82FE-795DCC72A0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53288" y="2314576"/>
                <a:ext cx="104775" cy="109538"/>
              </a:xfrm>
              <a:custGeom>
                <a:avLst/>
                <a:gdLst>
                  <a:gd name="T0" fmla="*/ 199 w 199"/>
                  <a:gd name="T1" fmla="*/ 31 h 206"/>
                  <a:gd name="T2" fmla="*/ 29 w 199"/>
                  <a:gd name="T3" fmla="*/ 206 h 206"/>
                  <a:gd name="T4" fmla="*/ 0 w 199"/>
                  <a:gd name="T5" fmla="*/ 176 h 206"/>
                  <a:gd name="T6" fmla="*/ 170 w 199"/>
                  <a:gd name="T7" fmla="*/ 0 h 206"/>
                  <a:gd name="T8" fmla="*/ 199 w 199"/>
                  <a:gd name="T9" fmla="*/ 31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9" h="206">
                    <a:moveTo>
                      <a:pt x="199" y="31"/>
                    </a:moveTo>
                    <a:lnTo>
                      <a:pt x="29" y="206"/>
                    </a:lnTo>
                    <a:lnTo>
                      <a:pt x="0" y="176"/>
                    </a:lnTo>
                    <a:lnTo>
                      <a:pt x="170" y="0"/>
                    </a:lnTo>
                    <a:lnTo>
                      <a:pt x="199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60" name="Freeform 161">
                <a:extLst>
                  <a:ext uri="{FF2B5EF4-FFF2-40B4-BE49-F238E27FC236}">
                    <a16:creationId xmlns:a16="http://schemas.microsoft.com/office/drawing/2014/main" id="{9FBC48EB-A347-412D-AD8E-67BC4745A3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3126" y="2282826"/>
                <a:ext cx="104775" cy="109538"/>
              </a:xfrm>
              <a:custGeom>
                <a:avLst/>
                <a:gdLst>
                  <a:gd name="T0" fmla="*/ 198 w 198"/>
                  <a:gd name="T1" fmla="*/ 29 h 208"/>
                  <a:gd name="T2" fmla="*/ 31 w 198"/>
                  <a:gd name="T3" fmla="*/ 208 h 208"/>
                  <a:gd name="T4" fmla="*/ 0 w 198"/>
                  <a:gd name="T5" fmla="*/ 179 h 208"/>
                  <a:gd name="T6" fmla="*/ 166 w 198"/>
                  <a:gd name="T7" fmla="*/ 0 h 208"/>
                  <a:gd name="T8" fmla="*/ 198 w 198"/>
                  <a:gd name="T9" fmla="*/ 29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" h="208">
                    <a:moveTo>
                      <a:pt x="198" y="29"/>
                    </a:moveTo>
                    <a:lnTo>
                      <a:pt x="31" y="208"/>
                    </a:lnTo>
                    <a:lnTo>
                      <a:pt x="0" y="179"/>
                    </a:lnTo>
                    <a:lnTo>
                      <a:pt x="166" y="0"/>
                    </a:lnTo>
                    <a:lnTo>
                      <a:pt x="198" y="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61" name="Freeform 162">
                <a:extLst>
                  <a:ext uri="{FF2B5EF4-FFF2-40B4-BE49-F238E27FC236}">
                    <a16:creationId xmlns:a16="http://schemas.microsoft.com/office/drawing/2014/main" id="{DBC75BE9-2020-4287-9BE2-AFC2D5B661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1376" y="2249488"/>
                <a:ext cx="103188" cy="112713"/>
              </a:xfrm>
              <a:custGeom>
                <a:avLst/>
                <a:gdLst>
                  <a:gd name="T0" fmla="*/ 194 w 194"/>
                  <a:gd name="T1" fmla="*/ 29 h 213"/>
                  <a:gd name="T2" fmla="*/ 32 w 194"/>
                  <a:gd name="T3" fmla="*/ 213 h 213"/>
                  <a:gd name="T4" fmla="*/ 0 w 194"/>
                  <a:gd name="T5" fmla="*/ 184 h 213"/>
                  <a:gd name="T6" fmla="*/ 162 w 194"/>
                  <a:gd name="T7" fmla="*/ 0 h 213"/>
                  <a:gd name="T8" fmla="*/ 194 w 194"/>
                  <a:gd name="T9" fmla="*/ 29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4" h="213">
                    <a:moveTo>
                      <a:pt x="194" y="29"/>
                    </a:moveTo>
                    <a:lnTo>
                      <a:pt x="32" y="213"/>
                    </a:lnTo>
                    <a:lnTo>
                      <a:pt x="0" y="184"/>
                    </a:lnTo>
                    <a:lnTo>
                      <a:pt x="162" y="0"/>
                    </a:lnTo>
                    <a:lnTo>
                      <a:pt x="194" y="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62" name="Freeform 163">
                <a:extLst>
                  <a:ext uri="{FF2B5EF4-FFF2-40B4-BE49-F238E27FC236}">
                    <a16:creationId xmlns:a16="http://schemas.microsoft.com/office/drawing/2014/main" id="{315287FF-03B0-4E2C-A894-A7D2470317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59626" y="2219326"/>
                <a:ext cx="101600" cy="114300"/>
              </a:xfrm>
              <a:custGeom>
                <a:avLst/>
                <a:gdLst>
                  <a:gd name="T0" fmla="*/ 190 w 190"/>
                  <a:gd name="T1" fmla="*/ 29 h 217"/>
                  <a:gd name="T2" fmla="*/ 34 w 190"/>
                  <a:gd name="T3" fmla="*/ 217 h 217"/>
                  <a:gd name="T4" fmla="*/ 0 w 190"/>
                  <a:gd name="T5" fmla="*/ 189 h 217"/>
                  <a:gd name="T6" fmla="*/ 157 w 190"/>
                  <a:gd name="T7" fmla="*/ 0 h 217"/>
                  <a:gd name="T8" fmla="*/ 190 w 190"/>
                  <a:gd name="T9" fmla="*/ 29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0" h="217">
                    <a:moveTo>
                      <a:pt x="190" y="29"/>
                    </a:moveTo>
                    <a:lnTo>
                      <a:pt x="34" y="217"/>
                    </a:lnTo>
                    <a:lnTo>
                      <a:pt x="0" y="189"/>
                    </a:lnTo>
                    <a:lnTo>
                      <a:pt x="157" y="0"/>
                    </a:lnTo>
                    <a:lnTo>
                      <a:pt x="190" y="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63" name="Freeform 164">
                <a:extLst>
                  <a:ext uri="{FF2B5EF4-FFF2-40B4-BE49-F238E27FC236}">
                    <a16:creationId xmlns:a16="http://schemas.microsoft.com/office/drawing/2014/main" id="{ED8E9987-04FF-4EC3-916D-7882BD3977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27876" y="2189163"/>
                <a:ext cx="98425" cy="115888"/>
              </a:xfrm>
              <a:custGeom>
                <a:avLst/>
                <a:gdLst>
                  <a:gd name="T0" fmla="*/ 185 w 185"/>
                  <a:gd name="T1" fmla="*/ 27 h 219"/>
                  <a:gd name="T2" fmla="*/ 33 w 185"/>
                  <a:gd name="T3" fmla="*/ 219 h 219"/>
                  <a:gd name="T4" fmla="*/ 0 w 185"/>
                  <a:gd name="T5" fmla="*/ 192 h 219"/>
                  <a:gd name="T6" fmla="*/ 151 w 185"/>
                  <a:gd name="T7" fmla="*/ 0 h 219"/>
                  <a:gd name="T8" fmla="*/ 185 w 185"/>
                  <a:gd name="T9" fmla="*/ 27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219">
                    <a:moveTo>
                      <a:pt x="185" y="27"/>
                    </a:moveTo>
                    <a:lnTo>
                      <a:pt x="33" y="219"/>
                    </a:lnTo>
                    <a:lnTo>
                      <a:pt x="0" y="192"/>
                    </a:lnTo>
                    <a:lnTo>
                      <a:pt x="151" y="0"/>
                    </a:lnTo>
                    <a:lnTo>
                      <a:pt x="185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64" name="Freeform 165">
                <a:extLst>
                  <a:ext uri="{FF2B5EF4-FFF2-40B4-BE49-F238E27FC236}">
                    <a16:creationId xmlns:a16="http://schemas.microsoft.com/office/drawing/2014/main" id="{74498724-605B-4601-B165-37460B8167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96126" y="2160588"/>
                <a:ext cx="95250" cy="117475"/>
              </a:xfrm>
              <a:custGeom>
                <a:avLst/>
                <a:gdLst>
                  <a:gd name="T0" fmla="*/ 180 w 180"/>
                  <a:gd name="T1" fmla="*/ 25 h 222"/>
                  <a:gd name="T2" fmla="*/ 33 w 180"/>
                  <a:gd name="T3" fmla="*/ 222 h 222"/>
                  <a:gd name="T4" fmla="*/ 0 w 180"/>
                  <a:gd name="T5" fmla="*/ 196 h 222"/>
                  <a:gd name="T6" fmla="*/ 146 w 180"/>
                  <a:gd name="T7" fmla="*/ 0 h 222"/>
                  <a:gd name="T8" fmla="*/ 180 w 180"/>
                  <a:gd name="T9" fmla="*/ 25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222">
                    <a:moveTo>
                      <a:pt x="180" y="25"/>
                    </a:moveTo>
                    <a:lnTo>
                      <a:pt x="33" y="222"/>
                    </a:lnTo>
                    <a:lnTo>
                      <a:pt x="0" y="196"/>
                    </a:lnTo>
                    <a:lnTo>
                      <a:pt x="146" y="0"/>
                    </a:lnTo>
                    <a:lnTo>
                      <a:pt x="180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65" name="Freeform 166">
                <a:extLst>
                  <a:ext uri="{FF2B5EF4-FFF2-40B4-BE49-F238E27FC236}">
                    <a16:creationId xmlns:a16="http://schemas.microsoft.com/office/drawing/2014/main" id="{14DE8665-8037-4959-A616-0C2F49ED75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2788" y="2132013"/>
                <a:ext cx="92075" cy="119063"/>
              </a:xfrm>
              <a:custGeom>
                <a:avLst/>
                <a:gdLst>
                  <a:gd name="T0" fmla="*/ 176 w 176"/>
                  <a:gd name="T1" fmla="*/ 26 h 226"/>
                  <a:gd name="T2" fmla="*/ 34 w 176"/>
                  <a:gd name="T3" fmla="*/ 226 h 226"/>
                  <a:gd name="T4" fmla="*/ 0 w 176"/>
                  <a:gd name="T5" fmla="*/ 200 h 226"/>
                  <a:gd name="T6" fmla="*/ 142 w 176"/>
                  <a:gd name="T7" fmla="*/ 0 h 226"/>
                  <a:gd name="T8" fmla="*/ 176 w 176"/>
                  <a:gd name="T9" fmla="*/ 26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226">
                    <a:moveTo>
                      <a:pt x="176" y="26"/>
                    </a:moveTo>
                    <a:lnTo>
                      <a:pt x="34" y="226"/>
                    </a:lnTo>
                    <a:lnTo>
                      <a:pt x="0" y="200"/>
                    </a:lnTo>
                    <a:lnTo>
                      <a:pt x="142" y="0"/>
                    </a:lnTo>
                    <a:lnTo>
                      <a:pt x="176" y="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66" name="Freeform 167">
                <a:extLst>
                  <a:ext uri="{FF2B5EF4-FFF2-40B4-BE49-F238E27FC236}">
                    <a16:creationId xmlns:a16="http://schemas.microsoft.com/office/drawing/2014/main" id="{0B6EAC66-7DBC-401E-BC93-86C2231827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27863" y="2105026"/>
                <a:ext cx="90488" cy="120650"/>
              </a:xfrm>
              <a:custGeom>
                <a:avLst/>
                <a:gdLst>
                  <a:gd name="T0" fmla="*/ 172 w 172"/>
                  <a:gd name="T1" fmla="*/ 24 h 228"/>
                  <a:gd name="T2" fmla="*/ 35 w 172"/>
                  <a:gd name="T3" fmla="*/ 228 h 228"/>
                  <a:gd name="T4" fmla="*/ 0 w 172"/>
                  <a:gd name="T5" fmla="*/ 204 h 228"/>
                  <a:gd name="T6" fmla="*/ 136 w 172"/>
                  <a:gd name="T7" fmla="*/ 0 h 228"/>
                  <a:gd name="T8" fmla="*/ 172 w 172"/>
                  <a:gd name="T9" fmla="*/ 24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2" h="228">
                    <a:moveTo>
                      <a:pt x="172" y="24"/>
                    </a:moveTo>
                    <a:lnTo>
                      <a:pt x="35" y="228"/>
                    </a:lnTo>
                    <a:lnTo>
                      <a:pt x="0" y="204"/>
                    </a:lnTo>
                    <a:lnTo>
                      <a:pt x="136" y="0"/>
                    </a:lnTo>
                    <a:lnTo>
                      <a:pt x="172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67" name="Freeform 168">
                <a:extLst>
                  <a:ext uri="{FF2B5EF4-FFF2-40B4-BE49-F238E27FC236}">
                    <a16:creationId xmlns:a16="http://schemas.microsoft.com/office/drawing/2014/main" id="{5364FF93-D2F1-40A9-B678-C80CF557A9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2938" y="2078038"/>
                <a:ext cx="88900" cy="122238"/>
              </a:xfrm>
              <a:custGeom>
                <a:avLst/>
                <a:gdLst>
                  <a:gd name="T0" fmla="*/ 167 w 167"/>
                  <a:gd name="T1" fmla="*/ 23 h 230"/>
                  <a:gd name="T2" fmla="*/ 36 w 167"/>
                  <a:gd name="T3" fmla="*/ 230 h 230"/>
                  <a:gd name="T4" fmla="*/ 0 w 167"/>
                  <a:gd name="T5" fmla="*/ 207 h 230"/>
                  <a:gd name="T6" fmla="*/ 131 w 167"/>
                  <a:gd name="T7" fmla="*/ 0 h 230"/>
                  <a:gd name="T8" fmla="*/ 167 w 167"/>
                  <a:gd name="T9" fmla="*/ 23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7" h="230">
                    <a:moveTo>
                      <a:pt x="167" y="23"/>
                    </a:moveTo>
                    <a:lnTo>
                      <a:pt x="36" y="230"/>
                    </a:lnTo>
                    <a:lnTo>
                      <a:pt x="0" y="207"/>
                    </a:lnTo>
                    <a:lnTo>
                      <a:pt x="131" y="0"/>
                    </a:lnTo>
                    <a:lnTo>
                      <a:pt x="167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68" name="Freeform 169">
                <a:extLst>
                  <a:ext uri="{FF2B5EF4-FFF2-40B4-BE49-F238E27FC236}">
                    <a16:creationId xmlns:a16="http://schemas.microsoft.com/office/drawing/2014/main" id="{ECDEA28F-E27A-4362-B701-C3B94DFF0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58013" y="2052638"/>
                <a:ext cx="85725" cy="123825"/>
              </a:xfrm>
              <a:custGeom>
                <a:avLst/>
                <a:gdLst>
                  <a:gd name="T0" fmla="*/ 163 w 163"/>
                  <a:gd name="T1" fmla="*/ 22 h 234"/>
                  <a:gd name="T2" fmla="*/ 37 w 163"/>
                  <a:gd name="T3" fmla="*/ 234 h 234"/>
                  <a:gd name="T4" fmla="*/ 0 w 163"/>
                  <a:gd name="T5" fmla="*/ 211 h 234"/>
                  <a:gd name="T6" fmla="*/ 127 w 163"/>
                  <a:gd name="T7" fmla="*/ 0 h 234"/>
                  <a:gd name="T8" fmla="*/ 163 w 163"/>
                  <a:gd name="T9" fmla="*/ 22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3" h="234">
                    <a:moveTo>
                      <a:pt x="163" y="22"/>
                    </a:moveTo>
                    <a:lnTo>
                      <a:pt x="37" y="234"/>
                    </a:lnTo>
                    <a:lnTo>
                      <a:pt x="0" y="211"/>
                    </a:lnTo>
                    <a:lnTo>
                      <a:pt x="127" y="0"/>
                    </a:lnTo>
                    <a:lnTo>
                      <a:pt x="163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</p:grp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5F80B753-05F3-49DD-AE88-59DA4C95B7ED}"/>
                </a:ext>
              </a:extLst>
            </p:cNvPr>
            <p:cNvGrpSpPr/>
            <p:nvPr/>
          </p:nvGrpSpPr>
          <p:grpSpPr>
            <a:xfrm>
              <a:off x="5845176" y="1779588"/>
              <a:ext cx="566737" cy="157163"/>
              <a:chOff x="5845176" y="1779588"/>
              <a:chExt cx="566737" cy="157163"/>
            </a:xfrm>
            <a:grpFill/>
          </p:grpSpPr>
          <p:sp>
            <p:nvSpPr>
              <p:cNvPr id="444" name="Freeform 184">
                <a:extLst>
                  <a:ext uri="{FF2B5EF4-FFF2-40B4-BE49-F238E27FC236}">
                    <a16:creationId xmlns:a16="http://schemas.microsoft.com/office/drawing/2014/main" id="{8137ABCB-1F97-4928-AE2B-5C9A368B1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0638" y="1804988"/>
                <a:ext cx="41275" cy="131763"/>
              </a:xfrm>
              <a:custGeom>
                <a:avLst/>
                <a:gdLst>
                  <a:gd name="T0" fmla="*/ 79 w 79"/>
                  <a:gd name="T1" fmla="*/ 7 h 251"/>
                  <a:gd name="T2" fmla="*/ 42 w 79"/>
                  <a:gd name="T3" fmla="*/ 251 h 251"/>
                  <a:gd name="T4" fmla="*/ 0 w 79"/>
                  <a:gd name="T5" fmla="*/ 245 h 251"/>
                  <a:gd name="T6" fmla="*/ 37 w 79"/>
                  <a:gd name="T7" fmla="*/ 0 h 251"/>
                  <a:gd name="T8" fmla="*/ 79 w 79"/>
                  <a:gd name="T9" fmla="*/ 7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251">
                    <a:moveTo>
                      <a:pt x="79" y="7"/>
                    </a:moveTo>
                    <a:lnTo>
                      <a:pt x="42" y="251"/>
                    </a:lnTo>
                    <a:lnTo>
                      <a:pt x="0" y="245"/>
                    </a:lnTo>
                    <a:lnTo>
                      <a:pt x="37" y="0"/>
                    </a:lnTo>
                    <a:lnTo>
                      <a:pt x="79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45" name="Freeform 185">
                <a:extLst>
                  <a:ext uri="{FF2B5EF4-FFF2-40B4-BE49-F238E27FC236}">
                    <a16:creationId xmlns:a16="http://schemas.microsoft.com/office/drawing/2014/main" id="{71DB9041-0379-4DAE-BCDD-841478A4D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7776" y="1797051"/>
                <a:ext cx="39688" cy="133350"/>
              </a:xfrm>
              <a:custGeom>
                <a:avLst/>
                <a:gdLst>
                  <a:gd name="T0" fmla="*/ 73 w 73"/>
                  <a:gd name="T1" fmla="*/ 6 h 250"/>
                  <a:gd name="T2" fmla="*/ 44 w 73"/>
                  <a:gd name="T3" fmla="*/ 250 h 250"/>
                  <a:gd name="T4" fmla="*/ 0 w 73"/>
                  <a:gd name="T5" fmla="*/ 244 h 250"/>
                  <a:gd name="T6" fmla="*/ 31 w 73"/>
                  <a:gd name="T7" fmla="*/ 0 h 250"/>
                  <a:gd name="T8" fmla="*/ 73 w 73"/>
                  <a:gd name="T9" fmla="*/ 6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250">
                    <a:moveTo>
                      <a:pt x="73" y="6"/>
                    </a:moveTo>
                    <a:lnTo>
                      <a:pt x="44" y="250"/>
                    </a:lnTo>
                    <a:lnTo>
                      <a:pt x="0" y="244"/>
                    </a:lnTo>
                    <a:lnTo>
                      <a:pt x="31" y="0"/>
                    </a:lnTo>
                    <a:lnTo>
                      <a:pt x="73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46" name="Freeform 186">
                <a:extLst>
                  <a:ext uri="{FF2B5EF4-FFF2-40B4-BE49-F238E27FC236}">
                    <a16:creationId xmlns:a16="http://schemas.microsoft.com/office/drawing/2014/main" id="{29838D7B-130D-4754-A829-BDBFA09AA0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86501" y="1792288"/>
                <a:ext cx="36513" cy="131763"/>
              </a:xfrm>
              <a:custGeom>
                <a:avLst/>
                <a:gdLst>
                  <a:gd name="T0" fmla="*/ 67 w 67"/>
                  <a:gd name="T1" fmla="*/ 4 h 249"/>
                  <a:gd name="T2" fmla="*/ 42 w 67"/>
                  <a:gd name="T3" fmla="*/ 249 h 249"/>
                  <a:gd name="T4" fmla="*/ 0 w 67"/>
                  <a:gd name="T5" fmla="*/ 245 h 249"/>
                  <a:gd name="T6" fmla="*/ 24 w 67"/>
                  <a:gd name="T7" fmla="*/ 0 h 249"/>
                  <a:gd name="T8" fmla="*/ 67 w 67"/>
                  <a:gd name="T9" fmla="*/ 4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" h="249">
                    <a:moveTo>
                      <a:pt x="67" y="4"/>
                    </a:moveTo>
                    <a:lnTo>
                      <a:pt x="42" y="249"/>
                    </a:lnTo>
                    <a:lnTo>
                      <a:pt x="0" y="245"/>
                    </a:lnTo>
                    <a:lnTo>
                      <a:pt x="24" y="0"/>
                    </a:lnTo>
                    <a:lnTo>
                      <a:pt x="67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47" name="Freeform 187">
                <a:extLst>
                  <a:ext uri="{FF2B5EF4-FFF2-40B4-BE49-F238E27FC236}">
                    <a16:creationId xmlns:a16="http://schemas.microsoft.com/office/drawing/2014/main" id="{5ED12715-31FF-4520-A3C4-2A687197DB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5226" y="1785938"/>
                <a:ext cx="31750" cy="133350"/>
              </a:xfrm>
              <a:custGeom>
                <a:avLst/>
                <a:gdLst>
                  <a:gd name="T0" fmla="*/ 61 w 61"/>
                  <a:gd name="T1" fmla="*/ 3 h 250"/>
                  <a:gd name="T2" fmla="*/ 43 w 61"/>
                  <a:gd name="T3" fmla="*/ 250 h 250"/>
                  <a:gd name="T4" fmla="*/ 0 w 61"/>
                  <a:gd name="T5" fmla="*/ 246 h 250"/>
                  <a:gd name="T6" fmla="*/ 18 w 61"/>
                  <a:gd name="T7" fmla="*/ 0 h 250"/>
                  <a:gd name="T8" fmla="*/ 61 w 61"/>
                  <a:gd name="T9" fmla="*/ 3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" h="250">
                    <a:moveTo>
                      <a:pt x="61" y="3"/>
                    </a:moveTo>
                    <a:lnTo>
                      <a:pt x="43" y="250"/>
                    </a:lnTo>
                    <a:lnTo>
                      <a:pt x="0" y="246"/>
                    </a:lnTo>
                    <a:lnTo>
                      <a:pt x="18" y="0"/>
                    </a:lnTo>
                    <a:lnTo>
                      <a:pt x="61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48" name="Freeform 188">
                <a:extLst>
                  <a:ext uri="{FF2B5EF4-FFF2-40B4-BE49-F238E27FC236}">
                    <a16:creationId xmlns:a16="http://schemas.microsoft.com/office/drawing/2014/main" id="{675B7914-D4E0-4053-916E-B773AA687C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02363" y="1782763"/>
                <a:ext cx="28575" cy="131763"/>
              </a:xfrm>
              <a:custGeom>
                <a:avLst/>
                <a:gdLst>
                  <a:gd name="T0" fmla="*/ 54 w 54"/>
                  <a:gd name="T1" fmla="*/ 3 h 249"/>
                  <a:gd name="T2" fmla="*/ 42 w 54"/>
                  <a:gd name="T3" fmla="*/ 249 h 249"/>
                  <a:gd name="T4" fmla="*/ 0 w 54"/>
                  <a:gd name="T5" fmla="*/ 246 h 249"/>
                  <a:gd name="T6" fmla="*/ 12 w 54"/>
                  <a:gd name="T7" fmla="*/ 0 h 249"/>
                  <a:gd name="T8" fmla="*/ 54 w 54"/>
                  <a:gd name="T9" fmla="*/ 3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249">
                    <a:moveTo>
                      <a:pt x="54" y="3"/>
                    </a:moveTo>
                    <a:lnTo>
                      <a:pt x="42" y="249"/>
                    </a:lnTo>
                    <a:lnTo>
                      <a:pt x="0" y="246"/>
                    </a:lnTo>
                    <a:lnTo>
                      <a:pt x="12" y="0"/>
                    </a:lnTo>
                    <a:lnTo>
                      <a:pt x="54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49" name="Freeform 189">
                <a:extLst>
                  <a:ext uri="{FF2B5EF4-FFF2-40B4-BE49-F238E27FC236}">
                    <a16:creationId xmlns:a16="http://schemas.microsoft.com/office/drawing/2014/main" id="{11321EB9-D79F-484D-A8E8-90172DD347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59501" y="1779588"/>
                <a:ext cx="26988" cy="131763"/>
              </a:xfrm>
              <a:custGeom>
                <a:avLst/>
                <a:gdLst>
                  <a:gd name="T0" fmla="*/ 49 w 49"/>
                  <a:gd name="T1" fmla="*/ 1 h 249"/>
                  <a:gd name="T2" fmla="*/ 44 w 49"/>
                  <a:gd name="T3" fmla="*/ 249 h 249"/>
                  <a:gd name="T4" fmla="*/ 0 w 49"/>
                  <a:gd name="T5" fmla="*/ 247 h 249"/>
                  <a:gd name="T6" fmla="*/ 5 w 49"/>
                  <a:gd name="T7" fmla="*/ 0 h 249"/>
                  <a:gd name="T8" fmla="*/ 49 w 49"/>
                  <a:gd name="T9" fmla="*/ 1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249">
                    <a:moveTo>
                      <a:pt x="49" y="1"/>
                    </a:moveTo>
                    <a:lnTo>
                      <a:pt x="44" y="249"/>
                    </a:lnTo>
                    <a:lnTo>
                      <a:pt x="0" y="247"/>
                    </a:lnTo>
                    <a:lnTo>
                      <a:pt x="5" y="0"/>
                    </a:lnTo>
                    <a:lnTo>
                      <a:pt x="49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50" name="Freeform 190">
                <a:extLst>
                  <a:ext uri="{FF2B5EF4-FFF2-40B4-BE49-F238E27FC236}">
                    <a16:creationId xmlns:a16="http://schemas.microsoft.com/office/drawing/2014/main" id="{0CADE963-70D9-4CE4-B29E-FBD3D71C14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18226" y="1779588"/>
                <a:ext cx="22225" cy="130175"/>
              </a:xfrm>
              <a:custGeom>
                <a:avLst/>
                <a:gdLst>
                  <a:gd name="T0" fmla="*/ 43 w 43"/>
                  <a:gd name="T1" fmla="*/ 0 h 247"/>
                  <a:gd name="T2" fmla="*/ 43 w 43"/>
                  <a:gd name="T3" fmla="*/ 247 h 247"/>
                  <a:gd name="T4" fmla="*/ 1 w 43"/>
                  <a:gd name="T5" fmla="*/ 247 h 247"/>
                  <a:gd name="T6" fmla="*/ 0 w 43"/>
                  <a:gd name="T7" fmla="*/ 1 h 247"/>
                  <a:gd name="T8" fmla="*/ 43 w 43"/>
                  <a:gd name="T9" fmla="*/ 0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247">
                    <a:moveTo>
                      <a:pt x="43" y="0"/>
                    </a:moveTo>
                    <a:lnTo>
                      <a:pt x="43" y="247"/>
                    </a:lnTo>
                    <a:lnTo>
                      <a:pt x="1" y="247"/>
                    </a:lnTo>
                    <a:lnTo>
                      <a:pt x="0" y="1"/>
                    </a:lnTo>
                    <a:lnTo>
                      <a:pt x="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51" name="Freeform 191">
                <a:extLst>
                  <a:ext uri="{FF2B5EF4-FFF2-40B4-BE49-F238E27FC236}">
                    <a16:creationId xmlns:a16="http://schemas.microsoft.com/office/drawing/2014/main" id="{F720EB4F-699F-49E6-9816-317589885A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2188" y="1779588"/>
                <a:ext cx="26988" cy="130175"/>
              </a:xfrm>
              <a:custGeom>
                <a:avLst/>
                <a:gdLst>
                  <a:gd name="T0" fmla="*/ 42 w 50"/>
                  <a:gd name="T1" fmla="*/ 0 h 247"/>
                  <a:gd name="T2" fmla="*/ 50 w 50"/>
                  <a:gd name="T3" fmla="*/ 246 h 247"/>
                  <a:gd name="T4" fmla="*/ 7 w 50"/>
                  <a:gd name="T5" fmla="*/ 247 h 247"/>
                  <a:gd name="T6" fmla="*/ 0 w 50"/>
                  <a:gd name="T7" fmla="*/ 1 h 247"/>
                  <a:gd name="T8" fmla="*/ 42 w 50"/>
                  <a:gd name="T9" fmla="*/ 0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247">
                    <a:moveTo>
                      <a:pt x="42" y="0"/>
                    </a:moveTo>
                    <a:lnTo>
                      <a:pt x="50" y="246"/>
                    </a:lnTo>
                    <a:lnTo>
                      <a:pt x="7" y="247"/>
                    </a:lnTo>
                    <a:lnTo>
                      <a:pt x="0" y="1"/>
                    </a:lnTo>
                    <a:lnTo>
                      <a:pt x="4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52" name="Freeform 192">
                <a:extLst>
                  <a:ext uri="{FF2B5EF4-FFF2-40B4-BE49-F238E27FC236}">
                    <a16:creationId xmlns:a16="http://schemas.microsoft.com/office/drawing/2014/main" id="{91B892F5-3E4F-4D69-8D3F-C89427D5F1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26151" y="1779588"/>
                <a:ext cx="30163" cy="130175"/>
              </a:xfrm>
              <a:custGeom>
                <a:avLst/>
                <a:gdLst>
                  <a:gd name="T0" fmla="*/ 42 w 56"/>
                  <a:gd name="T1" fmla="*/ 0 h 248"/>
                  <a:gd name="T2" fmla="*/ 56 w 56"/>
                  <a:gd name="T3" fmla="*/ 247 h 248"/>
                  <a:gd name="T4" fmla="*/ 14 w 56"/>
                  <a:gd name="T5" fmla="*/ 248 h 248"/>
                  <a:gd name="T6" fmla="*/ 0 w 56"/>
                  <a:gd name="T7" fmla="*/ 2 h 248"/>
                  <a:gd name="T8" fmla="*/ 42 w 56"/>
                  <a:gd name="T9" fmla="*/ 0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248">
                    <a:moveTo>
                      <a:pt x="42" y="0"/>
                    </a:moveTo>
                    <a:lnTo>
                      <a:pt x="56" y="247"/>
                    </a:lnTo>
                    <a:lnTo>
                      <a:pt x="14" y="248"/>
                    </a:lnTo>
                    <a:lnTo>
                      <a:pt x="0" y="2"/>
                    </a:lnTo>
                    <a:lnTo>
                      <a:pt x="4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53" name="Freeform 193">
                <a:extLst>
                  <a:ext uri="{FF2B5EF4-FFF2-40B4-BE49-F238E27FC236}">
                    <a16:creationId xmlns:a16="http://schemas.microsoft.com/office/drawing/2014/main" id="{1411D902-84DC-4B0B-B63B-E394DBF7BA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81701" y="1781176"/>
                <a:ext cx="33338" cy="131763"/>
              </a:xfrm>
              <a:custGeom>
                <a:avLst/>
                <a:gdLst>
                  <a:gd name="T0" fmla="*/ 42 w 63"/>
                  <a:gd name="T1" fmla="*/ 0 h 250"/>
                  <a:gd name="T2" fmla="*/ 63 w 63"/>
                  <a:gd name="T3" fmla="*/ 246 h 250"/>
                  <a:gd name="T4" fmla="*/ 19 w 63"/>
                  <a:gd name="T5" fmla="*/ 250 h 250"/>
                  <a:gd name="T6" fmla="*/ 0 w 63"/>
                  <a:gd name="T7" fmla="*/ 4 h 250"/>
                  <a:gd name="T8" fmla="*/ 42 w 63"/>
                  <a:gd name="T9" fmla="*/ 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250">
                    <a:moveTo>
                      <a:pt x="42" y="0"/>
                    </a:moveTo>
                    <a:lnTo>
                      <a:pt x="63" y="246"/>
                    </a:lnTo>
                    <a:lnTo>
                      <a:pt x="19" y="250"/>
                    </a:lnTo>
                    <a:lnTo>
                      <a:pt x="0" y="4"/>
                    </a:lnTo>
                    <a:lnTo>
                      <a:pt x="4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54" name="Freeform 194">
                <a:extLst>
                  <a:ext uri="{FF2B5EF4-FFF2-40B4-BE49-F238E27FC236}">
                    <a16:creationId xmlns:a16="http://schemas.microsoft.com/office/drawing/2014/main" id="{58FCDE77-1EDF-43F4-ACAD-CE0DF1D4F3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5663" y="1784351"/>
                <a:ext cx="36513" cy="131763"/>
              </a:xfrm>
              <a:custGeom>
                <a:avLst/>
                <a:gdLst>
                  <a:gd name="T0" fmla="*/ 42 w 68"/>
                  <a:gd name="T1" fmla="*/ 0 h 250"/>
                  <a:gd name="T2" fmla="*/ 68 w 68"/>
                  <a:gd name="T3" fmla="*/ 245 h 250"/>
                  <a:gd name="T4" fmla="*/ 26 w 68"/>
                  <a:gd name="T5" fmla="*/ 250 h 250"/>
                  <a:gd name="T6" fmla="*/ 0 w 68"/>
                  <a:gd name="T7" fmla="*/ 4 h 250"/>
                  <a:gd name="T8" fmla="*/ 42 w 68"/>
                  <a:gd name="T9" fmla="*/ 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250">
                    <a:moveTo>
                      <a:pt x="42" y="0"/>
                    </a:moveTo>
                    <a:lnTo>
                      <a:pt x="68" y="245"/>
                    </a:lnTo>
                    <a:lnTo>
                      <a:pt x="26" y="250"/>
                    </a:lnTo>
                    <a:lnTo>
                      <a:pt x="0" y="4"/>
                    </a:lnTo>
                    <a:lnTo>
                      <a:pt x="4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55" name="Freeform 195">
                <a:extLst>
                  <a:ext uri="{FF2B5EF4-FFF2-40B4-BE49-F238E27FC236}">
                    <a16:creationId xmlns:a16="http://schemas.microsoft.com/office/drawing/2014/main" id="{37441294-38AF-45A3-98A5-AF4FB3B3C9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89626" y="1787526"/>
                <a:ext cx="39688" cy="133350"/>
              </a:xfrm>
              <a:custGeom>
                <a:avLst/>
                <a:gdLst>
                  <a:gd name="T0" fmla="*/ 43 w 75"/>
                  <a:gd name="T1" fmla="*/ 0 h 250"/>
                  <a:gd name="T2" fmla="*/ 75 w 75"/>
                  <a:gd name="T3" fmla="*/ 245 h 250"/>
                  <a:gd name="T4" fmla="*/ 32 w 75"/>
                  <a:gd name="T5" fmla="*/ 250 h 250"/>
                  <a:gd name="T6" fmla="*/ 0 w 75"/>
                  <a:gd name="T7" fmla="*/ 6 h 250"/>
                  <a:gd name="T8" fmla="*/ 43 w 75"/>
                  <a:gd name="T9" fmla="*/ 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5" h="250">
                    <a:moveTo>
                      <a:pt x="43" y="0"/>
                    </a:moveTo>
                    <a:lnTo>
                      <a:pt x="75" y="245"/>
                    </a:lnTo>
                    <a:lnTo>
                      <a:pt x="32" y="250"/>
                    </a:lnTo>
                    <a:lnTo>
                      <a:pt x="0" y="6"/>
                    </a:lnTo>
                    <a:lnTo>
                      <a:pt x="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56" name="Freeform 196">
                <a:extLst>
                  <a:ext uri="{FF2B5EF4-FFF2-40B4-BE49-F238E27FC236}">
                    <a16:creationId xmlns:a16="http://schemas.microsoft.com/office/drawing/2014/main" id="{6C8C2CC1-DE85-4997-8C97-CFD2B2FD69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45176" y="1793876"/>
                <a:ext cx="42863" cy="131763"/>
              </a:xfrm>
              <a:custGeom>
                <a:avLst/>
                <a:gdLst>
                  <a:gd name="T0" fmla="*/ 43 w 81"/>
                  <a:gd name="T1" fmla="*/ 0 h 250"/>
                  <a:gd name="T2" fmla="*/ 81 w 81"/>
                  <a:gd name="T3" fmla="*/ 243 h 250"/>
                  <a:gd name="T4" fmla="*/ 39 w 81"/>
                  <a:gd name="T5" fmla="*/ 250 h 250"/>
                  <a:gd name="T6" fmla="*/ 0 w 81"/>
                  <a:gd name="T7" fmla="*/ 6 h 250"/>
                  <a:gd name="T8" fmla="*/ 43 w 81"/>
                  <a:gd name="T9" fmla="*/ 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250">
                    <a:moveTo>
                      <a:pt x="43" y="0"/>
                    </a:moveTo>
                    <a:lnTo>
                      <a:pt x="81" y="243"/>
                    </a:lnTo>
                    <a:lnTo>
                      <a:pt x="39" y="250"/>
                    </a:lnTo>
                    <a:lnTo>
                      <a:pt x="0" y="6"/>
                    </a:lnTo>
                    <a:lnTo>
                      <a:pt x="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</p:grpSp>
        <p:grpSp>
          <p:nvGrpSpPr>
            <p:cNvPr id="398" name="Group 397">
              <a:extLst>
                <a:ext uri="{FF2B5EF4-FFF2-40B4-BE49-F238E27FC236}">
                  <a16:creationId xmlns:a16="http://schemas.microsoft.com/office/drawing/2014/main" id="{13433BE8-1F3F-44A8-AD2F-A091199383F9}"/>
                </a:ext>
              </a:extLst>
            </p:cNvPr>
            <p:cNvGrpSpPr/>
            <p:nvPr/>
          </p:nvGrpSpPr>
          <p:grpSpPr>
            <a:xfrm>
              <a:off x="6384926" y="4635501"/>
              <a:ext cx="1019175" cy="657225"/>
              <a:chOff x="6384926" y="4635501"/>
              <a:chExt cx="1019175" cy="657225"/>
            </a:xfrm>
            <a:grpFill/>
          </p:grpSpPr>
          <p:sp>
            <p:nvSpPr>
              <p:cNvPr id="421" name="Freeform 94">
                <a:extLst>
                  <a:ext uri="{FF2B5EF4-FFF2-40B4-BE49-F238E27FC236}">
                    <a16:creationId xmlns:a16="http://schemas.microsoft.com/office/drawing/2014/main" id="{1716FEF9-1F97-42E2-AFFE-4865E44F20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4926" y="5160963"/>
                <a:ext cx="49213" cy="131763"/>
              </a:xfrm>
              <a:custGeom>
                <a:avLst/>
                <a:gdLst>
                  <a:gd name="T0" fmla="*/ 52 w 94"/>
                  <a:gd name="T1" fmla="*/ 250 h 250"/>
                  <a:gd name="T2" fmla="*/ 0 w 94"/>
                  <a:gd name="T3" fmla="*/ 9 h 250"/>
                  <a:gd name="T4" fmla="*/ 41 w 94"/>
                  <a:gd name="T5" fmla="*/ 0 h 250"/>
                  <a:gd name="T6" fmla="*/ 94 w 94"/>
                  <a:gd name="T7" fmla="*/ 241 h 250"/>
                  <a:gd name="T8" fmla="*/ 52 w 94"/>
                  <a:gd name="T9" fmla="*/ 25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250">
                    <a:moveTo>
                      <a:pt x="52" y="250"/>
                    </a:moveTo>
                    <a:lnTo>
                      <a:pt x="0" y="9"/>
                    </a:lnTo>
                    <a:lnTo>
                      <a:pt x="41" y="0"/>
                    </a:lnTo>
                    <a:lnTo>
                      <a:pt x="94" y="241"/>
                    </a:lnTo>
                    <a:lnTo>
                      <a:pt x="52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22" name="Freeform 95">
                <a:extLst>
                  <a:ext uri="{FF2B5EF4-FFF2-40B4-BE49-F238E27FC236}">
                    <a16:creationId xmlns:a16="http://schemas.microsoft.com/office/drawing/2014/main" id="{42664909-AED5-4A8D-8762-7F4251656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6201" y="5153026"/>
                <a:ext cx="52388" cy="131763"/>
              </a:xfrm>
              <a:custGeom>
                <a:avLst/>
                <a:gdLst>
                  <a:gd name="T0" fmla="*/ 57 w 98"/>
                  <a:gd name="T1" fmla="*/ 249 h 249"/>
                  <a:gd name="T2" fmla="*/ 0 w 98"/>
                  <a:gd name="T3" fmla="*/ 10 h 249"/>
                  <a:gd name="T4" fmla="*/ 41 w 98"/>
                  <a:gd name="T5" fmla="*/ 0 h 249"/>
                  <a:gd name="T6" fmla="*/ 98 w 98"/>
                  <a:gd name="T7" fmla="*/ 239 h 249"/>
                  <a:gd name="T8" fmla="*/ 57 w 98"/>
                  <a:gd name="T9" fmla="*/ 249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" h="249">
                    <a:moveTo>
                      <a:pt x="57" y="249"/>
                    </a:moveTo>
                    <a:lnTo>
                      <a:pt x="0" y="10"/>
                    </a:lnTo>
                    <a:lnTo>
                      <a:pt x="41" y="0"/>
                    </a:lnTo>
                    <a:lnTo>
                      <a:pt x="98" y="239"/>
                    </a:lnTo>
                    <a:lnTo>
                      <a:pt x="57" y="2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23" name="Freeform 96">
                <a:extLst>
                  <a:ext uri="{FF2B5EF4-FFF2-40B4-BE49-F238E27FC236}">
                    <a16:creationId xmlns:a16="http://schemas.microsoft.com/office/drawing/2014/main" id="{56C5C573-0A6C-4EAE-B0C5-42FFE26AC8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7476" y="5141913"/>
                <a:ext cx="55563" cy="131763"/>
              </a:xfrm>
              <a:custGeom>
                <a:avLst/>
                <a:gdLst>
                  <a:gd name="T0" fmla="*/ 64 w 105"/>
                  <a:gd name="T1" fmla="*/ 249 h 249"/>
                  <a:gd name="T2" fmla="*/ 0 w 105"/>
                  <a:gd name="T3" fmla="*/ 12 h 249"/>
                  <a:gd name="T4" fmla="*/ 41 w 105"/>
                  <a:gd name="T5" fmla="*/ 0 h 249"/>
                  <a:gd name="T6" fmla="*/ 105 w 105"/>
                  <a:gd name="T7" fmla="*/ 239 h 249"/>
                  <a:gd name="T8" fmla="*/ 64 w 105"/>
                  <a:gd name="T9" fmla="*/ 249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5" h="249">
                    <a:moveTo>
                      <a:pt x="64" y="249"/>
                    </a:moveTo>
                    <a:lnTo>
                      <a:pt x="0" y="12"/>
                    </a:lnTo>
                    <a:lnTo>
                      <a:pt x="41" y="0"/>
                    </a:lnTo>
                    <a:lnTo>
                      <a:pt x="105" y="239"/>
                    </a:lnTo>
                    <a:lnTo>
                      <a:pt x="64" y="2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24" name="Freeform 97">
                <a:extLst>
                  <a:ext uri="{FF2B5EF4-FFF2-40B4-BE49-F238E27FC236}">
                    <a16:creationId xmlns:a16="http://schemas.microsoft.com/office/drawing/2014/main" id="{F8EB49FC-53E1-4830-8F9F-26B90D7833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1" y="5130801"/>
                <a:ext cx="58738" cy="131763"/>
              </a:xfrm>
              <a:custGeom>
                <a:avLst/>
                <a:gdLst>
                  <a:gd name="T0" fmla="*/ 70 w 111"/>
                  <a:gd name="T1" fmla="*/ 248 h 248"/>
                  <a:gd name="T2" fmla="*/ 0 w 111"/>
                  <a:gd name="T3" fmla="*/ 11 h 248"/>
                  <a:gd name="T4" fmla="*/ 41 w 111"/>
                  <a:gd name="T5" fmla="*/ 0 h 248"/>
                  <a:gd name="T6" fmla="*/ 111 w 111"/>
                  <a:gd name="T7" fmla="*/ 236 h 248"/>
                  <a:gd name="T8" fmla="*/ 70 w 111"/>
                  <a:gd name="T9" fmla="*/ 248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248">
                    <a:moveTo>
                      <a:pt x="70" y="248"/>
                    </a:moveTo>
                    <a:lnTo>
                      <a:pt x="0" y="11"/>
                    </a:lnTo>
                    <a:lnTo>
                      <a:pt x="41" y="0"/>
                    </a:lnTo>
                    <a:lnTo>
                      <a:pt x="111" y="236"/>
                    </a:lnTo>
                    <a:lnTo>
                      <a:pt x="70" y="2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25" name="Freeform 98">
                <a:extLst>
                  <a:ext uri="{FF2B5EF4-FFF2-40B4-BE49-F238E27FC236}">
                    <a16:creationId xmlns:a16="http://schemas.microsoft.com/office/drawing/2014/main" id="{CD8BB11C-AAA8-4E87-A368-FB90CEB3FA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8438" y="5119688"/>
                <a:ext cx="61913" cy="130175"/>
              </a:xfrm>
              <a:custGeom>
                <a:avLst/>
                <a:gdLst>
                  <a:gd name="T0" fmla="*/ 75 w 116"/>
                  <a:gd name="T1" fmla="*/ 247 h 247"/>
                  <a:gd name="T2" fmla="*/ 0 w 116"/>
                  <a:gd name="T3" fmla="*/ 13 h 247"/>
                  <a:gd name="T4" fmla="*/ 41 w 116"/>
                  <a:gd name="T5" fmla="*/ 0 h 247"/>
                  <a:gd name="T6" fmla="*/ 116 w 116"/>
                  <a:gd name="T7" fmla="*/ 233 h 247"/>
                  <a:gd name="T8" fmla="*/ 75 w 116"/>
                  <a:gd name="T9" fmla="*/ 247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6" h="247">
                    <a:moveTo>
                      <a:pt x="75" y="247"/>
                    </a:moveTo>
                    <a:lnTo>
                      <a:pt x="0" y="13"/>
                    </a:lnTo>
                    <a:lnTo>
                      <a:pt x="41" y="0"/>
                    </a:lnTo>
                    <a:lnTo>
                      <a:pt x="116" y="233"/>
                    </a:lnTo>
                    <a:lnTo>
                      <a:pt x="75" y="2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26" name="Freeform 99">
                <a:extLst>
                  <a:ext uri="{FF2B5EF4-FFF2-40B4-BE49-F238E27FC236}">
                    <a16:creationId xmlns:a16="http://schemas.microsoft.com/office/drawing/2014/main" id="{51C79390-75AB-4AEF-9731-3CEA78EBC4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9713" y="5105401"/>
                <a:ext cx="63500" cy="130175"/>
              </a:xfrm>
              <a:custGeom>
                <a:avLst/>
                <a:gdLst>
                  <a:gd name="T0" fmla="*/ 82 w 122"/>
                  <a:gd name="T1" fmla="*/ 247 h 247"/>
                  <a:gd name="T2" fmla="*/ 0 w 122"/>
                  <a:gd name="T3" fmla="*/ 16 h 247"/>
                  <a:gd name="T4" fmla="*/ 40 w 122"/>
                  <a:gd name="T5" fmla="*/ 0 h 247"/>
                  <a:gd name="T6" fmla="*/ 122 w 122"/>
                  <a:gd name="T7" fmla="*/ 232 h 247"/>
                  <a:gd name="T8" fmla="*/ 82 w 122"/>
                  <a:gd name="T9" fmla="*/ 247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2" h="247">
                    <a:moveTo>
                      <a:pt x="82" y="247"/>
                    </a:moveTo>
                    <a:lnTo>
                      <a:pt x="0" y="16"/>
                    </a:lnTo>
                    <a:lnTo>
                      <a:pt x="40" y="0"/>
                    </a:lnTo>
                    <a:lnTo>
                      <a:pt x="122" y="232"/>
                    </a:lnTo>
                    <a:lnTo>
                      <a:pt x="82" y="2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27" name="Freeform 100">
                <a:extLst>
                  <a:ext uri="{FF2B5EF4-FFF2-40B4-BE49-F238E27FC236}">
                    <a16:creationId xmlns:a16="http://schemas.microsoft.com/office/drawing/2014/main" id="{0B786F7D-64A3-4F1E-BC9C-DA128FE40B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9401" y="5091113"/>
                <a:ext cx="68263" cy="130175"/>
              </a:xfrm>
              <a:custGeom>
                <a:avLst/>
                <a:gdLst>
                  <a:gd name="T0" fmla="*/ 87 w 128"/>
                  <a:gd name="T1" fmla="*/ 246 h 246"/>
                  <a:gd name="T2" fmla="*/ 0 w 128"/>
                  <a:gd name="T3" fmla="*/ 16 h 246"/>
                  <a:gd name="T4" fmla="*/ 40 w 128"/>
                  <a:gd name="T5" fmla="*/ 0 h 246"/>
                  <a:gd name="T6" fmla="*/ 128 w 128"/>
                  <a:gd name="T7" fmla="*/ 231 h 246"/>
                  <a:gd name="T8" fmla="*/ 87 w 128"/>
                  <a:gd name="T9" fmla="*/ 246 h 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" h="246">
                    <a:moveTo>
                      <a:pt x="87" y="246"/>
                    </a:moveTo>
                    <a:lnTo>
                      <a:pt x="0" y="16"/>
                    </a:lnTo>
                    <a:lnTo>
                      <a:pt x="40" y="0"/>
                    </a:lnTo>
                    <a:lnTo>
                      <a:pt x="128" y="231"/>
                    </a:lnTo>
                    <a:lnTo>
                      <a:pt x="87" y="2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28" name="Freeform 101">
                <a:extLst>
                  <a:ext uri="{FF2B5EF4-FFF2-40B4-BE49-F238E27FC236}">
                    <a16:creationId xmlns:a16="http://schemas.microsoft.com/office/drawing/2014/main" id="{319E0C41-B891-48DA-B375-5AF0336695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9088" y="5076826"/>
                <a:ext cx="69850" cy="128588"/>
              </a:xfrm>
              <a:custGeom>
                <a:avLst/>
                <a:gdLst>
                  <a:gd name="T0" fmla="*/ 95 w 134"/>
                  <a:gd name="T1" fmla="*/ 244 h 244"/>
                  <a:gd name="T2" fmla="*/ 0 w 134"/>
                  <a:gd name="T3" fmla="*/ 17 h 244"/>
                  <a:gd name="T4" fmla="*/ 40 w 134"/>
                  <a:gd name="T5" fmla="*/ 0 h 244"/>
                  <a:gd name="T6" fmla="*/ 134 w 134"/>
                  <a:gd name="T7" fmla="*/ 227 h 244"/>
                  <a:gd name="T8" fmla="*/ 95 w 134"/>
                  <a:gd name="T9" fmla="*/ 244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4" h="244">
                    <a:moveTo>
                      <a:pt x="95" y="244"/>
                    </a:moveTo>
                    <a:lnTo>
                      <a:pt x="0" y="17"/>
                    </a:lnTo>
                    <a:lnTo>
                      <a:pt x="40" y="0"/>
                    </a:lnTo>
                    <a:lnTo>
                      <a:pt x="134" y="227"/>
                    </a:lnTo>
                    <a:lnTo>
                      <a:pt x="95" y="2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29" name="Freeform 102">
                <a:extLst>
                  <a:ext uri="{FF2B5EF4-FFF2-40B4-BE49-F238E27FC236}">
                    <a16:creationId xmlns:a16="http://schemas.microsoft.com/office/drawing/2014/main" id="{537036C4-E619-419D-B895-910B05F129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8776" y="5059363"/>
                <a:ext cx="73025" cy="128588"/>
              </a:xfrm>
              <a:custGeom>
                <a:avLst/>
                <a:gdLst>
                  <a:gd name="T0" fmla="*/ 100 w 139"/>
                  <a:gd name="T1" fmla="*/ 243 h 243"/>
                  <a:gd name="T2" fmla="*/ 0 w 139"/>
                  <a:gd name="T3" fmla="*/ 18 h 243"/>
                  <a:gd name="T4" fmla="*/ 39 w 139"/>
                  <a:gd name="T5" fmla="*/ 0 h 243"/>
                  <a:gd name="T6" fmla="*/ 139 w 139"/>
                  <a:gd name="T7" fmla="*/ 226 h 243"/>
                  <a:gd name="T8" fmla="*/ 100 w 139"/>
                  <a:gd name="T9" fmla="*/ 243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9" h="243">
                    <a:moveTo>
                      <a:pt x="100" y="243"/>
                    </a:moveTo>
                    <a:lnTo>
                      <a:pt x="0" y="18"/>
                    </a:lnTo>
                    <a:lnTo>
                      <a:pt x="39" y="0"/>
                    </a:lnTo>
                    <a:lnTo>
                      <a:pt x="139" y="226"/>
                    </a:lnTo>
                    <a:lnTo>
                      <a:pt x="100" y="24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30" name="Freeform 103">
                <a:extLst>
                  <a:ext uri="{FF2B5EF4-FFF2-40B4-BE49-F238E27FC236}">
                    <a16:creationId xmlns:a16="http://schemas.microsoft.com/office/drawing/2014/main" id="{84A803C8-7C73-4AD2-A799-82C8E15284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6876" y="5041901"/>
                <a:ext cx="76200" cy="128588"/>
              </a:xfrm>
              <a:custGeom>
                <a:avLst/>
                <a:gdLst>
                  <a:gd name="T0" fmla="*/ 105 w 143"/>
                  <a:gd name="T1" fmla="*/ 241 h 241"/>
                  <a:gd name="T2" fmla="*/ 0 w 143"/>
                  <a:gd name="T3" fmla="*/ 19 h 241"/>
                  <a:gd name="T4" fmla="*/ 38 w 143"/>
                  <a:gd name="T5" fmla="*/ 0 h 241"/>
                  <a:gd name="T6" fmla="*/ 143 w 143"/>
                  <a:gd name="T7" fmla="*/ 222 h 241"/>
                  <a:gd name="T8" fmla="*/ 105 w 143"/>
                  <a:gd name="T9" fmla="*/ 241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3" h="241">
                    <a:moveTo>
                      <a:pt x="105" y="241"/>
                    </a:moveTo>
                    <a:lnTo>
                      <a:pt x="0" y="19"/>
                    </a:lnTo>
                    <a:lnTo>
                      <a:pt x="38" y="0"/>
                    </a:lnTo>
                    <a:lnTo>
                      <a:pt x="143" y="222"/>
                    </a:lnTo>
                    <a:lnTo>
                      <a:pt x="105" y="2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31" name="Freeform 104">
                <a:extLst>
                  <a:ext uri="{FF2B5EF4-FFF2-40B4-BE49-F238E27FC236}">
                    <a16:creationId xmlns:a16="http://schemas.microsoft.com/office/drawing/2014/main" id="{CB4A594C-12A7-4829-81AB-DB75CEF843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84976" y="5024438"/>
                <a:ext cx="79375" cy="125413"/>
              </a:xfrm>
              <a:custGeom>
                <a:avLst/>
                <a:gdLst>
                  <a:gd name="T0" fmla="*/ 111 w 150"/>
                  <a:gd name="T1" fmla="*/ 239 h 239"/>
                  <a:gd name="T2" fmla="*/ 0 w 150"/>
                  <a:gd name="T3" fmla="*/ 20 h 239"/>
                  <a:gd name="T4" fmla="*/ 38 w 150"/>
                  <a:gd name="T5" fmla="*/ 0 h 239"/>
                  <a:gd name="T6" fmla="*/ 150 w 150"/>
                  <a:gd name="T7" fmla="*/ 219 h 239"/>
                  <a:gd name="T8" fmla="*/ 111 w 150"/>
                  <a:gd name="T9" fmla="*/ 239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0" h="239">
                    <a:moveTo>
                      <a:pt x="111" y="239"/>
                    </a:moveTo>
                    <a:lnTo>
                      <a:pt x="0" y="20"/>
                    </a:lnTo>
                    <a:lnTo>
                      <a:pt x="38" y="0"/>
                    </a:lnTo>
                    <a:lnTo>
                      <a:pt x="150" y="219"/>
                    </a:lnTo>
                    <a:lnTo>
                      <a:pt x="111" y="2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32" name="Freeform 105">
                <a:extLst>
                  <a:ext uri="{FF2B5EF4-FFF2-40B4-BE49-F238E27FC236}">
                    <a16:creationId xmlns:a16="http://schemas.microsoft.com/office/drawing/2014/main" id="{74A1C606-DD19-4E8E-9942-7DAE7411E7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23076" y="5003801"/>
                <a:ext cx="82550" cy="125413"/>
              </a:xfrm>
              <a:custGeom>
                <a:avLst/>
                <a:gdLst>
                  <a:gd name="T0" fmla="*/ 117 w 156"/>
                  <a:gd name="T1" fmla="*/ 237 h 237"/>
                  <a:gd name="T2" fmla="*/ 0 w 156"/>
                  <a:gd name="T3" fmla="*/ 21 h 237"/>
                  <a:gd name="T4" fmla="*/ 39 w 156"/>
                  <a:gd name="T5" fmla="*/ 0 h 237"/>
                  <a:gd name="T6" fmla="*/ 156 w 156"/>
                  <a:gd name="T7" fmla="*/ 217 h 237"/>
                  <a:gd name="T8" fmla="*/ 117 w 156"/>
                  <a:gd name="T9" fmla="*/ 237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6" h="237">
                    <a:moveTo>
                      <a:pt x="117" y="237"/>
                    </a:moveTo>
                    <a:lnTo>
                      <a:pt x="0" y="21"/>
                    </a:lnTo>
                    <a:lnTo>
                      <a:pt x="39" y="0"/>
                    </a:lnTo>
                    <a:lnTo>
                      <a:pt x="156" y="217"/>
                    </a:lnTo>
                    <a:lnTo>
                      <a:pt x="117" y="2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33" name="Freeform 106">
                <a:extLst>
                  <a:ext uri="{FF2B5EF4-FFF2-40B4-BE49-F238E27FC236}">
                    <a16:creationId xmlns:a16="http://schemas.microsoft.com/office/drawing/2014/main" id="{DC15CCD9-9B2A-4A36-8386-102C933BCC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61176" y="4984751"/>
                <a:ext cx="84138" cy="123825"/>
              </a:xfrm>
              <a:custGeom>
                <a:avLst/>
                <a:gdLst>
                  <a:gd name="T0" fmla="*/ 123 w 160"/>
                  <a:gd name="T1" fmla="*/ 234 h 234"/>
                  <a:gd name="T2" fmla="*/ 0 w 160"/>
                  <a:gd name="T3" fmla="*/ 21 h 234"/>
                  <a:gd name="T4" fmla="*/ 37 w 160"/>
                  <a:gd name="T5" fmla="*/ 0 h 234"/>
                  <a:gd name="T6" fmla="*/ 160 w 160"/>
                  <a:gd name="T7" fmla="*/ 212 h 234"/>
                  <a:gd name="T8" fmla="*/ 123 w 160"/>
                  <a:gd name="T9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0" h="234">
                    <a:moveTo>
                      <a:pt x="123" y="234"/>
                    </a:moveTo>
                    <a:lnTo>
                      <a:pt x="0" y="21"/>
                    </a:lnTo>
                    <a:lnTo>
                      <a:pt x="37" y="0"/>
                    </a:lnTo>
                    <a:lnTo>
                      <a:pt x="160" y="212"/>
                    </a:lnTo>
                    <a:lnTo>
                      <a:pt x="123" y="2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34" name="Freeform 107">
                <a:extLst>
                  <a:ext uri="{FF2B5EF4-FFF2-40B4-BE49-F238E27FC236}">
                    <a16:creationId xmlns:a16="http://schemas.microsoft.com/office/drawing/2014/main" id="{9DEBA6A0-C9E3-43F5-814C-F86AA2E421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7688" y="4962526"/>
                <a:ext cx="87313" cy="123825"/>
              </a:xfrm>
              <a:custGeom>
                <a:avLst/>
                <a:gdLst>
                  <a:gd name="T0" fmla="*/ 129 w 164"/>
                  <a:gd name="T1" fmla="*/ 233 h 233"/>
                  <a:gd name="T2" fmla="*/ 0 w 164"/>
                  <a:gd name="T3" fmla="*/ 23 h 233"/>
                  <a:gd name="T4" fmla="*/ 36 w 164"/>
                  <a:gd name="T5" fmla="*/ 0 h 233"/>
                  <a:gd name="T6" fmla="*/ 164 w 164"/>
                  <a:gd name="T7" fmla="*/ 210 h 233"/>
                  <a:gd name="T8" fmla="*/ 129 w 164"/>
                  <a:gd name="T9" fmla="*/ 233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4" h="233">
                    <a:moveTo>
                      <a:pt x="129" y="233"/>
                    </a:moveTo>
                    <a:lnTo>
                      <a:pt x="0" y="23"/>
                    </a:lnTo>
                    <a:lnTo>
                      <a:pt x="36" y="0"/>
                    </a:lnTo>
                    <a:lnTo>
                      <a:pt x="164" y="210"/>
                    </a:lnTo>
                    <a:lnTo>
                      <a:pt x="129" y="2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35" name="Freeform 108">
                <a:extLst>
                  <a:ext uri="{FF2B5EF4-FFF2-40B4-BE49-F238E27FC236}">
                    <a16:creationId xmlns:a16="http://schemas.microsoft.com/office/drawing/2014/main" id="{16B4FDD3-4965-4075-AB30-CF91115309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34201" y="4940301"/>
                <a:ext cx="88900" cy="122238"/>
              </a:xfrm>
              <a:custGeom>
                <a:avLst/>
                <a:gdLst>
                  <a:gd name="T0" fmla="*/ 132 w 167"/>
                  <a:gd name="T1" fmla="*/ 231 h 231"/>
                  <a:gd name="T2" fmla="*/ 0 w 167"/>
                  <a:gd name="T3" fmla="*/ 25 h 231"/>
                  <a:gd name="T4" fmla="*/ 36 w 167"/>
                  <a:gd name="T5" fmla="*/ 0 h 231"/>
                  <a:gd name="T6" fmla="*/ 167 w 167"/>
                  <a:gd name="T7" fmla="*/ 207 h 231"/>
                  <a:gd name="T8" fmla="*/ 132 w 167"/>
                  <a:gd name="T9" fmla="*/ 231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7" h="231">
                    <a:moveTo>
                      <a:pt x="132" y="231"/>
                    </a:moveTo>
                    <a:lnTo>
                      <a:pt x="0" y="25"/>
                    </a:lnTo>
                    <a:lnTo>
                      <a:pt x="36" y="0"/>
                    </a:lnTo>
                    <a:lnTo>
                      <a:pt x="167" y="207"/>
                    </a:lnTo>
                    <a:lnTo>
                      <a:pt x="132" y="2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36" name="Freeform 109">
                <a:extLst>
                  <a:ext uri="{FF2B5EF4-FFF2-40B4-BE49-F238E27FC236}">
                    <a16:creationId xmlns:a16="http://schemas.microsoft.com/office/drawing/2014/main" id="{7DB225D7-8C6F-4CDF-8FFD-4342CE1A40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9126" y="4916488"/>
                <a:ext cx="93663" cy="120650"/>
              </a:xfrm>
              <a:custGeom>
                <a:avLst/>
                <a:gdLst>
                  <a:gd name="T0" fmla="*/ 139 w 175"/>
                  <a:gd name="T1" fmla="*/ 227 h 227"/>
                  <a:gd name="T2" fmla="*/ 0 w 175"/>
                  <a:gd name="T3" fmla="*/ 24 h 227"/>
                  <a:gd name="T4" fmla="*/ 36 w 175"/>
                  <a:gd name="T5" fmla="*/ 0 h 227"/>
                  <a:gd name="T6" fmla="*/ 175 w 175"/>
                  <a:gd name="T7" fmla="*/ 202 h 227"/>
                  <a:gd name="T8" fmla="*/ 139 w 175"/>
                  <a:gd name="T9" fmla="*/ 227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5" h="227">
                    <a:moveTo>
                      <a:pt x="139" y="227"/>
                    </a:moveTo>
                    <a:lnTo>
                      <a:pt x="0" y="24"/>
                    </a:lnTo>
                    <a:lnTo>
                      <a:pt x="36" y="0"/>
                    </a:lnTo>
                    <a:lnTo>
                      <a:pt x="175" y="202"/>
                    </a:lnTo>
                    <a:lnTo>
                      <a:pt x="139" y="2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37" name="Freeform 110">
                <a:extLst>
                  <a:ext uri="{FF2B5EF4-FFF2-40B4-BE49-F238E27FC236}">
                    <a16:creationId xmlns:a16="http://schemas.microsoft.com/office/drawing/2014/main" id="{1414D6E3-E30F-4ED2-8839-ABD35C22ED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05638" y="4892676"/>
                <a:ext cx="93663" cy="119063"/>
              </a:xfrm>
              <a:custGeom>
                <a:avLst/>
                <a:gdLst>
                  <a:gd name="T0" fmla="*/ 143 w 178"/>
                  <a:gd name="T1" fmla="*/ 224 h 224"/>
                  <a:gd name="T2" fmla="*/ 0 w 178"/>
                  <a:gd name="T3" fmla="*/ 25 h 224"/>
                  <a:gd name="T4" fmla="*/ 34 w 178"/>
                  <a:gd name="T5" fmla="*/ 0 h 224"/>
                  <a:gd name="T6" fmla="*/ 178 w 178"/>
                  <a:gd name="T7" fmla="*/ 198 h 224"/>
                  <a:gd name="T8" fmla="*/ 143 w 178"/>
                  <a:gd name="T9" fmla="*/ 224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224">
                    <a:moveTo>
                      <a:pt x="143" y="224"/>
                    </a:moveTo>
                    <a:lnTo>
                      <a:pt x="0" y="25"/>
                    </a:lnTo>
                    <a:lnTo>
                      <a:pt x="34" y="0"/>
                    </a:lnTo>
                    <a:lnTo>
                      <a:pt x="178" y="198"/>
                    </a:lnTo>
                    <a:lnTo>
                      <a:pt x="143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38" name="Freeform 114">
                <a:extLst>
                  <a:ext uri="{FF2B5EF4-FFF2-40B4-BE49-F238E27FC236}">
                    <a16:creationId xmlns:a16="http://schemas.microsoft.com/office/drawing/2014/main" id="{C386F248-605A-44FE-9C26-5D51B56820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8988" y="4786313"/>
                <a:ext cx="103188" cy="112713"/>
              </a:xfrm>
              <a:custGeom>
                <a:avLst/>
                <a:gdLst>
                  <a:gd name="T0" fmla="*/ 164 w 194"/>
                  <a:gd name="T1" fmla="*/ 211 h 211"/>
                  <a:gd name="T2" fmla="*/ 0 w 194"/>
                  <a:gd name="T3" fmla="*/ 28 h 211"/>
                  <a:gd name="T4" fmla="*/ 32 w 194"/>
                  <a:gd name="T5" fmla="*/ 0 h 211"/>
                  <a:gd name="T6" fmla="*/ 194 w 194"/>
                  <a:gd name="T7" fmla="*/ 182 h 211"/>
                  <a:gd name="T8" fmla="*/ 164 w 194"/>
                  <a:gd name="T9" fmla="*/ 211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4" h="211">
                    <a:moveTo>
                      <a:pt x="164" y="211"/>
                    </a:moveTo>
                    <a:lnTo>
                      <a:pt x="0" y="28"/>
                    </a:lnTo>
                    <a:lnTo>
                      <a:pt x="32" y="0"/>
                    </a:lnTo>
                    <a:lnTo>
                      <a:pt x="194" y="182"/>
                    </a:lnTo>
                    <a:lnTo>
                      <a:pt x="164" y="2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39" name="Freeform 115">
                <a:extLst>
                  <a:ext uri="{FF2B5EF4-FFF2-40B4-BE49-F238E27FC236}">
                    <a16:creationId xmlns:a16="http://schemas.microsoft.com/office/drawing/2014/main" id="{C347FA11-B7B5-4E3E-A3A0-BC43A2BF9C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0738" y="4757738"/>
                <a:ext cx="104775" cy="111125"/>
              </a:xfrm>
              <a:custGeom>
                <a:avLst/>
                <a:gdLst>
                  <a:gd name="T0" fmla="*/ 168 w 198"/>
                  <a:gd name="T1" fmla="*/ 209 h 209"/>
                  <a:gd name="T2" fmla="*/ 0 w 198"/>
                  <a:gd name="T3" fmla="*/ 30 h 209"/>
                  <a:gd name="T4" fmla="*/ 31 w 198"/>
                  <a:gd name="T5" fmla="*/ 0 h 209"/>
                  <a:gd name="T6" fmla="*/ 198 w 198"/>
                  <a:gd name="T7" fmla="*/ 178 h 209"/>
                  <a:gd name="T8" fmla="*/ 168 w 198"/>
                  <a:gd name="T9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" h="209">
                    <a:moveTo>
                      <a:pt x="168" y="209"/>
                    </a:moveTo>
                    <a:lnTo>
                      <a:pt x="0" y="30"/>
                    </a:lnTo>
                    <a:lnTo>
                      <a:pt x="31" y="0"/>
                    </a:lnTo>
                    <a:lnTo>
                      <a:pt x="198" y="178"/>
                    </a:lnTo>
                    <a:lnTo>
                      <a:pt x="168" y="20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40" name="Freeform 116">
                <a:extLst>
                  <a:ext uri="{FF2B5EF4-FFF2-40B4-BE49-F238E27FC236}">
                    <a16:creationId xmlns:a16="http://schemas.microsoft.com/office/drawing/2014/main" id="{D9770FBF-5F80-47A3-A053-A42DA52DD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02488" y="4729163"/>
                <a:ext cx="106363" cy="106363"/>
              </a:xfrm>
              <a:custGeom>
                <a:avLst/>
                <a:gdLst>
                  <a:gd name="T0" fmla="*/ 173 w 202"/>
                  <a:gd name="T1" fmla="*/ 203 h 203"/>
                  <a:gd name="T2" fmla="*/ 0 w 202"/>
                  <a:gd name="T3" fmla="*/ 30 h 203"/>
                  <a:gd name="T4" fmla="*/ 31 w 202"/>
                  <a:gd name="T5" fmla="*/ 0 h 203"/>
                  <a:gd name="T6" fmla="*/ 202 w 202"/>
                  <a:gd name="T7" fmla="*/ 173 h 203"/>
                  <a:gd name="T8" fmla="*/ 173 w 202"/>
                  <a:gd name="T9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2" h="203">
                    <a:moveTo>
                      <a:pt x="173" y="203"/>
                    </a:moveTo>
                    <a:lnTo>
                      <a:pt x="0" y="30"/>
                    </a:lnTo>
                    <a:lnTo>
                      <a:pt x="31" y="0"/>
                    </a:lnTo>
                    <a:lnTo>
                      <a:pt x="202" y="173"/>
                    </a:lnTo>
                    <a:lnTo>
                      <a:pt x="173" y="2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41" name="Freeform 117">
                <a:extLst>
                  <a:ext uri="{FF2B5EF4-FFF2-40B4-BE49-F238E27FC236}">
                    <a16:creationId xmlns:a16="http://schemas.microsoft.com/office/drawing/2014/main" id="{DE865B8B-78B3-439E-98AA-0D5E5A8A6A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32651" y="4697413"/>
                <a:ext cx="109538" cy="106363"/>
              </a:xfrm>
              <a:custGeom>
                <a:avLst/>
                <a:gdLst>
                  <a:gd name="T0" fmla="*/ 177 w 207"/>
                  <a:gd name="T1" fmla="*/ 201 h 201"/>
                  <a:gd name="T2" fmla="*/ 0 w 207"/>
                  <a:gd name="T3" fmla="*/ 32 h 201"/>
                  <a:gd name="T4" fmla="*/ 30 w 207"/>
                  <a:gd name="T5" fmla="*/ 0 h 201"/>
                  <a:gd name="T6" fmla="*/ 207 w 207"/>
                  <a:gd name="T7" fmla="*/ 169 h 201"/>
                  <a:gd name="T8" fmla="*/ 177 w 207"/>
                  <a:gd name="T9" fmla="*/ 201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7" h="201">
                    <a:moveTo>
                      <a:pt x="177" y="201"/>
                    </a:moveTo>
                    <a:lnTo>
                      <a:pt x="0" y="32"/>
                    </a:lnTo>
                    <a:lnTo>
                      <a:pt x="30" y="0"/>
                    </a:lnTo>
                    <a:lnTo>
                      <a:pt x="207" y="169"/>
                    </a:lnTo>
                    <a:lnTo>
                      <a:pt x="177" y="2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42" name="Freeform 118">
                <a:extLst>
                  <a:ext uri="{FF2B5EF4-FFF2-40B4-BE49-F238E27FC236}">
                    <a16:creationId xmlns:a16="http://schemas.microsoft.com/office/drawing/2014/main" id="{4BA6DF97-A813-413A-A393-99DBF33163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2813" y="4667251"/>
                <a:ext cx="111125" cy="103188"/>
              </a:xfrm>
              <a:custGeom>
                <a:avLst/>
                <a:gdLst>
                  <a:gd name="T0" fmla="*/ 180 w 209"/>
                  <a:gd name="T1" fmla="*/ 197 h 197"/>
                  <a:gd name="T2" fmla="*/ 0 w 209"/>
                  <a:gd name="T3" fmla="*/ 32 h 197"/>
                  <a:gd name="T4" fmla="*/ 28 w 209"/>
                  <a:gd name="T5" fmla="*/ 0 h 197"/>
                  <a:gd name="T6" fmla="*/ 209 w 209"/>
                  <a:gd name="T7" fmla="*/ 164 h 197"/>
                  <a:gd name="T8" fmla="*/ 180 w 209"/>
                  <a:gd name="T9" fmla="*/ 19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9" h="197">
                    <a:moveTo>
                      <a:pt x="180" y="197"/>
                    </a:moveTo>
                    <a:lnTo>
                      <a:pt x="0" y="32"/>
                    </a:lnTo>
                    <a:lnTo>
                      <a:pt x="28" y="0"/>
                    </a:lnTo>
                    <a:lnTo>
                      <a:pt x="209" y="164"/>
                    </a:lnTo>
                    <a:lnTo>
                      <a:pt x="18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43" name="Freeform 119">
                <a:extLst>
                  <a:ext uri="{FF2B5EF4-FFF2-40B4-BE49-F238E27FC236}">
                    <a16:creationId xmlns:a16="http://schemas.microsoft.com/office/drawing/2014/main" id="{34286413-7998-4026-8C1B-89C7EFFF3D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1388" y="4635501"/>
                <a:ext cx="112713" cy="101600"/>
              </a:xfrm>
              <a:custGeom>
                <a:avLst/>
                <a:gdLst>
                  <a:gd name="T0" fmla="*/ 185 w 212"/>
                  <a:gd name="T1" fmla="*/ 192 h 192"/>
                  <a:gd name="T2" fmla="*/ 0 w 212"/>
                  <a:gd name="T3" fmla="*/ 33 h 192"/>
                  <a:gd name="T4" fmla="*/ 28 w 212"/>
                  <a:gd name="T5" fmla="*/ 0 h 192"/>
                  <a:gd name="T6" fmla="*/ 212 w 212"/>
                  <a:gd name="T7" fmla="*/ 159 h 192"/>
                  <a:gd name="T8" fmla="*/ 185 w 212"/>
                  <a:gd name="T9" fmla="*/ 192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2" h="192">
                    <a:moveTo>
                      <a:pt x="185" y="192"/>
                    </a:moveTo>
                    <a:lnTo>
                      <a:pt x="0" y="33"/>
                    </a:lnTo>
                    <a:lnTo>
                      <a:pt x="28" y="0"/>
                    </a:lnTo>
                    <a:lnTo>
                      <a:pt x="212" y="159"/>
                    </a:lnTo>
                    <a:lnTo>
                      <a:pt x="185" y="19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</p:grpSp>
        <p:grpSp>
          <p:nvGrpSpPr>
            <p:cNvPr id="399" name="Group 398">
              <a:extLst>
                <a:ext uri="{FF2B5EF4-FFF2-40B4-BE49-F238E27FC236}">
                  <a16:creationId xmlns:a16="http://schemas.microsoft.com/office/drawing/2014/main" id="{19204329-E062-4C71-A7CC-15220BF655B1}"/>
                </a:ext>
              </a:extLst>
            </p:cNvPr>
            <p:cNvGrpSpPr/>
            <p:nvPr/>
          </p:nvGrpSpPr>
          <p:grpSpPr>
            <a:xfrm>
              <a:off x="7038976" y="4814888"/>
              <a:ext cx="168275" cy="169863"/>
              <a:chOff x="7038976" y="4814888"/>
              <a:chExt cx="168275" cy="169863"/>
            </a:xfrm>
            <a:grpFill/>
          </p:grpSpPr>
          <p:sp>
            <p:nvSpPr>
              <p:cNvPr id="418" name="Freeform 111">
                <a:extLst>
                  <a:ext uri="{FF2B5EF4-FFF2-40B4-BE49-F238E27FC236}">
                    <a16:creationId xmlns:a16="http://schemas.microsoft.com/office/drawing/2014/main" id="{B5FCB6DD-4BD8-4823-BAF4-55322E36A2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8976" y="4867276"/>
                <a:ext cx="96838" cy="117475"/>
              </a:xfrm>
              <a:custGeom>
                <a:avLst/>
                <a:gdLst>
                  <a:gd name="T0" fmla="*/ 149 w 183"/>
                  <a:gd name="T1" fmla="*/ 222 h 222"/>
                  <a:gd name="T2" fmla="*/ 0 w 183"/>
                  <a:gd name="T3" fmla="*/ 27 h 222"/>
                  <a:gd name="T4" fmla="*/ 35 w 183"/>
                  <a:gd name="T5" fmla="*/ 0 h 222"/>
                  <a:gd name="T6" fmla="*/ 183 w 183"/>
                  <a:gd name="T7" fmla="*/ 195 h 222"/>
                  <a:gd name="T8" fmla="*/ 149 w 183"/>
                  <a:gd name="T9" fmla="*/ 222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3" h="222">
                    <a:moveTo>
                      <a:pt x="149" y="222"/>
                    </a:moveTo>
                    <a:lnTo>
                      <a:pt x="0" y="27"/>
                    </a:lnTo>
                    <a:lnTo>
                      <a:pt x="35" y="0"/>
                    </a:lnTo>
                    <a:lnTo>
                      <a:pt x="183" y="195"/>
                    </a:lnTo>
                    <a:lnTo>
                      <a:pt x="149" y="2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19" name="Freeform 112">
                <a:extLst>
                  <a:ext uri="{FF2B5EF4-FFF2-40B4-BE49-F238E27FC236}">
                    <a16:creationId xmlns:a16="http://schemas.microsoft.com/office/drawing/2014/main" id="{7D3993C5-16A7-49F9-A357-79BA4D7C82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3901" y="4840288"/>
                <a:ext cx="98425" cy="115888"/>
              </a:xfrm>
              <a:custGeom>
                <a:avLst/>
                <a:gdLst>
                  <a:gd name="T0" fmla="*/ 154 w 187"/>
                  <a:gd name="T1" fmla="*/ 219 h 219"/>
                  <a:gd name="T2" fmla="*/ 0 w 187"/>
                  <a:gd name="T3" fmla="*/ 28 h 219"/>
                  <a:gd name="T4" fmla="*/ 34 w 187"/>
                  <a:gd name="T5" fmla="*/ 0 h 219"/>
                  <a:gd name="T6" fmla="*/ 187 w 187"/>
                  <a:gd name="T7" fmla="*/ 191 h 219"/>
                  <a:gd name="T8" fmla="*/ 154 w 187"/>
                  <a:gd name="T9" fmla="*/ 219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7" h="219">
                    <a:moveTo>
                      <a:pt x="154" y="219"/>
                    </a:moveTo>
                    <a:lnTo>
                      <a:pt x="0" y="28"/>
                    </a:lnTo>
                    <a:lnTo>
                      <a:pt x="34" y="0"/>
                    </a:lnTo>
                    <a:lnTo>
                      <a:pt x="187" y="191"/>
                    </a:lnTo>
                    <a:lnTo>
                      <a:pt x="154" y="2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20" name="Freeform 113">
                <a:extLst>
                  <a:ext uri="{FF2B5EF4-FFF2-40B4-BE49-F238E27FC236}">
                    <a16:creationId xmlns:a16="http://schemas.microsoft.com/office/drawing/2014/main" id="{71258C42-F0E9-49DD-BACA-2D296179BF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7238" y="4814888"/>
                <a:ext cx="100013" cy="114300"/>
              </a:xfrm>
              <a:custGeom>
                <a:avLst/>
                <a:gdLst>
                  <a:gd name="T0" fmla="*/ 159 w 191"/>
                  <a:gd name="T1" fmla="*/ 216 h 216"/>
                  <a:gd name="T2" fmla="*/ 0 w 191"/>
                  <a:gd name="T3" fmla="*/ 28 h 216"/>
                  <a:gd name="T4" fmla="*/ 33 w 191"/>
                  <a:gd name="T5" fmla="*/ 0 h 216"/>
                  <a:gd name="T6" fmla="*/ 191 w 191"/>
                  <a:gd name="T7" fmla="*/ 186 h 216"/>
                  <a:gd name="T8" fmla="*/ 159 w 191"/>
                  <a:gd name="T9" fmla="*/ 21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216">
                    <a:moveTo>
                      <a:pt x="159" y="216"/>
                    </a:moveTo>
                    <a:lnTo>
                      <a:pt x="0" y="28"/>
                    </a:lnTo>
                    <a:lnTo>
                      <a:pt x="33" y="0"/>
                    </a:lnTo>
                    <a:lnTo>
                      <a:pt x="191" y="186"/>
                    </a:lnTo>
                    <a:lnTo>
                      <a:pt x="159" y="2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</p:grp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1601F416-BE27-43E1-93B3-AAC8082E095C}"/>
                </a:ext>
              </a:extLst>
            </p:cNvPr>
            <p:cNvGrpSpPr/>
            <p:nvPr/>
          </p:nvGrpSpPr>
          <p:grpSpPr>
            <a:xfrm>
              <a:off x="5911851" y="5168901"/>
              <a:ext cx="476250" cy="153988"/>
              <a:chOff x="5911851" y="5168901"/>
              <a:chExt cx="476250" cy="153988"/>
            </a:xfrm>
            <a:grpFill/>
          </p:grpSpPr>
          <p:sp>
            <p:nvSpPr>
              <p:cNvPr id="401" name="Freeform 83">
                <a:extLst>
                  <a:ext uri="{FF2B5EF4-FFF2-40B4-BE49-F238E27FC236}">
                    <a16:creationId xmlns:a16="http://schemas.microsoft.com/office/drawing/2014/main" id="{8E125F1B-2979-4B42-92F8-781EB6C6E9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11851" y="5183188"/>
                <a:ext cx="31750" cy="131763"/>
              </a:xfrm>
              <a:custGeom>
                <a:avLst/>
                <a:gdLst>
                  <a:gd name="T0" fmla="*/ 0 w 61"/>
                  <a:gd name="T1" fmla="*/ 246 h 250"/>
                  <a:gd name="T2" fmla="*/ 18 w 61"/>
                  <a:gd name="T3" fmla="*/ 0 h 250"/>
                  <a:gd name="T4" fmla="*/ 61 w 61"/>
                  <a:gd name="T5" fmla="*/ 4 h 250"/>
                  <a:gd name="T6" fmla="*/ 43 w 61"/>
                  <a:gd name="T7" fmla="*/ 250 h 250"/>
                  <a:gd name="T8" fmla="*/ 0 w 61"/>
                  <a:gd name="T9" fmla="*/ 246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" h="250">
                    <a:moveTo>
                      <a:pt x="0" y="246"/>
                    </a:moveTo>
                    <a:lnTo>
                      <a:pt x="18" y="0"/>
                    </a:lnTo>
                    <a:lnTo>
                      <a:pt x="61" y="4"/>
                    </a:lnTo>
                    <a:lnTo>
                      <a:pt x="43" y="250"/>
                    </a:lnTo>
                    <a:lnTo>
                      <a:pt x="0" y="2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02" name="Freeform 84">
                <a:extLst>
                  <a:ext uri="{FF2B5EF4-FFF2-40B4-BE49-F238E27FC236}">
                    <a16:creationId xmlns:a16="http://schemas.microsoft.com/office/drawing/2014/main" id="{692F9355-67B5-406B-8BF6-7E7E2CDE6F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7888" y="5186363"/>
                <a:ext cx="28575" cy="131763"/>
              </a:xfrm>
              <a:custGeom>
                <a:avLst/>
                <a:gdLst>
                  <a:gd name="T0" fmla="*/ 0 w 54"/>
                  <a:gd name="T1" fmla="*/ 247 h 249"/>
                  <a:gd name="T2" fmla="*/ 12 w 54"/>
                  <a:gd name="T3" fmla="*/ 0 h 249"/>
                  <a:gd name="T4" fmla="*/ 54 w 54"/>
                  <a:gd name="T5" fmla="*/ 2 h 249"/>
                  <a:gd name="T6" fmla="*/ 42 w 54"/>
                  <a:gd name="T7" fmla="*/ 249 h 249"/>
                  <a:gd name="T8" fmla="*/ 0 w 54"/>
                  <a:gd name="T9" fmla="*/ 247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249">
                    <a:moveTo>
                      <a:pt x="0" y="247"/>
                    </a:moveTo>
                    <a:lnTo>
                      <a:pt x="12" y="0"/>
                    </a:lnTo>
                    <a:lnTo>
                      <a:pt x="54" y="2"/>
                    </a:lnTo>
                    <a:lnTo>
                      <a:pt x="42" y="249"/>
                    </a:lnTo>
                    <a:lnTo>
                      <a:pt x="0" y="2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03" name="Freeform 85">
                <a:extLst>
                  <a:ext uri="{FF2B5EF4-FFF2-40B4-BE49-F238E27FC236}">
                    <a16:creationId xmlns:a16="http://schemas.microsoft.com/office/drawing/2014/main" id="{9E12D574-B015-4902-8BA8-BB3B391FD0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02338" y="5189538"/>
                <a:ext cx="25400" cy="131763"/>
              </a:xfrm>
              <a:custGeom>
                <a:avLst/>
                <a:gdLst>
                  <a:gd name="T0" fmla="*/ 0 w 47"/>
                  <a:gd name="T1" fmla="*/ 246 h 248"/>
                  <a:gd name="T2" fmla="*/ 5 w 47"/>
                  <a:gd name="T3" fmla="*/ 0 h 248"/>
                  <a:gd name="T4" fmla="*/ 47 w 47"/>
                  <a:gd name="T5" fmla="*/ 0 h 248"/>
                  <a:gd name="T6" fmla="*/ 42 w 47"/>
                  <a:gd name="T7" fmla="*/ 248 h 248"/>
                  <a:gd name="T8" fmla="*/ 0 w 47"/>
                  <a:gd name="T9" fmla="*/ 246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248">
                    <a:moveTo>
                      <a:pt x="0" y="246"/>
                    </a:moveTo>
                    <a:lnTo>
                      <a:pt x="5" y="0"/>
                    </a:lnTo>
                    <a:lnTo>
                      <a:pt x="47" y="0"/>
                    </a:lnTo>
                    <a:lnTo>
                      <a:pt x="42" y="248"/>
                    </a:lnTo>
                    <a:lnTo>
                      <a:pt x="0" y="2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04" name="Freeform 86">
                <a:extLst>
                  <a:ext uri="{FF2B5EF4-FFF2-40B4-BE49-F238E27FC236}">
                    <a16:creationId xmlns:a16="http://schemas.microsoft.com/office/drawing/2014/main" id="{0EA1C874-75D5-420C-B6C8-908C32EA24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48376" y="5191126"/>
                <a:ext cx="22225" cy="131763"/>
              </a:xfrm>
              <a:custGeom>
                <a:avLst/>
                <a:gdLst>
                  <a:gd name="T0" fmla="*/ 1 w 44"/>
                  <a:gd name="T1" fmla="*/ 247 h 247"/>
                  <a:gd name="T2" fmla="*/ 0 w 44"/>
                  <a:gd name="T3" fmla="*/ 0 h 247"/>
                  <a:gd name="T4" fmla="*/ 43 w 44"/>
                  <a:gd name="T5" fmla="*/ 0 h 247"/>
                  <a:gd name="T6" fmla="*/ 44 w 44"/>
                  <a:gd name="T7" fmla="*/ 247 h 247"/>
                  <a:gd name="T8" fmla="*/ 1 w 44"/>
                  <a:gd name="T9" fmla="*/ 247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247">
                    <a:moveTo>
                      <a:pt x="1" y="247"/>
                    </a:moveTo>
                    <a:lnTo>
                      <a:pt x="0" y="0"/>
                    </a:lnTo>
                    <a:lnTo>
                      <a:pt x="43" y="0"/>
                    </a:lnTo>
                    <a:lnTo>
                      <a:pt x="44" y="247"/>
                    </a:lnTo>
                    <a:lnTo>
                      <a:pt x="1" y="2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05" name="Freeform 87">
                <a:extLst>
                  <a:ext uri="{FF2B5EF4-FFF2-40B4-BE49-F238E27FC236}">
                    <a16:creationId xmlns:a16="http://schemas.microsoft.com/office/drawing/2014/main" id="{EC77BE8E-5315-45ED-8C2F-069A5454BB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89651" y="5191126"/>
                <a:ext cx="26988" cy="131763"/>
              </a:xfrm>
              <a:custGeom>
                <a:avLst/>
                <a:gdLst>
                  <a:gd name="T0" fmla="*/ 8 w 50"/>
                  <a:gd name="T1" fmla="*/ 249 h 249"/>
                  <a:gd name="T2" fmla="*/ 0 w 50"/>
                  <a:gd name="T3" fmla="*/ 1 h 249"/>
                  <a:gd name="T4" fmla="*/ 43 w 50"/>
                  <a:gd name="T5" fmla="*/ 0 h 249"/>
                  <a:gd name="T6" fmla="*/ 50 w 50"/>
                  <a:gd name="T7" fmla="*/ 247 h 249"/>
                  <a:gd name="T8" fmla="*/ 8 w 50"/>
                  <a:gd name="T9" fmla="*/ 249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249">
                    <a:moveTo>
                      <a:pt x="8" y="249"/>
                    </a:moveTo>
                    <a:lnTo>
                      <a:pt x="0" y="1"/>
                    </a:lnTo>
                    <a:lnTo>
                      <a:pt x="43" y="0"/>
                    </a:lnTo>
                    <a:lnTo>
                      <a:pt x="50" y="247"/>
                    </a:lnTo>
                    <a:lnTo>
                      <a:pt x="8" y="2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06" name="Freeform 88">
                <a:extLst>
                  <a:ext uri="{FF2B5EF4-FFF2-40B4-BE49-F238E27FC236}">
                    <a16:creationId xmlns:a16="http://schemas.microsoft.com/office/drawing/2014/main" id="{083CB3A1-8CAD-45F9-A0E6-F724C4CCA7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32513" y="5191126"/>
                <a:ext cx="30163" cy="131763"/>
              </a:xfrm>
              <a:custGeom>
                <a:avLst/>
                <a:gdLst>
                  <a:gd name="T0" fmla="*/ 14 w 56"/>
                  <a:gd name="T1" fmla="*/ 248 h 248"/>
                  <a:gd name="T2" fmla="*/ 0 w 56"/>
                  <a:gd name="T3" fmla="*/ 2 h 248"/>
                  <a:gd name="T4" fmla="*/ 42 w 56"/>
                  <a:gd name="T5" fmla="*/ 0 h 248"/>
                  <a:gd name="T6" fmla="*/ 56 w 56"/>
                  <a:gd name="T7" fmla="*/ 246 h 248"/>
                  <a:gd name="T8" fmla="*/ 14 w 56"/>
                  <a:gd name="T9" fmla="*/ 248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248">
                    <a:moveTo>
                      <a:pt x="14" y="248"/>
                    </a:moveTo>
                    <a:lnTo>
                      <a:pt x="0" y="2"/>
                    </a:lnTo>
                    <a:lnTo>
                      <a:pt x="42" y="0"/>
                    </a:lnTo>
                    <a:lnTo>
                      <a:pt x="56" y="246"/>
                    </a:lnTo>
                    <a:lnTo>
                      <a:pt x="14" y="2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07" name="Freeform 89">
                <a:extLst>
                  <a:ext uri="{FF2B5EF4-FFF2-40B4-BE49-F238E27FC236}">
                    <a16:creationId xmlns:a16="http://schemas.microsoft.com/office/drawing/2014/main" id="{6AC4E887-396D-4518-A1EF-3891E2BE58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73788" y="5187951"/>
                <a:ext cx="33338" cy="131763"/>
              </a:xfrm>
              <a:custGeom>
                <a:avLst/>
                <a:gdLst>
                  <a:gd name="T0" fmla="*/ 21 w 63"/>
                  <a:gd name="T1" fmla="*/ 250 h 250"/>
                  <a:gd name="T2" fmla="*/ 0 w 63"/>
                  <a:gd name="T3" fmla="*/ 4 h 250"/>
                  <a:gd name="T4" fmla="*/ 44 w 63"/>
                  <a:gd name="T5" fmla="*/ 0 h 250"/>
                  <a:gd name="T6" fmla="*/ 63 w 63"/>
                  <a:gd name="T7" fmla="*/ 247 h 250"/>
                  <a:gd name="T8" fmla="*/ 21 w 63"/>
                  <a:gd name="T9" fmla="*/ 25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250">
                    <a:moveTo>
                      <a:pt x="21" y="250"/>
                    </a:moveTo>
                    <a:lnTo>
                      <a:pt x="0" y="4"/>
                    </a:lnTo>
                    <a:lnTo>
                      <a:pt x="44" y="0"/>
                    </a:lnTo>
                    <a:lnTo>
                      <a:pt x="63" y="247"/>
                    </a:lnTo>
                    <a:lnTo>
                      <a:pt x="21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08" name="Freeform 90">
                <a:extLst>
                  <a:ext uri="{FF2B5EF4-FFF2-40B4-BE49-F238E27FC236}">
                    <a16:creationId xmlns:a16="http://schemas.microsoft.com/office/drawing/2014/main" id="{24BE7810-CFB0-4A42-A36C-4429C1C054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16651" y="5184776"/>
                <a:ext cx="36513" cy="133350"/>
              </a:xfrm>
              <a:custGeom>
                <a:avLst/>
                <a:gdLst>
                  <a:gd name="T0" fmla="*/ 26 w 68"/>
                  <a:gd name="T1" fmla="*/ 250 h 250"/>
                  <a:gd name="T2" fmla="*/ 0 w 68"/>
                  <a:gd name="T3" fmla="*/ 4 h 250"/>
                  <a:gd name="T4" fmla="*/ 42 w 68"/>
                  <a:gd name="T5" fmla="*/ 0 h 250"/>
                  <a:gd name="T6" fmla="*/ 68 w 68"/>
                  <a:gd name="T7" fmla="*/ 245 h 250"/>
                  <a:gd name="T8" fmla="*/ 26 w 68"/>
                  <a:gd name="T9" fmla="*/ 25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250">
                    <a:moveTo>
                      <a:pt x="26" y="250"/>
                    </a:moveTo>
                    <a:lnTo>
                      <a:pt x="0" y="4"/>
                    </a:lnTo>
                    <a:lnTo>
                      <a:pt x="42" y="0"/>
                    </a:lnTo>
                    <a:lnTo>
                      <a:pt x="68" y="245"/>
                    </a:lnTo>
                    <a:lnTo>
                      <a:pt x="26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09" name="Freeform 91">
                <a:extLst>
                  <a:ext uri="{FF2B5EF4-FFF2-40B4-BE49-F238E27FC236}">
                    <a16:creationId xmlns:a16="http://schemas.microsoft.com/office/drawing/2014/main" id="{2A8EC57A-873E-496A-A4C5-C1B2680971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59513" y="5180013"/>
                <a:ext cx="39688" cy="133350"/>
              </a:xfrm>
              <a:custGeom>
                <a:avLst/>
                <a:gdLst>
                  <a:gd name="T0" fmla="*/ 32 w 75"/>
                  <a:gd name="T1" fmla="*/ 250 h 250"/>
                  <a:gd name="T2" fmla="*/ 0 w 75"/>
                  <a:gd name="T3" fmla="*/ 7 h 250"/>
                  <a:gd name="T4" fmla="*/ 43 w 75"/>
                  <a:gd name="T5" fmla="*/ 0 h 250"/>
                  <a:gd name="T6" fmla="*/ 75 w 75"/>
                  <a:gd name="T7" fmla="*/ 245 h 250"/>
                  <a:gd name="T8" fmla="*/ 32 w 75"/>
                  <a:gd name="T9" fmla="*/ 25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5" h="250">
                    <a:moveTo>
                      <a:pt x="32" y="250"/>
                    </a:moveTo>
                    <a:lnTo>
                      <a:pt x="0" y="7"/>
                    </a:lnTo>
                    <a:lnTo>
                      <a:pt x="43" y="0"/>
                    </a:lnTo>
                    <a:lnTo>
                      <a:pt x="75" y="245"/>
                    </a:lnTo>
                    <a:lnTo>
                      <a:pt x="32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10" name="Freeform 92">
                <a:extLst>
                  <a:ext uri="{FF2B5EF4-FFF2-40B4-BE49-F238E27FC236}">
                    <a16:creationId xmlns:a16="http://schemas.microsoft.com/office/drawing/2014/main" id="{7CA21578-1E77-417A-81A5-59E87DCB1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00788" y="5175251"/>
                <a:ext cx="42863" cy="131763"/>
              </a:xfrm>
              <a:custGeom>
                <a:avLst/>
                <a:gdLst>
                  <a:gd name="T0" fmla="*/ 38 w 81"/>
                  <a:gd name="T1" fmla="*/ 250 h 250"/>
                  <a:gd name="T2" fmla="*/ 0 w 81"/>
                  <a:gd name="T3" fmla="*/ 7 h 250"/>
                  <a:gd name="T4" fmla="*/ 41 w 81"/>
                  <a:gd name="T5" fmla="*/ 0 h 250"/>
                  <a:gd name="T6" fmla="*/ 81 w 81"/>
                  <a:gd name="T7" fmla="*/ 244 h 250"/>
                  <a:gd name="T8" fmla="*/ 38 w 81"/>
                  <a:gd name="T9" fmla="*/ 25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250">
                    <a:moveTo>
                      <a:pt x="38" y="250"/>
                    </a:moveTo>
                    <a:lnTo>
                      <a:pt x="0" y="7"/>
                    </a:lnTo>
                    <a:lnTo>
                      <a:pt x="41" y="0"/>
                    </a:lnTo>
                    <a:lnTo>
                      <a:pt x="81" y="244"/>
                    </a:lnTo>
                    <a:lnTo>
                      <a:pt x="38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11" name="Freeform 93">
                <a:extLst>
                  <a:ext uri="{FF2B5EF4-FFF2-40B4-BE49-F238E27FC236}">
                    <a16:creationId xmlns:a16="http://schemas.microsoft.com/office/drawing/2014/main" id="{26DE68A6-4E7D-4105-BBCC-9FB79E22C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2063" y="5168901"/>
                <a:ext cx="46038" cy="131763"/>
              </a:xfrm>
              <a:custGeom>
                <a:avLst/>
                <a:gdLst>
                  <a:gd name="T0" fmla="*/ 46 w 87"/>
                  <a:gd name="T1" fmla="*/ 250 h 250"/>
                  <a:gd name="T2" fmla="*/ 0 w 87"/>
                  <a:gd name="T3" fmla="*/ 8 h 250"/>
                  <a:gd name="T4" fmla="*/ 42 w 87"/>
                  <a:gd name="T5" fmla="*/ 0 h 250"/>
                  <a:gd name="T6" fmla="*/ 87 w 87"/>
                  <a:gd name="T7" fmla="*/ 243 h 250"/>
                  <a:gd name="T8" fmla="*/ 46 w 87"/>
                  <a:gd name="T9" fmla="*/ 25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7" h="250">
                    <a:moveTo>
                      <a:pt x="46" y="250"/>
                    </a:moveTo>
                    <a:lnTo>
                      <a:pt x="0" y="8"/>
                    </a:lnTo>
                    <a:lnTo>
                      <a:pt x="42" y="0"/>
                    </a:lnTo>
                    <a:lnTo>
                      <a:pt x="87" y="243"/>
                    </a:lnTo>
                    <a:lnTo>
                      <a:pt x="46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12" name="Freeform 269">
                <a:extLst>
                  <a:ext uri="{FF2B5EF4-FFF2-40B4-BE49-F238E27FC236}">
                    <a16:creationId xmlns:a16="http://schemas.microsoft.com/office/drawing/2014/main" id="{DAFB4FBD-E107-4292-8B81-60D9C160D6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02338" y="5189538"/>
                <a:ext cx="25400" cy="131763"/>
              </a:xfrm>
              <a:custGeom>
                <a:avLst/>
                <a:gdLst>
                  <a:gd name="T0" fmla="*/ 0 w 47"/>
                  <a:gd name="T1" fmla="*/ 246 h 248"/>
                  <a:gd name="T2" fmla="*/ 5 w 47"/>
                  <a:gd name="T3" fmla="*/ 0 h 248"/>
                  <a:gd name="T4" fmla="*/ 47 w 47"/>
                  <a:gd name="T5" fmla="*/ 0 h 248"/>
                  <a:gd name="T6" fmla="*/ 42 w 47"/>
                  <a:gd name="T7" fmla="*/ 248 h 248"/>
                  <a:gd name="T8" fmla="*/ 0 w 47"/>
                  <a:gd name="T9" fmla="*/ 246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248">
                    <a:moveTo>
                      <a:pt x="0" y="246"/>
                    </a:moveTo>
                    <a:lnTo>
                      <a:pt x="5" y="0"/>
                    </a:lnTo>
                    <a:lnTo>
                      <a:pt x="47" y="0"/>
                    </a:lnTo>
                    <a:lnTo>
                      <a:pt x="42" y="248"/>
                    </a:lnTo>
                    <a:lnTo>
                      <a:pt x="0" y="2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13" name="Freeform 270">
                <a:extLst>
                  <a:ext uri="{FF2B5EF4-FFF2-40B4-BE49-F238E27FC236}">
                    <a16:creationId xmlns:a16="http://schemas.microsoft.com/office/drawing/2014/main" id="{5E3BDC1E-4EC8-4913-9736-FE63CF772F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48375" y="5191125"/>
                <a:ext cx="22225" cy="131763"/>
              </a:xfrm>
              <a:custGeom>
                <a:avLst/>
                <a:gdLst>
                  <a:gd name="T0" fmla="*/ 1 w 44"/>
                  <a:gd name="T1" fmla="*/ 247 h 247"/>
                  <a:gd name="T2" fmla="*/ 0 w 44"/>
                  <a:gd name="T3" fmla="*/ 0 h 247"/>
                  <a:gd name="T4" fmla="*/ 43 w 44"/>
                  <a:gd name="T5" fmla="*/ 0 h 247"/>
                  <a:gd name="T6" fmla="*/ 44 w 44"/>
                  <a:gd name="T7" fmla="*/ 247 h 247"/>
                  <a:gd name="T8" fmla="*/ 1 w 44"/>
                  <a:gd name="T9" fmla="*/ 247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247">
                    <a:moveTo>
                      <a:pt x="1" y="247"/>
                    </a:moveTo>
                    <a:lnTo>
                      <a:pt x="0" y="0"/>
                    </a:lnTo>
                    <a:lnTo>
                      <a:pt x="43" y="0"/>
                    </a:lnTo>
                    <a:lnTo>
                      <a:pt x="44" y="247"/>
                    </a:lnTo>
                    <a:lnTo>
                      <a:pt x="1" y="2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14" name="Freeform 271">
                <a:extLst>
                  <a:ext uri="{FF2B5EF4-FFF2-40B4-BE49-F238E27FC236}">
                    <a16:creationId xmlns:a16="http://schemas.microsoft.com/office/drawing/2014/main" id="{E9AB1B44-1E2D-42AD-AB2E-F108BE26F4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89650" y="5191125"/>
                <a:ext cx="26988" cy="131763"/>
              </a:xfrm>
              <a:custGeom>
                <a:avLst/>
                <a:gdLst>
                  <a:gd name="T0" fmla="*/ 8 w 50"/>
                  <a:gd name="T1" fmla="*/ 249 h 249"/>
                  <a:gd name="T2" fmla="*/ 0 w 50"/>
                  <a:gd name="T3" fmla="*/ 1 h 249"/>
                  <a:gd name="T4" fmla="*/ 43 w 50"/>
                  <a:gd name="T5" fmla="*/ 0 h 249"/>
                  <a:gd name="T6" fmla="*/ 50 w 50"/>
                  <a:gd name="T7" fmla="*/ 247 h 249"/>
                  <a:gd name="T8" fmla="*/ 8 w 50"/>
                  <a:gd name="T9" fmla="*/ 249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249">
                    <a:moveTo>
                      <a:pt x="8" y="249"/>
                    </a:moveTo>
                    <a:lnTo>
                      <a:pt x="0" y="1"/>
                    </a:lnTo>
                    <a:lnTo>
                      <a:pt x="43" y="0"/>
                    </a:lnTo>
                    <a:lnTo>
                      <a:pt x="50" y="247"/>
                    </a:lnTo>
                    <a:lnTo>
                      <a:pt x="8" y="2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15" name="Freeform 272">
                <a:extLst>
                  <a:ext uri="{FF2B5EF4-FFF2-40B4-BE49-F238E27FC236}">
                    <a16:creationId xmlns:a16="http://schemas.microsoft.com/office/drawing/2014/main" id="{74AC8999-63D7-48DB-B51C-40C3D4E5FD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32513" y="5191125"/>
                <a:ext cx="30163" cy="131763"/>
              </a:xfrm>
              <a:custGeom>
                <a:avLst/>
                <a:gdLst>
                  <a:gd name="T0" fmla="*/ 14 w 56"/>
                  <a:gd name="T1" fmla="*/ 248 h 248"/>
                  <a:gd name="T2" fmla="*/ 0 w 56"/>
                  <a:gd name="T3" fmla="*/ 2 h 248"/>
                  <a:gd name="T4" fmla="*/ 42 w 56"/>
                  <a:gd name="T5" fmla="*/ 0 h 248"/>
                  <a:gd name="T6" fmla="*/ 56 w 56"/>
                  <a:gd name="T7" fmla="*/ 246 h 248"/>
                  <a:gd name="T8" fmla="*/ 14 w 56"/>
                  <a:gd name="T9" fmla="*/ 248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248">
                    <a:moveTo>
                      <a:pt x="14" y="248"/>
                    </a:moveTo>
                    <a:lnTo>
                      <a:pt x="0" y="2"/>
                    </a:lnTo>
                    <a:lnTo>
                      <a:pt x="42" y="0"/>
                    </a:lnTo>
                    <a:lnTo>
                      <a:pt x="56" y="246"/>
                    </a:lnTo>
                    <a:lnTo>
                      <a:pt x="14" y="2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16" name="Freeform 273">
                <a:extLst>
                  <a:ext uri="{FF2B5EF4-FFF2-40B4-BE49-F238E27FC236}">
                    <a16:creationId xmlns:a16="http://schemas.microsoft.com/office/drawing/2014/main" id="{A99C4A6B-0B41-45AC-8F2B-B0C7E7D9F1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73788" y="5187950"/>
                <a:ext cx="33338" cy="131763"/>
              </a:xfrm>
              <a:custGeom>
                <a:avLst/>
                <a:gdLst>
                  <a:gd name="T0" fmla="*/ 21 w 63"/>
                  <a:gd name="T1" fmla="*/ 250 h 250"/>
                  <a:gd name="T2" fmla="*/ 0 w 63"/>
                  <a:gd name="T3" fmla="*/ 4 h 250"/>
                  <a:gd name="T4" fmla="*/ 44 w 63"/>
                  <a:gd name="T5" fmla="*/ 0 h 250"/>
                  <a:gd name="T6" fmla="*/ 63 w 63"/>
                  <a:gd name="T7" fmla="*/ 247 h 250"/>
                  <a:gd name="T8" fmla="*/ 21 w 63"/>
                  <a:gd name="T9" fmla="*/ 25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250">
                    <a:moveTo>
                      <a:pt x="21" y="250"/>
                    </a:moveTo>
                    <a:lnTo>
                      <a:pt x="0" y="4"/>
                    </a:lnTo>
                    <a:lnTo>
                      <a:pt x="44" y="0"/>
                    </a:lnTo>
                    <a:lnTo>
                      <a:pt x="63" y="247"/>
                    </a:lnTo>
                    <a:lnTo>
                      <a:pt x="21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417" name="Freeform 274">
                <a:extLst>
                  <a:ext uri="{FF2B5EF4-FFF2-40B4-BE49-F238E27FC236}">
                    <a16:creationId xmlns:a16="http://schemas.microsoft.com/office/drawing/2014/main" id="{01CD9355-1F2E-43D0-882B-CCFC2082AF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16650" y="5184775"/>
                <a:ext cx="36513" cy="133350"/>
              </a:xfrm>
              <a:custGeom>
                <a:avLst/>
                <a:gdLst>
                  <a:gd name="T0" fmla="*/ 26 w 68"/>
                  <a:gd name="T1" fmla="*/ 250 h 250"/>
                  <a:gd name="T2" fmla="*/ 0 w 68"/>
                  <a:gd name="T3" fmla="*/ 4 h 250"/>
                  <a:gd name="T4" fmla="*/ 42 w 68"/>
                  <a:gd name="T5" fmla="*/ 0 h 250"/>
                  <a:gd name="T6" fmla="*/ 68 w 68"/>
                  <a:gd name="T7" fmla="*/ 245 h 250"/>
                  <a:gd name="T8" fmla="*/ 26 w 68"/>
                  <a:gd name="T9" fmla="*/ 25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250">
                    <a:moveTo>
                      <a:pt x="26" y="250"/>
                    </a:moveTo>
                    <a:lnTo>
                      <a:pt x="0" y="4"/>
                    </a:lnTo>
                    <a:lnTo>
                      <a:pt x="42" y="0"/>
                    </a:lnTo>
                    <a:lnTo>
                      <a:pt x="68" y="245"/>
                    </a:lnTo>
                    <a:lnTo>
                      <a:pt x="26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0B04829D-1D21-4688-B22F-41E7712CD13C}"/>
              </a:ext>
            </a:extLst>
          </p:cNvPr>
          <p:cNvGrpSpPr/>
          <p:nvPr/>
        </p:nvGrpSpPr>
        <p:grpSpPr>
          <a:xfrm>
            <a:off x="4706641" y="2225825"/>
            <a:ext cx="2851151" cy="2957513"/>
            <a:chOff x="4652963" y="2068513"/>
            <a:chExt cx="2851151" cy="2957513"/>
          </a:xfrm>
        </p:grpSpPr>
        <p:sp>
          <p:nvSpPr>
            <p:cNvPr id="265" name="Freeform 63">
              <a:extLst>
                <a:ext uri="{FF2B5EF4-FFF2-40B4-BE49-F238E27FC236}">
                  <a16:creationId xmlns:a16="http://schemas.microsoft.com/office/drawing/2014/main" id="{8E258940-92A8-4E21-95CB-DE5BA51B3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9638" y="2354263"/>
              <a:ext cx="641350" cy="2181225"/>
            </a:xfrm>
            <a:custGeom>
              <a:avLst/>
              <a:gdLst>
                <a:gd name="T0" fmla="*/ 703 w 1214"/>
                <a:gd name="T1" fmla="*/ 4077 h 4122"/>
                <a:gd name="T2" fmla="*/ 621 w 1214"/>
                <a:gd name="T3" fmla="*/ 3982 h 4122"/>
                <a:gd name="T4" fmla="*/ 542 w 1214"/>
                <a:gd name="T5" fmla="*/ 3884 h 4122"/>
                <a:gd name="T6" fmla="*/ 469 w 1214"/>
                <a:gd name="T7" fmla="*/ 3782 h 4122"/>
                <a:gd name="T8" fmla="*/ 400 w 1214"/>
                <a:gd name="T9" fmla="*/ 3677 h 4122"/>
                <a:gd name="T10" fmla="*/ 337 w 1214"/>
                <a:gd name="T11" fmla="*/ 3567 h 4122"/>
                <a:gd name="T12" fmla="*/ 278 w 1214"/>
                <a:gd name="T13" fmla="*/ 3455 h 4122"/>
                <a:gd name="T14" fmla="*/ 225 w 1214"/>
                <a:gd name="T15" fmla="*/ 3340 h 4122"/>
                <a:gd name="T16" fmla="*/ 177 w 1214"/>
                <a:gd name="T17" fmla="*/ 3221 h 4122"/>
                <a:gd name="T18" fmla="*/ 134 w 1214"/>
                <a:gd name="T19" fmla="*/ 3099 h 4122"/>
                <a:gd name="T20" fmla="*/ 96 w 1214"/>
                <a:gd name="T21" fmla="*/ 2976 h 4122"/>
                <a:gd name="T22" fmla="*/ 66 w 1214"/>
                <a:gd name="T23" fmla="*/ 2849 h 4122"/>
                <a:gd name="T24" fmla="*/ 40 w 1214"/>
                <a:gd name="T25" fmla="*/ 2721 h 4122"/>
                <a:gd name="T26" fmla="*/ 21 w 1214"/>
                <a:gd name="T27" fmla="*/ 2589 h 4122"/>
                <a:gd name="T28" fmla="*/ 8 w 1214"/>
                <a:gd name="T29" fmla="*/ 2457 h 4122"/>
                <a:gd name="T30" fmla="*/ 2 w 1214"/>
                <a:gd name="T31" fmla="*/ 2322 h 4122"/>
                <a:gd name="T32" fmla="*/ 2 w 1214"/>
                <a:gd name="T33" fmla="*/ 2164 h 4122"/>
                <a:gd name="T34" fmla="*/ 13 w 1214"/>
                <a:gd name="T35" fmla="*/ 1990 h 4122"/>
                <a:gd name="T36" fmla="*/ 35 w 1214"/>
                <a:gd name="T37" fmla="*/ 1818 h 4122"/>
                <a:gd name="T38" fmla="*/ 67 w 1214"/>
                <a:gd name="T39" fmla="*/ 1650 h 4122"/>
                <a:gd name="T40" fmla="*/ 109 w 1214"/>
                <a:gd name="T41" fmla="*/ 1488 h 4122"/>
                <a:gd name="T42" fmla="*/ 162 w 1214"/>
                <a:gd name="T43" fmla="*/ 1329 h 4122"/>
                <a:gd name="T44" fmla="*/ 223 w 1214"/>
                <a:gd name="T45" fmla="*/ 1174 h 4122"/>
                <a:gd name="T46" fmla="*/ 294 w 1214"/>
                <a:gd name="T47" fmla="*/ 1025 h 4122"/>
                <a:gd name="T48" fmla="*/ 373 w 1214"/>
                <a:gd name="T49" fmla="*/ 880 h 4122"/>
                <a:gd name="T50" fmla="*/ 460 w 1214"/>
                <a:gd name="T51" fmla="*/ 742 h 4122"/>
                <a:gd name="T52" fmla="*/ 556 w 1214"/>
                <a:gd name="T53" fmla="*/ 610 h 4122"/>
                <a:gd name="T54" fmla="*/ 660 w 1214"/>
                <a:gd name="T55" fmla="*/ 483 h 4122"/>
                <a:gd name="T56" fmla="*/ 772 w 1214"/>
                <a:gd name="T57" fmla="*/ 362 h 4122"/>
                <a:gd name="T58" fmla="*/ 890 w 1214"/>
                <a:gd name="T59" fmla="*/ 250 h 4122"/>
                <a:gd name="T60" fmla="*/ 1014 w 1214"/>
                <a:gd name="T61" fmla="*/ 145 h 4122"/>
                <a:gd name="T62" fmla="*/ 1146 w 1214"/>
                <a:gd name="T63" fmla="*/ 46 h 4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14" h="4122">
                  <a:moveTo>
                    <a:pt x="745" y="4122"/>
                  </a:moveTo>
                  <a:lnTo>
                    <a:pt x="703" y="4077"/>
                  </a:lnTo>
                  <a:lnTo>
                    <a:pt x="660" y="4029"/>
                  </a:lnTo>
                  <a:lnTo>
                    <a:pt x="621" y="3982"/>
                  </a:lnTo>
                  <a:lnTo>
                    <a:pt x="581" y="3933"/>
                  </a:lnTo>
                  <a:lnTo>
                    <a:pt x="542" y="3884"/>
                  </a:lnTo>
                  <a:lnTo>
                    <a:pt x="505" y="3833"/>
                  </a:lnTo>
                  <a:lnTo>
                    <a:pt x="469" y="3782"/>
                  </a:lnTo>
                  <a:lnTo>
                    <a:pt x="435" y="3729"/>
                  </a:lnTo>
                  <a:lnTo>
                    <a:pt x="400" y="3677"/>
                  </a:lnTo>
                  <a:lnTo>
                    <a:pt x="368" y="3622"/>
                  </a:lnTo>
                  <a:lnTo>
                    <a:pt x="337" y="3567"/>
                  </a:lnTo>
                  <a:lnTo>
                    <a:pt x="307" y="3511"/>
                  </a:lnTo>
                  <a:lnTo>
                    <a:pt x="278" y="3455"/>
                  </a:lnTo>
                  <a:lnTo>
                    <a:pt x="252" y="3397"/>
                  </a:lnTo>
                  <a:lnTo>
                    <a:pt x="225" y="3340"/>
                  </a:lnTo>
                  <a:lnTo>
                    <a:pt x="200" y="3281"/>
                  </a:lnTo>
                  <a:lnTo>
                    <a:pt x="177" y="3221"/>
                  </a:lnTo>
                  <a:lnTo>
                    <a:pt x="154" y="3160"/>
                  </a:lnTo>
                  <a:lnTo>
                    <a:pt x="134" y="3099"/>
                  </a:lnTo>
                  <a:lnTo>
                    <a:pt x="114" y="3037"/>
                  </a:lnTo>
                  <a:lnTo>
                    <a:pt x="96" y="2976"/>
                  </a:lnTo>
                  <a:lnTo>
                    <a:pt x="81" y="2913"/>
                  </a:lnTo>
                  <a:lnTo>
                    <a:pt x="66" y="2849"/>
                  </a:lnTo>
                  <a:lnTo>
                    <a:pt x="52" y="2785"/>
                  </a:lnTo>
                  <a:lnTo>
                    <a:pt x="40" y="2721"/>
                  </a:lnTo>
                  <a:lnTo>
                    <a:pt x="30" y="2655"/>
                  </a:lnTo>
                  <a:lnTo>
                    <a:pt x="21" y="2589"/>
                  </a:lnTo>
                  <a:lnTo>
                    <a:pt x="13" y="2523"/>
                  </a:lnTo>
                  <a:lnTo>
                    <a:pt x="8" y="2457"/>
                  </a:lnTo>
                  <a:lnTo>
                    <a:pt x="4" y="2389"/>
                  </a:lnTo>
                  <a:lnTo>
                    <a:pt x="2" y="2322"/>
                  </a:lnTo>
                  <a:lnTo>
                    <a:pt x="0" y="2253"/>
                  </a:lnTo>
                  <a:lnTo>
                    <a:pt x="2" y="2164"/>
                  </a:lnTo>
                  <a:lnTo>
                    <a:pt x="5" y="2077"/>
                  </a:lnTo>
                  <a:lnTo>
                    <a:pt x="13" y="1990"/>
                  </a:lnTo>
                  <a:lnTo>
                    <a:pt x="22" y="1904"/>
                  </a:lnTo>
                  <a:lnTo>
                    <a:pt x="35" y="1818"/>
                  </a:lnTo>
                  <a:lnTo>
                    <a:pt x="49" y="1734"/>
                  </a:lnTo>
                  <a:lnTo>
                    <a:pt x="67" y="1650"/>
                  </a:lnTo>
                  <a:lnTo>
                    <a:pt x="86" y="1568"/>
                  </a:lnTo>
                  <a:lnTo>
                    <a:pt x="109" y="1488"/>
                  </a:lnTo>
                  <a:lnTo>
                    <a:pt x="134" y="1407"/>
                  </a:lnTo>
                  <a:lnTo>
                    <a:pt x="162" y="1329"/>
                  </a:lnTo>
                  <a:lnTo>
                    <a:pt x="191" y="1251"/>
                  </a:lnTo>
                  <a:lnTo>
                    <a:pt x="223" y="1174"/>
                  </a:lnTo>
                  <a:lnTo>
                    <a:pt x="257" y="1098"/>
                  </a:lnTo>
                  <a:lnTo>
                    <a:pt x="294" y="1025"/>
                  </a:lnTo>
                  <a:lnTo>
                    <a:pt x="332" y="952"/>
                  </a:lnTo>
                  <a:lnTo>
                    <a:pt x="373" y="880"/>
                  </a:lnTo>
                  <a:lnTo>
                    <a:pt x="416" y="811"/>
                  </a:lnTo>
                  <a:lnTo>
                    <a:pt x="460" y="742"/>
                  </a:lnTo>
                  <a:lnTo>
                    <a:pt x="508" y="675"/>
                  </a:lnTo>
                  <a:lnTo>
                    <a:pt x="556" y="610"/>
                  </a:lnTo>
                  <a:lnTo>
                    <a:pt x="608" y="546"/>
                  </a:lnTo>
                  <a:lnTo>
                    <a:pt x="660" y="483"/>
                  </a:lnTo>
                  <a:lnTo>
                    <a:pt x="714" y="423"/>
                  </a:lnTo>
                  <a:lnTo>
                    <a:pt x="772" y="362"/>
                  </a:lnTo>
                  <a:lnTo>
                    <a:pt x="829" y="306"/>
                  </a:lnTo>
                  <a:lnTo>
                    <a:pt x="890" y="250"/>
                  </a:lnTo>
                  <a:lnTo>
                    <a:pt x="951" y="196"/>
                  </a:lnTo>
                  <a:lnTo>
                    <a:pt x="1014" y="145"/>
                  </a:lnTo>
                  <a:lnTo>
                    <a:pt x="1079" y="95"/>
                  </a:lnTo>
                  <a:lnTo>
                    <a:pt x="1146" y="46"/>
                  </a:lnTo>
                  <a:lnTo>
                    <a:pt x="1214" y="0"/>
                  </a:lnTo>
                </a:path>
              </a:pathLst>
            </a:custGeom>
            <a:noFill/>
            <a:ln w="38100">
              <a:solidFill>
                <a:schemeClr val="accent4">
                  <a:alpha val="66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66" name="Freeform 64">
              <a:extLst>
                <a:ext uri="{FF2B5EF4-FFF2-40B4-BE49-F238E27FC236}">
                  <a16:creationId xmlns:a16="http://schemas.microsoft.com/office/drawing/2014/main" id="{78BF732D-3819-4C3D-B36E-ABD43E02F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3538" y="3952876"/>
              <a:ext cx="1965325" cy="1004888"/>
            </a:xfrm>
            <a:custGeom>
              <a:avLst/>
              <a:gdLst>
                <a:gd name="T0" fmla="*/ 3714 w 3714"/>
                <a:gd name="T1" fmla="*/ 0 h 1901"/>
                <a:gd name="T2" fmla="*/ 3682 w 3714"/>
                <a:gd name="T3" fmla="*/ 102 h 1901"/>
                <a:gd name="T4" fmla="*/ 3646 w 3714"/>
                <a:gd name="T5" fmla="*/ 203 h 1901"/>
                <a:gd name="T6" fmla="*/ 3606 w 3714"/>
                <a:gd name="T7" fmla="*/ 301 h 1901"/>
                <a:gd name="T8" fmla="*/ 3564 w 3714"/>
                <a:gd name="T9" fmla="*/ 398 h 1901"/>
                <a:gd name="T10" fmla="*/ 3516 w 3714"/>
                <a:gd name="T11" fmla="*/ 491 h 1901"/>
                <a:gd name="T12" fmla="*/ 3466 w 3714"/>
                <a:gd name="T13" fmla="*/ 583 h 1901"/>
                <a:gd name="T14" fmla="*/ 3412 w 3714"/>
                <a:gd name="T15" fmla="*/ 673 h 1901"/>
                <a:gd name="T16" fmla="*/ 3355 w 3714"/>
                <a:gd name="T17" fmla="*/ 760 h 1901"/>
                <a:gd name="T18" fmla="*/ 3295 w 3714"/>
                <a:gd name="T19" fmla="*/ 846 h 1901"/>
                <a:gd name="T20" fmla="*/ 3232 w 3714"/>
                <a:gd name="T21" fmla="*/ 928 h 1901"/>
                <a:gd name="T22" fmla="*/ 3165 w 3714"/>
                <a:gd name="T23" fmla="*/ 1008 h 1901"/>
                <a:gd name="T24" fmla="*/ 3096 w 3714"/>
                <a:gd name="T25" fmla="*/ 1085 h 1901"/>
                <a:gd name="T26" fmla="*/ 3023 w 3714"/>
                <a:gd name="T27" fmla="*/ 1159 h 1901"/>
                <a:gd name="T28" fmla="*/ 2949 w 3714"/>
                <a:gd name="T29" fmla="*/ 1229 h 1901"/>
                <a:gd name="T30" fmla="*/ 2870 w 3714"/>
                <a:gd name="T31" fmla="*/ 1297 h 1901"/>
                <a:gd name="T32" fmla="*/ 2791 w 3714"/>
                <a:gd name="T33" fmla="*/ 1363 h 1901"/>
                <a:gd name="T34" fmla="*/ 2708 w 3714"/>
                <a:gd name="T35" fmla="*/ 1424 h 1901"/>
                <a:gd name="T36" fmla="*/ 2623 w 3714"/>
                <a:gd name="T37" fmla="*/ 1483 h 1901"/>
                <a:gd name="T38" fmla="*/ 2535 w 3714"/>
                <a:gd name="T39" fmla="*/ 1538 h 1901"/>
                <a:gd name="T40" fmla="*/ 2445 w 3714"/>
                <a:gd name="T41" fmla="*/ 1590 h 1901"/>
                <a:gd name="T42" fmla="*/ 2353 w 3714"/>
                <a:gd name="T43" fmla="*/ 1637 h 1901"/>
                <a:gd name="T44" fmla="*/ 2259 w 3714"/>
                <a:gd name="T45" fmla="*/ 1682 h 1901"/>
                <a:gd name="T46" fmla="*/ 2163 w 3714"/>
                <a:gd name="T47" fmla="*/ 1722 h 1901"/>
                <a:gd name="T48" fmla="*/ 2066 w 3714"/>
                <a:gd name="T49" fmla="*/ 1759 h 1901"/>
                <a:gd name="T50" fmla="*/ 1966 w 3714"/>
                <a:gd name="T51" fmla="*/ 1791 h 1901"/>
                <a:gd name="T52" fmla="*/ 1865 w 3714"/>
                <a:gd name="T53" fmla="*/ 1820 h 1901"/>
                <a:gd name="T54" fmla="*/ 1762 w 3714"/>
                <a:gd name="T55" fmla="*/ 1845 h 1901"/>
                <a:gd name="T56" fmla="*/ 1657 w 3714"/>
                <a:gd name="T57" fmla="*/ 1864 h 1901"/>
                <a:gd name="T58" fmla="*/ 1552 w 3714"/>
                <a:gd name="T59" fmla="*/ 1881 h 1901"/>
                <a:gd name="T60" fmla="*/ 1444 w 3714"/>
                <a:gd name="T61" fmla="*/ 1892 h 1901"/>
                <a:gd name="T62" fmla="*/ 1335 w 3714"/>
                <a:gd name="T63" fmla="*/ 1898 h 1901"/>
                <a:gd name="T64" fmla="*/ 1226 w 3714"/>
                <a:gd name="T65" fmla="*/ 1901 h 1901"/>
                <a:gd name="T66" fmla="*/ 1185 w 3714"/>
                <a:gd name="T67" fmla="*/ 1901 h 1901"/>
                <a:gd name="T68" fmla="*/ 1143 w 3714"/>
                <a:gd name="T69" fmla="*/ 1900 h 1901"/>
                <a:gd name="T70" fmla="*/ 1102 w 3714"/>
                <a:gd name="T71" fmla="*/ 1898 h 1901"/>
                <a:gd name="T72" fmla="*/ 1061 w 3714"/>
                <a:gd name="T73" fmla="*/ 1896 h 1901"/>
                <a:gd name="T74" fmla="*/ 1020 w 3714"/>
                <a:gd name="T75" fmla="*/ 1893 h 1901"/>
                <a:gd name="T76" fmla="*/ 980 w 3714"/>
                <a:gd name="T77" fmla="*/ 1889 h 1901"/>
                <a:gd name="T78" fmla="*/ 939 w 3714"/>
                <a:gd name="T79" fmla="*/ 1884 h 1901"/>
                <a:gd name="T80" fmla="*/ 900 w 3714"/>
                <a:gd name="T81" fmla="*/ 1881 h 1901"/>
                <a:gd name="T82" fmla="*/ 859 w 3714"/>
                <a:gd name="T83" fmla="*/ 1874 h 1901"/>
                <a:gd name="T84" fmla="*/ 819 w 3714"/>
                <a:gd name="T85" fmla="*/ 1869 h 1901"/>
                <a:gd name="T86" fmla="*/ 779 w 3714"/>
                <a:gd name="T87" fmla="*/ 1861 h 1901"/>
                <a:gd name="T88" fmla="*/ 740 w 3714"/>
                <a:gd name="T89" fmla="*/ 1855 h 1901"/>
                <a:gd name="T90" fmla="*/ 661 w 3714"/>
                <a:gd name="T91" fmla="*/ 1838 h 1901"/>
                <a:gd name="T92" fmla="*/ 584 w 3714"/>
                <a:gd name="T93" fmla="*/ 1819 h 1901"/>
                <a:gd name="T94" fmla="*/ 508 w 3714"/>
                <a:gd name="T95" fmla="*/ 1797 h 1901"/>
                <a:gd name="T96" fmla="*/ 432 w 3714"/>
                <a:gd name="T97" fmla="*/ 1774 h 1901"/>
                <a:gd name="T98" fmla="*/ 358 w 3714"/>
                <a:gd name="T99" fmla="*/ 1748 h 1901"/>
                <a:gd name="T100" fmla="*/ 283 w 3714"/>
                <a:gd name="T101" fmla="*/ 1720 h 1901"/>
                <a:gd name="T102" fmla="*/ 212 w 3714"/>
                <a:gd name="T103" fmla="*/ 1690 h 1901"/>
                <a:gd name="T104" fmla="*/ 140 w 3714"/>
                <a:gd name="T105" fmla="*/ 1657 h 1901"/>
                <a:gd name="T106" fmla="*/ 69 w 3714"/>
                <a:gd name="T107" fmla="*/ 1623 h 1901"/>
                <a:gd name="T108" fmla="*/ 0 w 3714"/>
                <a:gd name="T109" fmla="*/ 1586 h 1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714" h="1901">
                  <a:moveTo>
                    <a:pt x="3714" y="0"/>
                  </a:moveTo>
                  <a:lnTo>
                    <a:pt x="3682" y="102"/>
                  </a:lnTo>
                  <a:lnTo>
                    <a:pt x="3646" y="203"/>
                  </a:lnTo>
                  <a:lnTo>
                    <a:pt x="3606" y="301"/>
                  </a:lnTo>
                  <a:lnTo>
                    <a:pt x="3564" y="398"/>
                  </a:lnTo>
                  <a:lnTo>
                    <a:pt x="3516" y="491"/>
                  </a:lnTo>
                  <a:lnTo>
                    <a:pt x="3466" y="583"/>
                  </a:lnTo>
                  <a:lnTo>
                    <a:pt x="3412" y="673"/>
                  </a:lnTo>
                  <a:lnTo>
                    <a:pt x="3355" y="760"/>
                  </a:lnTo>
                  <a:lnTo>
                    <a:pt x="3295" y="846"/>
                  </a:lnTo>
                  <a:lnTo>
                    <a:pt x="3232" y="928"/>
                  </a:lnTo>
                  <a:lnTo>
                    <a:pt x="3165" y="1008"/>
                  </a:lnTo>
                  <a:lnTo>
                    <a:pt x="3096" y="1085"/>
                  </a:lnTo>
                  <a:lnTo>
                    <a:pt x="3023" y="1159"/>
                  </a:lnTo>
                  <a:lnTo>
                    <a:pt x="2949" y="1229"/>
                  </a:lnTo>
                  <a:lnTo>
                    <a:pt x="2870" y="1297"/>
                  </a:lnTo>
                  <a:lnTo>
                    <a:pt x="2791" y="1363"/>
                  </a:lnTo>
                  <a:lnTo>
                    <a:pt x="2708" y="1424"/>
                  </a:lnTo>
                  <a:lnTo>
                    <a:pt x="2623" y="1483"/>
                  </a:lnTo>
                  <a:lnTo>
                    <a:pt x="2535" y="1538"/>
                  </a:lnTo>
                  <a:lnTo>
                    <a:pt x="2445" y="1590"/>
                  </a:lnTo>
                  <a:lnTo>
                    <a:pt x="2353" y="1637"/>
                  </a:lnTo>
                  <a:lnTo>
                    <a:pt x="2259" y="1682"/>
                  </a:lnTo>
                  <a:lnTo>
                    <a:pt x="2163" y="1722"/>
                  </a:lnTo>
                  <a:lnTo>
                    <a:pt x="2066" y="1759"/>
                  </a:lnTo>
                  <a:lnTo>
                    <a:pt x="1966" y="1791"/>
                  </a:lnTo>
                  <a:lnTo>
                    <a:pt x="1865" y="1820"/>
                  </a:lnTo>
                  <a:lnTo>
                    <a:pt x="1762" y="1845"/>
                  </a:lnTo>
                  <a:lnTo>
                    <a:pt x="1657" y="1864"/>
                  </a:lnTo>
                  <a:lnTo>
                    <a:pt x="1552" y="1881"/>
                  </a:lnTo>
                  <a:lnTo>
                    <a:pt x="1444" y="1892"/>
                  </a:lnTo>
                  <a:lnTo>
                    <a:pt x="1335" y="1898"/>
                  </a:lnTo>
                  <a:lnTo>
                    <a:pt x="1226" y="1901"/>
                  </a:lnTo>
                  <a:lnTo>
                    <a:pt x="1185" y="1901"/>
                  </a:lnTo>
                  <a:lnTo>
                    <a:pt x="1143" y="1900"/>
                  </a:lnTo>
                  <a:lnTo>
                    <a:pt x="1102" y="1898"/>
                  </a:lnTo>
                  <a:lnTo>
                    <a:pt x="1061" y="1896"/>
                  </a:lnTo>
                  <a:lnTo>
                    <a:pt x="1020" y="1893"/>
                  </a:lnTo>
                  <a:lnTo>
                    <a:pt x="980" y="1889"/>
                  </a:lnTo>
                  <a:lnTo>
                    <a:pt x="939" y="1884"/>
                  </a:lnTo>
                  <a:lnTo>
                    <a:pt x="900" y="1881"/>
                  </a:lnTo>
                  <a:lnTo>
                    <a:pt x="859" y="1874"/>
                  </a:lnTo>
                  <a:lnTo>
                    <a:pt x="819" y="1869"/>
                  </a:lnTo>
                  <a:lnTo>
                    <a:pt x="779" y="1861"/>
                  </a:lnTo>
                  <a:lnTo>
                    <a:pt x="740" y="1855"/>
                  </a:lnTo>
                  <a:lnTo>
                    <a:pt x="661" y="1838"/>
                  </a:lnTo>
                  <a:lnTo>
                    <a:pt x="584" y="1819"/>
                  </a:lnTo>
                  <a:lnTo>
                    <a:pt x="508" y="1797"/>
                  </a:lnTo>
                  <a:lnTo>
                    <a:pt x="432" y="1774"/>
                  </a:lnTo>
                  <a:lnTo>
                    <a:pt x="358" y="1748"/>
                  </a:lnTo>
                  <a:lnTo>
                    <a:pt x="283" y="1720"/>
                  </a:lnTo>
                  <a:lnTo>
                    <a:pt x="212" y="1690"/>
                  </a:lnTo>
                  <a:lnTo>
                    <a:pt x="140" y="1657"/>
                  </a:lnTo>
                  <a:lnTo>
                    <a:pt x="69" y="1623"/>
                  </a:lnTo>
                  <a:lnTo>
                    <a:pt x="0" y="1586"/>
                  </a:lnTo>
                </a:path>
              </a:pathLst>
            </a:custGeom>
            <a:noFill/>
            <a:ln w="38100">
              <a:solidFill>
                <a:schemeClr val="accent4">
                  <a:alpha val="66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67" name="Freeform 65">
              <a:extLst>
                <a:ext uri="{FF2B5EF4-FFF2-40B4-BE49-F238E27FC236}">
                  <a16:creationId xmlns:a16="http://schemas.microsoft.com/office/drawing/2014/main" id="{8C5E336B-69B8-4E71-A765-CA35CB5D7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1038" y="2136776"/>
              <a:ext cx="1687513" cy="1185863"/>
            </a:xfrm>
            <a:custGeom>
              <a:avLst/>
              <a:gdLst>
                <a:gd name="T0" fmla="*/ 0 w 3189"/>
                <a:gd name="T1" fmla="*/ 76 h 2243"/>
                <a:gd name="T2" fmla="*/ 75 w 3189"/>
                <a:gd name="T3" fmla="*/ 58 h 2243"/>
                <a:gd name="T4" fmla="*/ 152 w 3189"/>
                <a:gd name="T5" fmla="*/ 42 h 2243"/>
                <a:gd name="T6" fmla="*/ 229 w 3189"/>
                <a:gd name="T7" fmla="*/ 29 h 2243"/>
                <a:gd name="T8" fmla="*/ 307 w 3189"/>
                <a:gd name="T9" fmla="*/ 19 h 2243"/>
                <a:gd name="T10" fmla="*/ 387 w 3189"/>
                <a:gd name="T11" fmla="*/ 10 h 2243"/>
                <a:gd name="T12" fmla="*/ 466 w 3189"/>
                <a:gd name="T13" fmla="*/ 5 h 2243"/>
                <a:gd name="T14" fmla="*/ 546 w 3189"/>
                <a:gd name="T15" fmla="*/ 1 h 2243"/>
                <a:gd name="T16" fmla="*/ 626 w 3189"/>
                <a:gd name="T17" fmla="*/ 0 h 2243"/>
                <a:gd name="T18" fmla="*/ 747 w 3189"/>
                <a:gd name="T19" fmla="*/ 3 h 2243"/>
                <a:gd name="T20" fmla="*/ 866 w 3189"/>
                <a:gd name="T21" fmla="*/ 12 h 2243"/>
                <a:gd name="T22" fmla="*/ 984 w 3189"/>
                <a:gd name="T23" fmla="*/ 26 h 2243"/>
                <a:gd name="T24" fmla="*/ 1099 w 3189"/>
                <a:gd name="T25" fmla="*/ 45 h 2243"/>
                <a:gd name="T26" fmla="*/ 1213 w 3189"/>
                <a:gd name="T27" fmla="*/ 69 h 2243"/>
                <a:gd name="T28" fmla="*/ 1326 w 3189"/>
                <a:gd name="T29" fmla="*/ 97 h 2243"/>
                <a:gd name="T30" fmla="*/ 1436 w 3189"/>
                <a:gd name="T31" fmla="*/ 132 h 2243"/>
                <a:gd name="T32" fmla="*/ 1545 w 3189"/>
                <a:gd name="T33" fmla="*/ 172 h 2243"/>
                <a:gd name="T34" fmla="*/ 1650 w 3189"/>
                <a:gd name="T35" fmla="*/ 215 h 2243"/>
                <a:gd name="T36" fmla="*/ 1754 w 3189"/>
                <a:gd name="T37" fmla="*/ 264 h 2243"/>
                <a:gd name="T38" fmla="*/ 1855 w 3189"/>
                <a:gd name="T39" fmla="*/ 317 h 2243"/>
                <a:gd name="T40" fmla="*/ 1954 w 3189"/>
                <a:gd name="T41" fmla="*/ 374 h 2243"/>
                <a:gd name="T42" fmla="*/ 2049 w 3189"/>
                <a:gd name="T43" fmla="*/ 436 h 2243"/>
                <a:gd name="T44" fmla="*/ 2142 w 3189"/>
                <a:gd name="T45" fmla="*/ 501 h 2243"/>
                <a:gd name="T46" fmla="*/ 2232 w 3189"/>
                <a:gd name="T47" fmla="*/ 572 h 2243"/>
                <a:gd name="T48" fmla="*/ 2319 w 3189"/>
                <a:gd name="T49" fmla="*/ 645 h 2243"/>
                <a:gd name="T50" fmla="*/ 2402 w 3189"/>
                <a:gd name="T51" fmla="*/ 722 h 2243"/>
                <a:gd name="T52" fmla="*/ 2483 w 3189"/>
                <a:gd name="T53" fmla="*/ 802 h 2243"/>
                <a:gd name="T54" fmla="*/ 2560 w 3189"/>
                <a:gd name="T55" fmla="*/ 887 h 2243"/>
                <a:gd name="T56" fmla="*/ 2633 w 3189"/>
                <a:gd name="T57" fmla="*/ 974 h 2243"/>
                <a:gd name="T58" fmla="*/ 2702 w 3189"/>
                <a:gd name="T59" fmla="*/ 1065 h 2243"/>
                <a:gd name="T60" fmla="*/ 2768 w 3189"/>
                <a:gd name="T61" fmla="*/ 1159 h 2243"/>
                <a:gd name="T62" fmla="*/ 2830 w 3189"/>
                <a:gd name="T63" fmla="*/ 1256 h 2243"/>
                <a:gd name="T64" fmla="*/ 2888 w 3189"/>
                <a:gd name="T65" fmla="*/ 1356 h 2243"/>
                <a:gd name="T66" fmla="*/ 2941 w 3189"/>
                <a:gd name="T67" fmla="*/ 1459 h 2243"/>
                <a:gd name="T68" fmla="*/ 2991 w 3189"/>
                <a:gd name="T69" fmla="*/ 1564 h 2243"/>
                <a:gd name="T70" fmla="*/ 3035 w 3189"/>
                <a:gd name="T71" fmla="*/ 1671 h 2243"/>
                <a:gd name="T72" fmla="*/ 3076 w 3189"/>
                <a:gd name="T73" fmla="*/ 1782 h 2243"/>
                <a:gd name="T74" fmla="*/ 3111 w 3189"/>
                <a:gd name="T75" fmla="*/ 1893 h 2243"/>
                <a:gd name="T76" fmla="*/ 3143 w 3189"/>
                <a:gd name="T77" fmla="*/ 2008 h 2243"/>
                <a:gd name="T78" fmla="*/ 3169 w 3189"/>
                <a:gd name="T79" fmla="*/ 2124 h 2243"/>
                <a:gd name="T80" fmla="*/ 3189 w 3189"/>
                <a:gd name="T81" fmla="*/ 2243 h 2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189" h="2243">
                  <a:moveTo>
                    <a:pt x="0" y="76"/>
                  </a:moveTo>
                  <a:lnTo>
                    <a:pt x="75" y="58"/>
                  </a:lnTo>
                  <a:lnTo>
                    <a:pt x="152" y="42"/>
                  </a:lnTo>
                  <a:lnTo>
                    <a:pt x="229" y="29"/>
                  </a:lnTo>
                  <a:lnTo>
                    <a:pt x="307" y="19"/>
                  </a:lnTo>
                  <a:lnTo>
                    <a:pt x="387" y="10"/>
                  </a:lnTo>
                  <a:lnTo>
                    <a:pt x="466" y="5"/>
                  </a:lnTo>
                  <a:lnTo>
                    <a:pt x="546" y="1"/>
                  </a:lnTo>
                  <a:lnTo>
                    <a:pt x="626" y="0"/>
                  </a:lnTo>
                  <a:lnTo>
                    <a:pt x="747" y="3"/>
                  </a:lnTo>
                  <a:lnTo>
                    <a:pt x="866" y="12"/>
                  </a:lnTo>
                  <a:lnTo>
                    <a:pt x="984" y="26"/>
                  </a:lnTo>
                  <a:lnTo>
                    <a:pt x="1099" y="45"/>
                  </a:lnTo>
                  <a:lnTo>
                    <a:pt x="1213" y="69"/>
                  </a:lnTo>
                  <a:lnTo>
                    <a:pt x="1326" y="97"/>
                  </a:lnTo>
                  <a:lnTo>
                    <a:pt x="1436" y="132"/>
                  </a:lnTo>
                  <a:lnTo>
                    <a:pt x="1545" y="172"/>
                  </a:lnTo>
                  <a:lnTo>
                    <a:pt x="1650" y="215"/>
                  </a:lnTo>
                  <a:lnTo>
                    <a:pt x="1754" y="264"/>
                  </a:lnTo>
                  <a:lnTo>
                    <a:pt x="1855" y="317"/>
                  </a:lnTo>
                  <a:lnTo>
                    <a:pt x="1954" y="374"/>
                  </a:lnTo>
                  <a:lnTo>
                    <a:pt x="2049" y="436"/>
                  </a:lnTo>
                  <a:lnTo>
                    <a:pt x="2142" y="501"/>
                  </a:lnTo>
                  <a:lnTo>
                    <a:pt x="2232" y="572"/>
                  </a:lnTo>
                  <a:lnTo>
                    <a:pt x="2319" y="645"/>
                  </a:lnTo>
                  <a:lnTo>
                    <a:pt x="2402" y="722"/>
                  </a:lnTo>
                  <a:lnTo>
                    <a:pt x="2483" y="802"/>
                  </a:lnTo>
                  <a:lnTo>
                    <a:pt x="2560" y="887"/>
                  </a:lnTo>
                  <a:lnTo>
                    <a:pt x="2633" y="974"/>
                  </a:lnTo>
                  <a:lnTo>
                    <a:pt x="2702" y="1065"/>
                  </a:lnTo>
                  <a:lnTo>
                    <a:pt x="2768" y="1159"/>
                  </a:lnTo>
                  <a:lnTo>
                    <a:pt x="2830" y="1256"/>
                  </a:lnTo>
                  <a:lnTo>
                    <a:pt x="2888" y="1356"/>
                  </a:lnTo>
                  <a:lnTo>
                    <a:pt x="2941" y="1459"/>
                  </a:lnTo>
                  <a:lnTo>
                    <a:pt x="2991" y="1564"/>
                  </a:lnTo>
                  <a:lnTo>
                    <a:pt x="3035" y="1671"/>
                  </a:lnTo>
                  <a:lnTo>
                    <a:pt x="3076" y="1782"/>
                  </a:lnTo>
                  <a:lnTo>
                    <a:pt x="3111" y="1893"/>
                  </a:lnTo>
                  <a:lnTo>
                    <a:pt x="3143" y="2008"/>
                  </a:lnTo>
                  <a:lnTo>
                    <a:pt x="3169" y="2124"/>
                  </a:lnTo>
                  <a:lnTo>
                    <a:pt x="3189" y="2243"/>
                  </a:lnTo>
                </a:path>
              </a:pathLst>
            </a:custGeom>
            <a:noFill/>
            <a:ln w="38100">
              <a:solidFill>
                <a:schemeClr val="accent4">
                  <a:alpha val="66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68" name="Freeform 67">
              <a:extLst>
                <a:ext uri="{FF2B5EF4-FFF2-40B4-BE49-F238E27FC236}">
                  <a16:creationId xmlns:a16="http://schemas.microsoft.com/office/drawing/2014/main" id="{BDA9F80B-4987-40BC-BCF4-C40CCF9C33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8501" y="3841751"/>
              <a:ext cx="1725613" cy="1184275"/>
            </a:xfrm>
            <a:custGeom>
              <a:avLst/>
              <a:gdLst>
                <a:gd name="T0" fmla="*/ 3261 w 3261"/>
                <a:gd name="T1" fmla="*/ 0 h 2237"/>
                <a:gd name="T2" fmla="*/ 3235 w 3261"/>
                <a:gd name="T3" fmla="*/ 120 h 2237"/>
                <a:gd name="T4" fmla="*/ 3204 w 3261"/>
                <a:gd name="T5" fmla="*/ 236 h 2237"/>
                <a:gd name="T6" fmla="*/ 3168 w 3261"/>
                <a:gd name="T7" fmla="*/ 352 h 2237"/>
                <a:gd name="T8" fmla="*/ 3129 w 3261"/>
                <a:gd name="T9" fmla="*/ 463 h 2237"/>
                <a:gd name="T10" fmla="*/ 3084 w 3261"/>
                <a:gd name="T11" fmla="*/ 573 h 2237"/>
                <a:gd name="T12" fmla="*/ 3034 w 3261"/>
                <a:gd name="T13" fmla="*/ 681 h 2237"/>
                <a:gd name="T14" fmla="*/ 2981 w 3261"/>
                <a:gd name="T15" fmla="*/ 786 h 2237"/>
                <a:gd name="T16" fmla="*/ 2924 w 3261"/>
                <a:gd name="T17" fmla="*/ 889 h 2237"/>
                <a:gd name="T18" fmla="*/ 2862 w 3261"/>
                <a:gd name="T19" fmla="*/ 989 h 2237"/>
                <a:gd name="T20" fmla="*/ 2797 w 3261"/>
                <a:gd name="T21" fmla="*/ 1085 h 2237"/>
                <a:gd name="T22" fmla="*/ 2728 w 3261"/>
                <a:gd name="T23" fmla="*/ 1178 h 2237"/>
                <a:gd name="T24" fmla="*/ 2655 w 3261"/>
                <a:gd name="T25" fmla="*/ 1269 h 2237"/>
                <a:gd name="T26" fmla="*/ 2578 w 3261"/>
                <a:gd name="T27" fmla="*/ 1356 h 2237"/>
                <a:gd name="T28" fmla="*/ 2497 w 3261"/>
                <a:gd name="T29" fmla="*/ 1440 h 2237"/>
                <a:gd name="T30" fmla="*/ 2414 w 3261"/>
                <a:gd name="T31" fmla="*/ 1520 h 2237"/>
                <a:gd name="T32" fmla="*/ 2328 w 3261"/>
                <a:gd name="T33" fmla="*/ 1597 h 2237"/>
                <a:gd name="T34" fmla="*/ 2238 w 3261"/>
                <a:gd name="T35" fmla="*/ 1670 h 2237"/>
                <a:gd name="T36" fmla="*/ 2145 w 3261"/>
                <a:gd name="T37" fmla="*/ 1740 h 2237"/>
                <a:gd name="T38" fmla="*/ 2050 w 3261"/>
                <a:gd name="T39" fmla="*/ 1805 h 2237"/>
                <a:gd name="T40" fmla="*/ 1951 w 3261"/>
                <a:gd name="T41" fmla="*/ 1866 h 2237"/>
                <a:gd name="T42" fmla="*/ 1850 w 3261"/>
                <a:gd name="T43" fmla="*/ 1923 h 2237"/>
                <a:gd name="T44" fmla="*/ 1746 w 3261"/>
                <a:gd name="T45" fmla="*/ 1975 h 2237"/>
                <a:gd name="T46" fmla="*/ 1640 w 3261"/>
                <a:gd name="T47" fmla="*/ 2024 h 2237"/>
                <a:gd name="T48" fmla="*/ 1532 w 3261"/>
                <a:gd name="T49" fmla="*/ 2068 h 2237"/>
                <a:gd name="T50" fmla="*/ 1421 w 3261"/>
                <a:gd name="T51" fmla="*/ 2106 h 2237"/>
                <a:gd name="T52" fmla="*/ 1309 w 3261"/>
                <a:gd name="T53" fmla="*/ 2139 h 2237"/>
                <a:gd name="T54" fmla="*/ 1194 w 3261"/>
                <a:gd name="T55" fmla="*/ 2169 h 2237"/>
                <a:gd name="T56" fmla="*/ 1077 w 3261"/>
                <a:gd name="T57" fmla="*/ 2193 h 2237"/>
                <a:gd name="T58" fmla="*/ 959 w 3261"/>
                <a:gd name="T59" fmla="*/ 2213 h 2237"/>
                <a:gd name="T60" fmla="*/ 839 w 3261"/>
                <a:gd name="T61" fmla="*/ 2227 h 2237"/>
                <a:gd name="T62" fmla="*/ 718 w 3261"/>
                <a:gd name="T63" fmla="*/ 2234 h 2237"/>
                <a:gd name="T64" fmla="*/ 595 w 3261"/>
                <a:gd name="T65" fmla="*/ 2237 h 2237"/>
                <a:gd name="T66" fmla="*/ 519 w 3261"/>
                <a:gd name="T67" fmla="*/ 2236 h 2237"/>
                <a:gd name="T68" fmla="*/ 443 w 3261"/>
                <a:gd name="T69" fmla="*/ 2233 h 2237"/>
                <a:gd name="T70" fmla="*/ 367 w 3261"/>
                <a:gd name="T71" fmla="*/ 2228 h 2237"/>
                <a:gd name="T72" fmla="*/ 292 w 3261"/>
                <a:gd name="T73" fmla="*/ 2220 h 2237"/>
                <a:gd name="T74" fmla="*/ 217 w 3261"/>
                <a:gd name="T75" fmla="*/ 2210 h 2237"/>
                <a:gd name="T76" fmla="*/ 144 w 3261"/>
                <a:gd name="T77" fmla="*/ 2198 h 2237"/>
                <a:gd name="T78" fmla="*/ 71 w 3261"/>
                <a:gd name="T79" fmla="*/ 2186 h 2237"/>
                <a:gd name="T80" fmla="*/ 0 w 3261"/>
                <a:gd name="T81" fmla="*/ 2170 h 2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261" h="2237">
                  <a:moveTo>
                    <a:pt x="3261" y="0"/>
                  </a:moveTo>
                  <a:lnTo>
                    <a:pt x="3235" y="120"/>
                  </a:lnTo>
                  <a:lnTo>
                    <a:pt x="3204" y="236"/>
                  </a:lnTo>
                  <a:lnTo>
                    <a:pt x="3168" y="352"/>
                  </a:lnTo>
                  <a:lnTo>
                    <a:pt x="3129" y="463"/>
                  </a:lnTo>
                  <a:lnTo>
                    <a:pt x="3084" y="573"/>
                  </a:lnTo>
                  <a:lnTo>
                    <a:pt x="3034" y="681"/>
                  </a:lnTo>
                  <a:lnTo>
                    <a:pt x="2981" y="786"/>
                  </a:lnTo>
                  <a:lnTo>
                    <a:pt x="2924" y="889"/>
                  </a:lnTo>
                  <a:lnTo>
                    <a:pt x="2862" y="989"/>
                  </a:lnTo>
                  <a:lnTo>
                    <a:pt x="2797" y="1085"/>
                  </a:lnTo>
                  <a:lnTo>
                    <a:pt x="2728" y="1178"/>
                  </a:lnTo>
                  <a:lnTo>
                    <a:pt x="2655" y="1269"/>
                  </a:lnTo>
                  <a:lnTo>
                    <a:pt x="2578" y="1356"/>
                  </a:lnTo>
                  <a:lnTo>
                    <a:pt x="2497" y="1440"/>
                  </a:lnTo>
                  <a:lnTo>
                    <a:pt x="2414" y="1520"/>
                  </a:lnTo>
                  <a:lnTo>
                    <a:pt x="2328" y="1597"/>
                  </a:lnTo>
                  <a:lnTo>
                    <a:pt x="2238" y="1670"/>
                  </a:lnTo>
                  <a:lnTo>
                    <a:pt x="2145" y="1740"/>
                  </a:lnTo>
                  <a:lnTo>
                    <a:pt x="2050" y="1805"/>
                  </a:lnTo>
                  <a:lnTo>
                    <a:pt x="1951" y="1866"/>
                  </a:lnTo>
                  <a:lnTo>
                    <a:pt x="1850" y="1923"/>
                  </a:lnTo>
                  <a:lnTo>
                    <a:pt x="1746" y="1975"/>
                  </a:lnTo>
                  <a:lnTo>
                    <a:pt x="1640" y="2024"/>
                  </a:lnTo>
                  <a:lnTo>
                    <a:pt x="1532" y="2068"/>
                  </a:lnTo>
                  <a:lnTo>
                    <a:pt x="1421" y="2106"/>
                  </a:lnTo>
                  <a:lnTo>
                    <a:pt x="1309" y="2139"/>
                  </a:lnTo>
                  <a:lnTo>
                    <a:pt x="1194" y="2169"/>
                  </a:lnTo>
                  <a:lnTo>
                    <a:pt x="1077" y="2193"/>
                  </a:lnTo>
                  <a:lnTo>
                    <a:pt x="959" y="2213"/>
                  </a:lnTo>
                  <a:lnTo>
                    <a:pt x="839" y="2227"/>
                  </a:lnTo>
                  <a:lnTo>
                    <a:pt x="718" y="2234"/>
                  </a:lnTo>
                  <a:lnTo>
                    <a:pt x="595" y="2237"/>
                  </a:lnTo>
                  <a:lnTo>
                    <a:pt x="519" y="2236"/>
                  </a:lnTo>
                  <a:lnTo>
                    <a:pt x="443" y="2233"/>
                  </a:lnTo>
                  <a:lnTo>
                    <a:pt x="367" y="2228"/>
                  </a:lnTo>
                  <a:lnTo>
                    <a:pt x="292" y="2220"/>
                  </a:lnTo>
                  <a:lnTo>
                    <a:pt x="217" y="2210"/>
                  </a:lnTo>
                  <a:lnTo>
                    <a:pt x="144" y="2198"/>
                  </a:lnTo>
                  <a:lnTo>
                    <a:pt x="71" y="2186"/>
                  </a:lnTo>
                  <a:lnTo>
                    <a:pt x="0" y="2170"/>
                  </a:lnTo>
                </a:path>
              </a:pathLst>
            </a:custGeom>
            <a:noFill/>
            <a:ln w="38100">
              <a:solidFill>
                <a:schemeClr val="accent4">
                  <a:alpha val="66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69" name="Freeform 68">
              <a:extLst>
                <a:ext uri="{FF2B5EF4-FFF2-40B4-BE49-F238E27FC236}">
                  <a16:creationId xmlns:a16="http://schemas.microsoft.com/office/drawing/2014/main" id="{7DEF4386-0E84-4D0E-A742-6C9D44F47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2263" y="2068513"/>
              <a:ext cx="2066925" cy="1042988"/>
            </a:xfrm>
            <a:custGeom>
              <a:avLst/>
              <a:gdLst>
                <a:gd name="T0" fmla="*/ 36 w 3904"/>
                <a:gd name="T1" fmla="*/ 322 h 1971"/>
                <a:gd name="T2" fmla="*/ 110 w 3904"/>
                <a:gd name="T3" fmla="*/ 283 h 1971"/>
                <a:gd name="T4" fmla="*/ 186 w 3904"/>
                <a:gd name="T5" fmla="*/ 246 h 1971"/>
                <a:gd name="T6" fmla="*/ 261 w 3904"/>
                <a:gd name="T7" fmla="*/ 213 h 1971"/>
                <a:gd name="T8" fmla="*/ 340 w 3904"/>
                <a:gd name="T9" fmla="*/ 181 h 1971"/>
                <a:gd name="T10" fmla="*/ 419 w 3904"/>
                <a:gd name="T11" fmla="*/ 151 h 1971"/>
                <a:gd name="T12" fmla="*/ 498 w 3904"/>
                <a:gd name="T13" fmla="*/ 124 h 1971"/>
                <a:gd name="T14" fmla="*/ 579 w 3904"/>
                <a:gd name="T15" fmla="*/ 100 h 1971"/>
                <a:gd name="T16" fmla="*/ 661 w 3904"/>
                <a:gd name="T17" fmla="*/ 78 h 1971"/>
                <a:gd name="T18" fmla="*/ 744 w 3904"/>
                <a:gd name="T19" fmla="*/ 59 h 1971"/>
                <a:gd name="T20" fmla="*/ 828 w 3904"/>
                <a:gd name="T21" fmla="*/ 42 h 1971"/>
                <a:gd name="T22" fmla="*/ 912 w 3904"/>
                <a:gd name="T23" fmla="*/ 28 h 1971"/>
                <a:gd name="T24" fmla="*/ 998 w 3904"/>
                <a:gd name="T25" fmla="*/ 17 h 1971"/>
                <a:gd name="T26" fmla="*/ 1085 w 3904"/>
                <a:gd name="T27" fmla="*/ 9 h 1971"/>
                <a:gd name="T28" fmla="*/ 1172 w 3904"/>
                <a:gd name="T29" fmla="*/ 3 h 1971"/>
                <a:gd name="T30" fmla="*/ 1260 w 3904"/>
                <a:gd name="T31" fmla="*/ 0 h 1971"/>
                <a:gd name="T32" fmla="*/ 1418 w 3904"/>
                <a:gd name="T33" fmla="*/ 3 h 1971"/>
                <a:gd name="T34" fmla="*/ 1643 w 3904"/>
                <a:gd name="T35" fmla="*/ 22 h 1971"/>
                <a:gd name="T36" fmla="*/ 1861 w 3904"/>
                <a:gd name="T37" fmla="*/ 59 h 1971"/>
                <a:gd name="T38" fmla="*/ 2073 w 3904"/>
                <a:gd name="T39" fmla="*/ 114 h 1971"/>
                <a:gd name="T40" fmla="*/ 2280 w 3904"/>
                <a:gd name="T41" fmla="*/ 186 h 1971"/>
                <a:gd name="T42" fmla="*/ 2477 w 3904"/>
                <a:gd name="T43" fmla="*/ 273 h 1971"/>
                <a:gd name="T44" fmla="*/ 2667 w 3904"/>
                <a:gd name="T45" fmla="*/ 377 h 1971"/>
                <a:gd name="T46" fmla="*/ 2847 w 3904"/>
                <a:gd name="T47" fmla="*/ 494 h 1971"/>
                <a:gd name="T48" fmla="*/ 3018 w 3904"/>
                <a:gd name="T49" fmla="*/ 626 h 1971"/>
                <a:gd name="T50" fmla="*/ 3178 w 3904"/>
                <a:gd name="T51" fmla="*/ 769 h 1971"/>
                <a:gd name="T52" fmla="*/ 3325 w 3904"/>
                <a:gd name="T53" fmla="*/ 925 h 1971"/>
                <a:gd name="T54" fmla="*/ 3462 w 3904"/>
                <a:gd name="T55" fmla="*/ 1093 h 1971"/>
                <a:gd name="T56" fmla="*/ 3585 w 3904"/>
                <a:gd name="T57" fmla="*/ 1273 h 1971"/>
                <a:gd name="T58" fmla="*/ 3694 w 3904"/>
                <a:gd name="T59" fmla="*/ 1461 h 1971"/>
                <a:gd name="T60" fmla="*/ 3790 w 3904"/>
                <a:gd name="T61" fmla="*/ 1659 h 1971"/>
                <a:gd name="T62" fmla="*/ 3870 w 3904"/>
                <a:gd name="T63" fmla="*/ 1865 h 1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904" h="1971">
                  <a:moveTo>
                    <a:pt x="0" y="342"/>
                  </a:moveTo>
                  <a:lnTo>
                    <a:pt x="36" y="322"/>
                  </a:lnTo>
                  <a:lnTo>
                    <a:pt x="73" y="303"/>
                  </a:lnTo>
                  <a:lnTo>
                    <a:pt x="110" y="283"/>
                  </a:lnTo>
                  <a:lnTo>
                    <a:pt x="147" y="264"/>
                  </a:lnTo>
                  <a:lnTo>
                    <a:pt x="186" y="246"/>
                  </a:lnTo>
                  <a:lnTo>
                    <a:pt x="224" y="230"/>
                  </a:lnTo>
                  <a:lnTo>
                    <a:pt x="261" y="213"/>
                  </a:lnTo>
                  <a:lnTo>
                    <a:pt x="301" y="196"/>
                  </a:lnTo>
                  <a:lnTo>
                    <a:pt x="340" y="181"/>
                  </a:lnTo>
                  <a:lnTo>
                    <a:pt x="379" y="165"/>
                  </a:lnTo>
                  <a:lnTo>
                    <a:pt x="419" y="151"/>
                  </a:lnTo>
                  <a:lnTo>
                    <a:pt x="459" y="137"/>
                  </a:lnTo>
                  <a:lnTo>
                    <a:pt x="498" y="124"/>
                  </a:lnTo>
                  <a:lnTo>
                    <a:pt x="538" y="112"/>
                  </a:lnTo>
                  <a:lnTo>
                    <a:pt x="579" y="100"/>
                  </a:lnTo>
                  <a:lnTo>
                    <a:pt x="620" y="89"/>
                  </a:lnTo>
                  <a:lnTo>
                    <a:pt x="661" y="78"/>
                  </a:lnTo>
                  <a:lnTo>
                    <a:pt x="702" y="68"/>
                  </a:lnTo>
                  <a:lnTo>
                    <a:pt x="744" y="59"/>
                  </a:lnTo>
                  <a:lnTo>
                    <a:pt x="785" y="50"/>
                  </a:lnTo>
                  <a:lnTo>
                    <a:pt x="828" y="42"/>
                  </a:lnTo>
                  <a:lnTo>
                    <a:pt x="870" y="35"/>
                  </a:lnTo>
                  <a:lnTo>
                    <a:pt x="912" y="28"/>
                  </a:lnTo>
                  <a:lnTo>
                    <a:pt x="956" y="22"/>
                  </a:lnTo>
                  <a:lnTo>
                    <a:pt x="998" y="17"/>
                  </a:lnTo>
                  <a:lnTo>
                    <a:pt x="1042" y="13"/>
                  </a:lnTo>
                  <a:lnTo>
                    <a:pt x="1085" y="9"/>
                  </a:lnTo>
                  <a:lnTo>
                    <a:pt x="1129" y="5"/>
                  </a:lnTo>
                  <a:lnTo>
                    <a:pt x="1172" y="3"/>
                  </a:lnTo>
                  <a:lnTo>
                    <a:pt x="1216" y="1"/>
                  </a:lnTo>
                  <a:lnTo>
                    <a:pt x="1260" y="0"/>
                  </a:lnTo>
                  <a:lnTo>
                    <a:pt x="1304" y="0"/>
                  </a:lnTo>
                  <a:lnTo>
                    <a:pt x="1418" y="3"/>
                  </a:lnTo>
                  <a:lnTo>
                    <a:pt x="1531" y="9"/>
                  </a:lnTo>
                  <a:lnTo>
                    <a:pt x="1643" y="22"/>
                  </a:lnTo>
                  <a:lnTo>
                    <a:pt x="1753" y="39"/>
                  </a:lnTo>
                  <a:lnTo>
                    <a:pt x="1861" y="59"/>
                  </a:lnTo>
                  <a:lnTo>
                    <a:pt x="1968" y="85"/>
                  </a:lnTo>
                  <a:lnTo>
                    <a:pt x="2073" y="114"/>
                  </a:lnTo>
                  <a:lnTo>
                    <a:pt x="2177" y="147"/>
                  </a:lnTo>
                  <a:lnTo>
                    <a:pt x="2280" y="186"/>
                  </a:lnTo>
                  <a:lnTo>
                    <a:pt x="2380" y="228"/>
                  </a:lnTo>
                  <a:lnTo>
                    <a:pt x="2477" y="273"/>
                  </a:lnTo>
                  <a:lnTo>
                    <a:pt x="2573" y="323"/>
                  </a:lnTo>
                  <a:lnTo>
                    <a:pt x="2667" y="377"/>
                  </a:lnTo>
                  <a:lnTo>
                    <a:pt x="2758" y="433"/>
                  </a:lnTo>
                  <a:lnTo>
                    <a:pt x="2847" y="494"/>
                  </a:lnTo>
                  <a:lnTo>
                    <a:pt x="2933" y="558"/>
                  </a:lnTo>
                  <a:lnTo>
                    <a:pt x="3018" y="626"/>
                  </a:lnTo>
                  <a:lnTo>
                    <a:pt x="3098" y="696"/>
                  </a:lnTo>
                  <a:lnTo>
                    <a:pt x="3178" y="769"/>
                  </a:lnTo>
                  <a:lnTo>
                    <a:pt x="3253" y="846"/>
                  </a:lnTo>
                  <a:lnTo>
                    <a:pt x="3325" y="925"/>
                  </a:lnTo>
                  <a:lnTo>
                    <a:pt x="3396" y="1009"/>
                  </a:lnTo>
                  <a:lnTo>
                    <a:pt x="3462" y="1093"/>
                  </a:lnTo>
                  <a:lnTo>
                    <a:pt x="3525" y="1182"/>
                  </a:lnTo>
                  <a:lnTo>
                    <a:pt x="3585" y="1273"/>
                  </a:lnTo>
                  <a:lnTo>
                    <a:pt x="3642" y="1365"/>
                  </a:lnTo>
                  <a:lnTo>
                    <a:pt x="3694" y="1461"/>
                  </a:lnTo>
                  <a:lnTo>
                    <a:pt x="3744" y="1559"/>
                  </a:lnTo>
                  <a:lnTo>
                    <a:pt x="3790" y="1659"/>
                  </a:lnTo>
                  <a:lnTo>
                    <a:pt x="3831" y="1761"/>
                  </a:lnTo>
                  <a:lnTo>
                    <a:pt x="3870" y="1865"/>
                  </a:lnTo>
                  <a:lnTo>
                    <a:pt x="3904" y="1971"/>
                  </a:lnTo>
                </a:path>
              </a:pathLst>
            </a:custGeom>
            <a:noFill/>
            <a:ln w="38100">
              <a:solidFill>
                <a:schemeClr val="accent4">
                  <a:alpha val="66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270" name="Freeform 66">
              <a:extLst>
                <a:ext uri="{FF2B5EF4-FFF2-40B4-BE49-F238E27FC236}">
                  <a16:creationId xmlns:a16="http://schemas.microsoft.com/office/drawing/2014/main" id="{001045E0-E1D1-4F9F-AEF5-9838ACD1E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63" y="2541588"/>
              <a:ext cx="633413" cy="2230438"/>
            </a:xfrm>
            <a:custGeom>
              <a:avLst/>
              <a:gdLst>
                <a:gd name="T0" fmla="*/ 1130 w 1197"/>
                <a:gd name="T1" fmla="*/ 4168 h 4216"/>
                <a:gd name="T2" fmla="*/ 1001 w 1197"/>
                <a:gd name="T3" fmla="*/ 4066 h 4216"/>
                <a:gd name="T4" fmla="*/ 877 w 1197"/>
                <a:gd name="T5" fmla="*/ 3956 h 4216"/>
                <a:gd name="T6" fmla="*/ 760 w 1197"/>
                <a:gd name="T7" fmla="*/ 3839 h 4216"/>
                <a:gd name="T8" fmla="*/ 651 w 1197"/>
                <a:gd name="T9" fmla="*/ 3715 h 4216"/>
                <a:gd name="T10" fmla="*/ 549 w 1197"/>
                <a:gd name="T11" fmla="*/ 3585 h 4216"/>
                <a:gd name="T12" fmla="*/ 454 w 1197"/>
                <a:gd name="T13" fmla="*/ 3448 h 4216"/>
                <a:gd name="T14" fmla="*/ 367 w 1197"/>
                <a:gd name="T15" fmla="*/ 3305 h 4216"/>
                <a:gd name="T16" fmla="*/ 288 w 1197"/>
                <a:gd name="T17" fmla="*/ 3157 h 4216"/>
                <a:gd name="T18" fmla="*/ 219 w 1197"/>
                <a:gd name="T19" fmla="*/ 3003 h 4216"/>
                <a:gd name="T20" fmla="*/ 159 w 1197"/>
                <a:gd name="T21" fmla="*/ 2844 h 4216"/>
                <a:gd name="T22" fmla="*/ 106 w 1197"/>
                <a:gd name="T23" fmla="*/ 2682 h 4216"/>
                <a:gd name="T24" fmla="*/ 65 w 1197"/>
                <a:gd name="T25" fmla="*/ 2514 h 4216"/>
                <a:gd name="T26" fmla="*/ 33 w 1197"/>
                <a:gd name="T27" fmla="*/ 2343 h 4216"/>
                <a:gd name="T28" fmla="*/ 13 w 1197"/>
                <a:gd name="T29" fmla="*/ 2169 h 4216"/>
                <a:gd name="T30" fmla="*/ 1 w 1197"/>
                <a:gd name="T31" fmla="*/ 1991 h 4216"/>
                <a:gd name="T32" fmla="*/ 1 w 1197"/>
                <a:gd name="T33" fmla="*/ 1832 h 4216"/>
                <a:gd name="T34" fmla="*/ 8 w 1197"/>
                <a:gd name="T35" fmla="*/ 1696 h 4216"/>
                <a:gd name="T36" fmla="*/ 21 w 1197"/>
                <a:gd name="T37" fmla="*/ 1561 h 4216"/>
                <a:gd name="T38" fmla="*/ 40 w 1197"/>
                <a:gd name="T39" fmla="*/ 1429 h 4216"/>
                <a:gd name="T40" fmla="*/ 65 w 1197"/>
                <a:gd name="T41" fmla="*/ 1299 h 4216"/>
                <a:gd name="T42" fmla="*/ 95 w 1197"/>
                <a:gd name="T43" fmla="*/ 1171 h 4216"/>
                <a:gd name="T44" fmla="*/ 132 w 1197"/>
                <a:gd name="T45" fmla="*/ 1046 h 4216"/>
                <a:gd name="T46" fmla="*/ 173 w 1197"/>
                <a:gd name="T47" fmla="*/ 923 h 4216"/>
                <a:gd name="T48" fmla="*/ 220 w 1197"/>
                <a:gd name="T49" fmla="*/ 803 h 4216"/>
                <a:gd name="T50" fmla="*/ 273 w 1197"/>
                <a:gd name="T51" fmla="*/ 685 h 4216"/>
                <a:gd name="T52" fmla="*/ 329 w 1197"/>
                <a:gd name="T53" fmla="*/ 571 h 4216"/>
                <a:gd name="T54" fmla="*/ 392 w 1197"/>
                <a:gd name="T55" fmla="*/ 459 h 4216"/>
                <a:gd name="T56" fmla="*/ 459 w 1197"/>
                <a:gd name="T57" fmla="*/ 350 h 4216"/>
                <a:gd name="T58" fmla="*/ 531 w 1197"/>
                <a:gd name="T59" fmla="*/ 247 h 4216"/>
                <a:gd name="T60" fmla="*/ 606 w 1197"/>
                <a:gd name="T61" fmla="*/ 145 h 4216"/>
                <a:gd name="T62" fmla="*/ 687 w 1197"/>
                <a:gd name="T63" fmla="*/ 48 h 4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97" h="4216">
                  <a:moveTo>
                    <a:pt x="1197" y="4216"/>
                  </a:moveTo>
                  <a:lnTo>
                    <a:pt x="1130" y="4168"/>
                  </a:lnTo>
                  <a:lnTo>
                    <a:pt x="1065" y="4118"/>
                  </a:lnTo>
                  <a:lnTo>
                    <a:pt x="1001" y="4066"/>
                  </a:lnTo>
                  <a:lnTo>
                    <a:pt x="938" y="4012"/>
                  </a:lnTo>
                  <a:lnTo>
                    <a:pt x="877" y="3956"/>
                  </a:lnTo>
                  <a:lnTo>
                    <a:pt x="818" y="3899"/>
                  </a:lnTo>
                  <a:lnTo>
                    <a:pt x="760" y="3839"/>
                  </a:lnTo>
                  <a:lnTo>
                    <a:pt x="705" y="3779"/>
                  </a:lnTo>
                  <a:lnTo>
                    <a:pt x="651" y="3715"/>
                  </a:lnTo>
                  <a:lnTo>
                    <a:pt x="598" y="3651"/>
                  </a:lnTo>
                  <a:lnTo>
                    <a:pt x="549" y="3585"/>
                  </a:lnTo>
                  <a:lnTo>
                    <a:pt x="500" y="3517"/>
                  </a:lnTo>
                  <a:lnTo>
                    <a:pt x="454" y="3448"/>
                  </a:lnTo>
                  <a:lnTo>
                    <a:pt x="409" y="3378"/>
                  </a:lnTo>
                  <a:lnTo>
                    <a:pt x="367" y="3305"/>
                  </a:lnTo>
                  <a:lnTo>
                    <a:pt x="327" y="3232"/>
                  </a:lnTo>
                  <a:lnTo>
                    <a:pt x="288" y="3157"/>
                  </a:lnTo>
                  <a:lnTo>
                    <a:pt x="253" y="3080"/>
                  </a:lnTo>
                  <a:lnTo>
                    <a:pt x="219" y="3003"/>
                  </a:lnTo>
                  <a:lnTo>
                    <a:pt x="187" y="2925"/>
                  </a:lnTo>
                  <a:lnTo>
                    <a:pt x="159" y="2844"/>
                  </a:lnTo>
                  <a:lnTo>
                    <a:pt x="132" y="2764"/>
                  </a:lnTo>
                  <a:lnTo>
                    <a:pt x="106" y="2682"/>
                  </a:lnTo>
                  <a:lnTo>
                    <a:pt x="85" y="2598"/>
                  </a:lnTo>
                  <a:lnTo>
                    <a:pt x="65" y="2514"/>
                  </a:lnTo>
                  <a:lnTo>
                    <a:pt x="49" y="2429"/>
                  </a:lnTo>
                  <a:lnTo>
                    <a:pt x="33" y="2343"/>
                  </a:lnTo>
                  <a:lnTo>
                    <a:pt x="22" y="2256"/>
                  </a:lnTo>
                  <a:lnTo>
                    <a:pt x="13" y="2169"/>
                  </a:lnTo>
                  <a:lnTo>
                    <a:pt x="5" y="2079"/>
                  </a:lnTo>
                  <a:lnTo>
                    <a:pt x="1" y="1991"/>
                  </a:lnTo>
                  <a:lnTo>
                    <a:pt x="0" y="1900"/>
                  </a:lnTo>
                  <a:lnTo>
                    <a:pt x="1" y="1832"/>
                  </a:lnTo>
                  <a:lnTo>
                    <a:pt x="4" y="1764"/>
                  </a:lnTo>
                  <a:lnTo>
                    <a:pt x="8" y="1696"/>
                  </a:lnTo>
                  <a:lnTo>
                    <a:pt x="14" y="1628"/>
                  </a:lnTo>
                  <a:lnTo>
                    <a:pt x="21" y="1561"/>
                  </a:lnTo>
                  <a:lnTo>
                    <a:pt x="30" y="1495"/>
                  </a:lnTo>
                  <a:lnTo>
                    <a:pt x="40" y="1429"/>
                  </a:lnTo>
                  <a:lnTo>
                    <a:pt x="51" y="1364"/>
                  </a:lnTo>
                  <a:lnTo>
                    <a:pt x="65" y="1299"/>
                  </a:lnTo>
                  <a:lnTo>
                    <a:pt x="80" y="1235"/>
                  </a:lnTo>
                  <a:lnTo>
                    <a:pt x="95" y="1171"/>
                  </a:lnTo>
                  <a:lnTo>
                    <a:pt x="113" y="1108"/>
                  </a:lnTo>
                  <a:lnTo>
                    <a:pt x="132" y="1046"/>
                  </a:lnTo>
                  <a:lnTo>
                    <a:pt x="151" y="983"/>
                  </a:lnTo>
                  <a:lnTo>
                    <a:pt x="173" y="923"/>
                  </a:lnTo>
                  <a:lnTo>
                    <a:pt x="196" y="862"/>
                  </a:lnTo>
                  <a:lnTo>
                    <a:pt x="220" y="803"/>
                  </a:lnTo>
                  <a:lnTo>
                    <a:pt x="246" y="743"/>
                  </a:lnTo>
                  <a:lnTo>
                    <a:pt x="273" y="685"/>
                  </a:lnTo>
                  <a:lnTo>
                    <a:pt x="301" y="627"/>
                  </a:lnTo>
                  <a:lnTo>
                    <a:pt x="329" y="571"/>
                  </a:lnTo>
                  <a:lnTo>
                    <a:pt x="360" y="514"/>
                  </a:lnTo>
                  <a:lnTo>
                    <a:pt x="392" y="459"/>
                  </a:lnTo>
                  <a:lnTo>
                    <a:pt x="425" y="404"/>
                  </a:lnTo>
                  <a:lnTo>
                    <a:pt x="459" y="350"/>
                  </a:lnTo>
                  <a:lnTo>
                    <a:pt x="493" y="298"/>
                  </a:lnTo>
                  <a:lnTo>
                    <a:pt x="531" y="247"/>
                  </a:lnTo>
                  <a:lnTo>
                    <a:pt x="568" y="195"/>
                  </a:lnTo>
                  <a:lnTo>
                    <a:pt x="606" y="145"/>
                  </a:lnTo>
                  <a:lnTo>
                    <a:pt x="646" y="95"/>
                  </a:lnTo>
                  <a:lnTo>
                    <a:pt x="687" y="48"/>
                  </a:lnTo>
                  <a:lnTo>
                    <a:pt x="728" y="0"/>
                  </a:lnTo>
                </a:path>
              </a:pathLst>
            </a:custGeom>
            <a:noFill/>
            <a:ln w="38100">
              <a:solidFill>
                <a:schemeClr val="accent4">
                  <a:alpha val="66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</p:grpSp>
      <p:sp>
        <p:nvSpPr>
          <p:cNvPr id="178" name="Freeform 62">
            <a:extLst>
              <a:ext uri="{FF2B5EF4-FFF2-40B4-BE49-F238E27FC236}">
                <a16:creationId xmlns:a16="http://schemas.microsoft.com/office/drawing/2014/main" id="{0983DA69-45A4-483B-86B3-7C7990081C60}"/>
              </a:ext>
            </a:extLst>
          </p:cNvPr>
          <p:cNvSpPr>
            <a:spLocks/>
          </p:cNvSpPr>
          <p:nvPr/>
        </p:nvSpPr>
        <p:spPr bwMode="auto">
          <a:xfrm>
            <a:off x="4190704" y="1695600"/>
            <a:ext cx="3911600" cy="4017963"/>
          </a:xfrm>
          <a:custGeom>
            <a:avLst/>
            <a:gdLst>
              <a:gd name="T0" fmla="*/ 4074 w 7393"/>
              <a:gd name="T1" fmla="*/ 19 h 7593"/>
              <a:gd name="T2" fmla="*/ 4620 w 7393"/>
              <a:gd name="T3" fmla="*/ 119 h 7593"/>
              <a:gd name="T4" fmla="*/ 5135 w 7393"/>
              <a:gd name="T5" fmla="*/ 298 h 7593"/>
              <a:gd name="T6" fmla="*/ 5613 w 7393"/>
              <a:gd name="T7" fmla="*/ 549 h 7593"/>
              <a:gd name="T8" fmla="*/ 6048 w 7393"/>
              <a:gd name="T9" fmla="*/ 867 h 7593"/>
              <a:gd name="T10" fmla="*/ 6432 w 7393"/>
              <a:gd name="T11" fmla="*/ 1244 h 7593"/>
              <a:gd name="T12" fmla="*/ 6761 w 7393"/>
              <a:gd name="T13" fmla="*/ 1673 h 7593"/>
              <a:gd name="T14" fmla="*/ 7028 w 7393"/>
              <a:gd name="T15" fmla="*/ 2150 h 7593"/>
              <a:gd name="T16" fmla="*/ 7227 w 7393"/>
              <a:gd name="T17" fmla="*/ 2668 h 7593"/>
              <a:gd name="T18" fmla="*/ 7350 w 7393"/>
              <a:gd name="T19" fmla="*/ 3218 h 7593"/>
              <a:gd name="T20" fmla="*/ 7393 w 7393"/>
              <a:gd name="T21" fmla="*/ 3796 h 7593"/>
              <a:gd name="T22" fmla="*/ 7350 w 7393"/>
              <a:gd name="T23" fmla="*/ 4375 h 7593"/>
              <a:gd name="T24" fmla="*/ 7227 w 7393"/>
              <a:gd name="T25" fmla="*/ 4925 h 7593"/>
              <a:gd name="T26" fmla="*/ 7028 w 7393"/>
              <a:gd name="T27" fmla="*/ 5443 h 7593"/>
              <a:gd name="T28" fmla="*/ 6761 w 7393"/>
              <a:gd name="T29" fmla="*/ 5920 h 7593"/>
              <a:gd name="T30" fmla="*/ 6432 w 7393"/>
              <a:gd name="T31" fmla="*/ 6349 h 7593"/>
              <a:gd name="T32" fmla="*/ 6048 w 7393"/>
              <a:gd name="T33" fmla="*/ 6726 h 7593"/>
              <a:gd name="T34" fmla="*/ 5613 w 7393"/>
              <a:gd name="T35" fmla="*/ 7044 h 7593"/>
              <a:gd name="T36" fmla="*/ 5135 w 7393"/>
              <a:gd name="T37" fmla="*/ 7295 h 7593"/>
              <a:gd name="T38" fmla="*/ 4620 w 7393"/>
              <a:gd name="T39" fmla="*/ 7474 h 7593"/>
              <a:gd name="T40" fmla="*/ 4074 w 7393"/>
              <a:gd name="T41" fmla="*/ 7574 h 7593"/>
              <a:gd name="T42" fmla="*/ 3507 w 7393"/>
              <a:gd name="T43" fmla="*/ 7588 h 7593"/>
              <a:gd name="T44" fmla="*/ 2952 w 7393"/>
              <a:gd name="T45" fmla="*/ 7517 h 7593"/>
              <a:gd name="T46" fmla="*/ 2425 w 7393"/>
              <a:gd name="T47" fmla="*/ 7363 h 7593"/>
              <a:gd name="T48" fmla="*/ 1935 w 7393"/>
              <a:gd name="T49" fmla="*/ 7135 h 7593"/>
              <a:gd name="T50" fmla="*/ 1485 w 7393"/>
              <a:gd name="T51" fmla="*/ 6839 h 7593"/>
              <a:gd name="T52" fmla="*/ 1082 w 7393"/>
              <a:gd name="T53" fmla="*/ 6481 h 7593"/>
              <a:gd name="T54" fmla="*/ 734 w 7393"/>
              <a:gd name="T55" fmla="*/ 6068 h 7593"/>
              <a:gd name="T56" fmla="*/ 446 w 7393"/>
              <a:gd name="T57" fmla="*/ 5607 h 7593"/>
              <a:gd name="T58" fmla="*/ 224 w 7393"/>
              <a:gd name="T59" fmla="*/ 5102 h 7593"/>
              <a:gd name="T60" fmla="*/ 75 w 7393"/>
              <a:gd name="T61" fmla="*/ 4562 h 7593"/>
              <a:gd name="T62" fmla="*/ 5 w 7393"/>
              <a:gd name="T63" fmla="*/ 3992 h 7593"/>
              <a:gd name="T64" fmla="*/ 19 w 7393"/>
              <a:gd name="T65" fmla="*/ 3409 h 7593"/>
              <a:gd name="T66" fmla="*/ 116 w 7393"/>
              <a:gd name="T67" fmla="*/ 2847 h 7593"/>
              <a:gd name="T68" fmla="*/ 291 w 7393"/>
              <a:gd name="T69" fmla="*/ 2318 h 7593"/>
              <a:gd name="T70" fmla="*/ 535 w 7393"/>
              <a:gd name="T71" fmla="*/ 1827 h 7593"/>
              <a:gd name="T72" fmla="*/ 844 w 7393"/>
              <a:gd name="T73" fmla="*/ 1381 h 7593"/>
              <a:gd name="T74" fmla="*/ 1211 w 7393"/>
              <a:gd name="T75" fmla="*/ 986 h 7593"/>
              <a:gd name="T76" fmla="*/ 1630 w 7393"/>
              <a:gd name="T77" fmla="*/ 648 h 7593"/>
              <a:gd name="T78" fmla="*/ 2093 w 7393"/>
              <a:gd name="T79" fmla="*/ 374 h 7593"/>
              <a:gd name="T80" fmla="*/ 2597 w 7393"/>
              <a:gd name="T81" fmla="*/ 170 h 7593"/>
              <a:gd name="T82" fmla="*/ 3134 w 7393"/>
              <a:gd name="T83" fmla="*/ 43 h 7593"/>
              <a:gd name="T84" fmla="*/ 3696 w 7393"/>
              <a:gd name="T85" fmla="*/ 0 h 7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7393" h="7593">
                <a:moveTo>
                  <a:pt x="3696" y="0"/>
                </a:moveTo>
                <a:lnTo>
                  <a:pt x="3886" y="5"/>
                </a:lnTo>
                <a:lnTo>
                  <a:pt x="4074" y="19"/>
                </a:lnTo>
                <a:lnTo>
                  <a:pt x="4259" y="43"/>
                </a:lnTo>
                <a:lnTo>
                  <a:pt x="4441" y="76"/>
                </a:lnTo>
                <a:lnTo>
                  <a:pt x="4620" y="119"/>
                </a:lnTo>
                <a:lnTo>
                  <a:pt x="4796" y="170"/>
                </a:lnTo>
                <a:lnTo>
                  <a:pt x="4968" y="230"/>
                </a:lnTo>
                <a:lnTo>
                  <a:pt x="5135" y="298"/>
                </a:lnTo>
                <a:lnTo>
                  <a:pt x="5299" y="374"/>
                </a:lnTo>
                <a:lnTo>
                  <a:pt x="5458" y="458"/>
                </a:lnTo>
                <a:lnTo>
                  <a:pt x="5613" y="549"/>
                </a:lnTo>
                <a:lnTo>
                  <a:pt x="5763" y="648"/>
                </a:lnTo>
                <a:lnTo>
                  <a:pt x="5908" y="754"/>
                </a:lnTo>
                <a:lnTo>
                  <a:pt x="6048" y="867"/>
                </a:lnTo>
                <a:lnTo>
                  <a:pt x="6182" y="986"/>
                </a:lnTo>
                <a:lnTo>
                  <a:pt x="6310" y="1112"/>
                </a:lnTo>
                <a:lnTo>
                  <a:pt x="6432" y="1244"/>
                </a:lnTo>
                <a:lnTo>
                  <a:pt x="6549" y="1381"/>
                </a:lnTo>
                <a:lnTo>
                  <a:pt x="6659" y="1525"/>
                </a:lnTo>
                <a:lnTo>
                  <a:pt x="6761" y="1673"/>
                </a:lnTo>
                <a:lnTo>
                  <a:pt x="6858" y="1827"/>
                </a:lnTo>
                <a:lnTo>
                  <a:pt x="6947" y="1986"/>
                </a:lnTo>
                <a:lnTo>
                  <a:pt x="7028" y="2150"/>
                </a:lnTo>
                <a:lnTo>
                  <a:pt x="7102" y="2318"/>
                </a:lnTo>
                <a:lnTo>
                  <a:pt x="7169" y="2491"/>
                </a:lnTo>
                <a:lnTo>
                  <a:pt x="7227" y="2668"/>
                </a:lnTo>
                <a:lnTo>
                  <a:pt x="7277" y="2847"/>
                </a:lnTo>
                <a:lnTo>
                  <a:pt x="7318" y="3031"/>
                </a:lnTo>
                <a:lnTo>
                  <a:pt x="7350" y="3218"/>
                </a:lnTo>
                <a:lnTo>
                  <a:pt x="7374" y="3409"/>
                </a:lnTo>
                <a:lnTo>
                  <a:pt x="7388" y="3601"/>
                </a:lnTo>
                <a:lnTo>
                  <a:pt x="7393" y="3796"/>
                </a:lnTo>
                <a:lnTo>
                  <a:pt x="7388" y="3992"/>
                </a:lnTo>
                <a:lnTo>
                  <a:pt x="7374" y="4184"/>
                </a:lnTo>
                <a:lnTo>
                  <a:pt x="7350" y="4375"/>
                </a:lnTo>
                <a:lnTo>
                  <a:pt x="7318" y="4562"/>
                </a:lnTo>
                <a:lnTo>
                  <a:pt x="7277" y="4746"/>
                </a:lnTo>
                <a:lnTo>
                  <a:pt x="7227" y="4925"/>
                </a:lnTo>
                <a:lnTo>
                  <a:pt x="7169" y="5102"/>
                </a:lnTo>
                <a:lnTo>
                  <a:pt x="7102" y="5275"/>
                </a:lnTo>
                <a:lnTo>
                  <a:pt x="7028" y="5443"/>
                </a:lnTo>
                <a:lnTo>
                  <a:pt x="6947" y="5607"/>
                </a:lnTo>
                <a:lnTo>
                  <a:pt x="6858" y="5766"/>
                </a:lnTo>
                <a:lnTo>
                  <a:pt x="6761" y="5920"/>
                </a:lnTo>
                <a:lnTo>
                  <a:pt x="6659" y="6068"/>
                </a:lnTo>
                <a:lnTo>
                  <a:pt x="6549" y="6212"/>
                </a:lnTo>
                <a:lnTo>
                  <a:pt x="6432" y="6349"/>
                </a:lnTo>
                <a:lnTo>
                  <a:pt x="6310" y="6481"/>
                </a:lnTo>
                <a:lnTo>
                  <a:pt x="6182" y="6607"/>
                </a:lnTo>
                <a:lnTo>
                  <a:pt x="6048" y="6726"/>
                </a:lnTo>
                <a:lnTo>
                  <a:pt x="5908" y="6839"/>
                </a:lnTo>
                <a:lnTo>
                  <a:pt x="5763" y="6945"/>
                </a:lnTo>
                <a:lnTo>
                  <a:pt x="5613" y="7044"/>
                </a:lnTo>
                <a:lnTo>
                  <a:pt x="5458" y="7135"/>
                </a:lnTo>
                <a:lnTo>
                  <a:pt x="5299" y="7219"/>
                </a:lnTo>
                <a:lnTo>
                  <a:pt x="5135" y="7295"/>
                </a:lnTo>
                <a:lnTo>
                  <a:pt x="4968" y="7363"/>
                </a:lnTo>
                <a:lnTo>
                  <a:pt x="4796" y="7423"/>
                </a:lnTo>
                <a:lnTo>
                  <a:pt x="4620" y="7474"/>
                </a:lnTo>
                <a:lnTo>
                  <a:pt x="4441" y="7517"/>
                </a:lnTo>
                <a:lnTo>
                  <a:pt x="4259" y="7550"/>
                </a:lnTo>
                <a:lnTo>
                  <a:pt x="4074" y="7574"/>
                </a:lnTo>
                <a:lnTo>
                  <a:pt x="3886" y="7588"/>
                </a:lnTo>
                <a:lnTo>
                  <a:pt x="3696" y="7593"/>
                </a:lnTo>
                <a:lnTo>
                  <a:pt x="3507" y="7588"/>
                </a:lnTo>
                <a:lnTo>
                  <a:pt x="3318" y="7574"/>
                </a:lnTo>
                <a:lnTo>
                  <a:pt x="3134" y="7550"/>
                </a:lnTo>
                <a:lnTo>
                  <a:pt x="2952" y="7517"/>
                </a:lnTo>
                <a:lnTo>
                  <a:pt x="2773" y="7474"/>
                </a:lnTo>
                <a:lnTo>
                  <a:pt x="2597" y="7423"/>
                </a:lnTo>
                <a:lnTo>
                  <a:pt x="2425" y="7363"/>
                </a:lnTo>
                <a:lnTo>
                  <a:pt x="2257" y="7295"/>
                </a:lnTo>
                <a:lnTo>
                  <a:pt x="2093" y="7219"/>
                </a:lnTo>
                <a:lnTo>
                  <a:pt x="1935" y="7135"/>
                </a:lnTo>
                <a:lnTo>
                  <a:pt x="1780" y="7044"/>
                </a:lnTo>
                <a:lnTo>
                  <a:pt x="1630" y="6945"/>
                </a:lnTo>
                <a:lnTo>
                  <a:pt x="1485" y="6839"/>
                </a:lnTo>
                <a:lnTo>
                  <a:pt x="1345" y="6726"/>
                </a:lnTo>
                <a:lnTo>
                  <a:pt x="1211" y="6607"/>
                </a:lnTo>
                <a:lnTo>
                  <a:pt x="1082" y="6481"/>
                </a:lnTo>
                <a:lnTo>
                  <a:pt x="961" y="6349"/>
                </a:lnTo>
                <a:lnTo>
                  <a:pt x="844" y="6212"/>
                </a:lnTo>
                <a:lnTo>
                  <a:pt x="734" y="6068"/>
                </a:lnTo>
                <a:lnTo>
                  <a:pt x="631" y="5920"/>
                </a:lnTo>
                <a:lnTo>
                  <a:pt x="535" y="5766"/>
                </a:lnTo>
                <a:lnTo>
                  <a:pt x="446" y="5607"/>
                </a:lnTo>
                <a:lnTo>
                  <a:pt x="365" y="5443"/>
                </a:lnTo>
                <a:lnTo>
                  <a:pt x="291" y="5275"/>
                </a:lnTo>
                <a:lnTo>
                  <a:pt x="224" y="5102"/>
                </a:lnTo>
                <a:lnTo>
                  <a:pt x="166" y="4925"/>
                </a:lnTo>
                <a:lnTo>
                  <a:pt x="116" y="4746"/>
                </a:lnTo>
                <a:lnTo>
                  <a:pt x="75" y="4562"/>
                </a:lnTo>
                <a:lnTo>
                  <a:pt x="42" y="4375"/>
                </a:lnTo>
                <a:lnTo>
                  <a:pt x="19" y="4184"/>
                </a:lnTo>
                <a:lnTo>
                  <a:pt x="5" y="3992"/>
                </a:lnTo>
                <a:lnTo>
                  <a:pt x="0" y="3796"/>
                </a:lnTo>
                <a:lnTo>
                  <a:pt x="5" y="3601"/>
                </a:lnTo>
                <a:lnTo>
                  <a:pt x="19" y="3409"/>
                </a:lnTo>
                <a:lnTo>
                  <a:pt x="42" y="3218"/>
                </a:lnTo>
                <a:lnTo>
                  <a:pt x="75" y="3031"/>
                </a:lnTo>
                <a:lnTo>
                  <a:pt x="116" y="2847"/>
                </a:lnTo>
                <a:lnTo>
                  <a:pt x="166" y="2668"/>
                </a:lnTo>
                <a:lnTo>
                  <a:pt x="224" y="2491"/>
                </a:lnTo>
                <a:lnTo>
                  <a:pt x="291" y="2318"/>
                </a:lnTo>
                <a:lnTo>
                  <a:pt x="365" y="2150"/>
                </a:lnTo>
                <a:lnTo>
                  <a:pt x="446" y="1986"/>
                </a:lnTo>
                <a:lnTo>
                  <a:pt x="535" y="1827"/>
                </a:lnTo>
                <a:lnTo>
                  <a:pt x="631" y="1673"/>
                </a:lnTo>
                <a:lnTo>
                  <a:pt x="734" y="1525"/>
                </a:lnTo>
                <a:lnTo>
                  <a:pt x="844" y="1381"/>
                </a:lnTo>
                <a:lnTo>
                  <a:pt x="961" y="1244"/>
                </a:lnTo>
                <a:lnTo>
                  <a:pt x="1082" y="1112"/>
                </a:lnTo>
                <a:lnTo>
                  <a:pt x="1211" y="986"/>
                </a:lnTo>
                <a:lnTo>
                  <a:pt x="1345" y="867"/>
                </a:lnTo>
                <a:lnTo>
                  <a:pt x="1485" y="754"/>
                </a:lnTo>
                <a:lnTo>
                  <a:pt x="1630" y="648"/>
                </a:lnTo>
                <a:lnTo>
                  <a:pt x="1780" y="549"/>
                </a:lnTo>
                <a:lnTo>
                  <a:pt x="1935" y="458"/>
                </a:lnTo>
                <a:lnTo>
                  <a:pt x="2093" y="374"/>
                </a:lnTo>
                <a:lnTo>
                  <a:pt x="2257" y="298"/>
                </a:lnTo>
                <a:lnTo>
                  <a:pt x="2425" y="230"/>
                </a:lnTo>
                <a:lnTo>
                  <a:pt x="2597" y="170"/>
                </a:lnTo>
                <a:lnTo>
                  <a:pt x="2773" y="119"/>
                </a:lnTo>
                <a:lnTo>
                  <a:pt x="2952" y="76"/>
                </a:lnTo>
                <a:lnTo>
                  <a:pt x="3134" y="43"/>
                </a:lnTo>
                <a:lnTo>
                  <a:pt x="3318" y="19"/>
                </a:lnTo>
                <a:lnTo>
                  <a:pt x="3507" y="5"/>
                </a:lnTo>
                <a:lnTo>
                  <a:pt x="3696" y="0"/>
                </a:lnTo>
                <a:close/>
              </a:path>
            </a:pathLst>
          </a:custGeom>
          <a:solidFill>
            <a:schemeClr val="accent4">
              <a:alpha val="16000"/>
            </a:schemeClr>
          </a:solidFill>
          <a:ln w="2540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179" name="Freeform 62">
            <a:extLst>
              <a:ext uri="{FF2B5EF4-FFF2-40B4-BE49-F238E27FC236}">
                <a16:creationId xmlns:a16="http://schemas.microsoft.com/office/drawing/2014/main" id="{BF3878BE-1986-4A5C-9576-01A6FB750F8E}"/>
              </a:ext>
            </a:extLst>
          </p:cNvPr>
          <p:cNvSpPr>
            <a:spLocks/>
          </p:cNvSpPr>
          <p:nvPr/>
        </p:nvSpPr>
        <p:spPr bwMode="auto">
          <a:xfrm>
            <a:off x="4759746" y="2286690"/>
            <a:ext cx="2825034" cy="2837348"/>
          </a:xfrm>
          <a:custGeom>
            <a:avLst/>
            <a:gdLst>
              <a:gd name="T0" fmla="*/ 4074 w 7393"/>
              <a:gd name="T1" fmla="*/ 19 h 7593"/>
              <a:gd name="T2" fmla="*/ 4620 w 7393"/>
              <a:gd name="T3" fmla="*/ 119 h 7593"/>
              <a:gd name="T4" fmla="*/ 5135 w 7393"/>
              <a:gd name="T5" fmla="*/ 298 h 7593"/>
              <a:gd name="T6" fmla="*/ 5613 w 7393"/>
              <a:gd name="T7" fmla="*/ 549 h 7593"/>
              <a:gd name="T8" fmla="*/ 6048 w 7393"/>
              <a:gd name="T9" fmla="*/ 867 h 7593"/>
              <a:gd name="T10" fmla="*/ 6432 w 7393"/>
              <a:gd name="T11" fmla="*/ 1244 h 7593"/>
              <a:gd name="T12" fmla="*/ 6761 w 7393"/>
              <a:gd name="T13" fmla="*/ 1673 h 7593"/>
              <a:gd name="T14" fmla="*/ 7028 w 7393"/>
              <a:gd name="T15" fmla="*/ 2150 h 7593"/>
              <a:gd name="T16" fmla="*/ 7227 w 7393"/>
              <a:gd name="T17" fmla="*/ 2668 h 7593"/>
              <a:gd name="T18" fmla="*/ 7350 w 7393"/>
              <a:gd name="T19" fmla="*/ 3218 h 7593"/>
              <a:gd name="T20" fmla="*/ 7393 w 7393"/>
              <a:gd name="T21" fmla="*/ 3796 h 7593"/>
              <a:gd name="T22" fmla="*/ 7350 w 7393"/>
              <a:gd name="T23" fmla="*/ 4375 h 7593"/>
              <a:gd name="T24" fmla="*/ 7227 w 7393"/>
              <a:gd name="T25" fmla="*/ 4925 h 7593"/>
              <a:gd name="T26" fmla="*/ 7028 w 7393"/>
              <a:gd name="T27" fmla="*/ 5443 h 7593"/>
              <a:gd name="T28" fmla="*/ 6761 w 7393"/>
              <a:gd name="T29" fmla="*/ 5920 h 7593"/>
              <a:gd name="T30" fmla="*/ 6432 w 7393"/>
              <a:gd name="T31" fmla="*/ 6349 h 7593"/>
              <a:gd name="T32" fmla="*/ 6048 w 7393"/>
              <a:gd name="T33" fmla="*/ 6726 h 7593"/>
              <a:gd name="T34" fmla="*/ 5613 w 7393"/>
              <a:gd name="T35" fmla="*/ 7044 h 7593"/>
              <a:gd name="T36" fmla="*/ 5135 w 7393"/>
              <a:gd name="T37" fmla="*/ 7295 h 7593"/>
              <a:gd name="T38" fmla="*/ 4620 w 7393"/>
              <a:gd name="T39" fmla="*/ 7474 h 7593"/>
              <a:gd name="T40" fmla="*/ 4074 w 7393"/>
              <a:gd name="T41" fmla="*/ 7574 h 7593"/>
              <a:gd name="T42" fmla="*/ 3507 w 7393"/>
              <a:gd name="T43" fmla="*/ 7588 h 7593"/>
              <a:gd name="T44" fmla="*/ 2952 w 7393"/>
              <a:gd name="T45" fmla="*/ 7517 h 7593"/>
              <a:gd name="T46" fmla="*/ 2425 w 7393"/>
              <a:gd name="T47" fmla="*/ 7363 h 7593"/>
              <a:gd name="T48" fmla="*/ 1935 w 7393"/>
              <a:gd name="T49" fmla="*/ 7135 h 7593"/>
              <a:gd name="T50" fmla="*/ 1485 w 7393"/>
              <a:gd name="T51" fmla="*/ 6839 h 7593"/>
              <a:gd name="T52" fmla="*/ 1082 w 7393"/>
              <a:gd name="T53" fmla="*/ 6481 h 7593"/>
              <a:gd name="T54" fmla="*/ 734 w 7393"/>
              <a:gd name="T55" fmla="*/ 6068 h 7593"/>
              <a:gd name="T56" fmla="*/ 446 w 7393"/>
              <a:gd name="T57" fmla="*/ 5607 h 7593"/>
              <a:gd name="T58" fmla="*/ 224 w 7393"/>
              <a:gd name="T59" fmla="*/ 5102 h 7593"/>
              <a:gd name="T60" fmla="*/ 75 w 7393"/>
              <a:gd name="T61" fmla="*/ 4562 h 7593"/>
              <a:gd name="T62" fmla="*/ 5 w 7393"/>
              <a:gd name="T63" fmla="*/ 3992 h 7593"/>
              <a:gd name="T64" fmla="*/ 19 w 7393"/>
              <a:gd name="T65" fmla="*/ 3409 h 7593"/>
              <a:gd name="T66" fmla="*/ 116 w 7393"/>
              <a:gd name="T67" fmla="*/ 2847 h 7593"/>
              <a:gd name="T68" fmla="*/ 291 w 7393"/>
              <a:gd name="T69" fmla="*/ 2318 h 7593"/>
              <a:gd name="T70" fmla="*/ 535 w 7393"/>
              <a:gd name="T71" fmla="*/ 1827 h 7593"/>
              <a:gd name="T72" fmla="*/ 844 w 7393"/>
              <a:gd name="T73" fmla="*/ 1381 h 7593"/>
              <a:gd name="T74" fmla="*/ 1211 w 7393"/>
              <a:gd name="T75" fmla="*/ 986 h 7593"/>
              <a:gd name="T76" fmla="*/ 1630 w 7393"/>
              <a:gd name="T77" fmla="*/ 648 h 7593"/>
              <a:gd name="T78" fmla="*/ 2093 w 7393"/>
              <a:gd name="T79" fmla="*/ 374 h 7593"/>
              <a:gd name="T80" fmla="*/ 2597 w 7393"/>
              <a:gd name="T81" fmla="*/ 170 h 7593"/>
              <a:gd name="T82" fmla="*/ 3134 w 7393"/>
              <a:gd name="T83" fmla="*/ 43 h 7593"/>
              <a:gd name="T84" fmla="*/ 3696 w 7393"/>
              <a:gd name="T85" fmla="*/ 0 h 7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7393" h="7593">
                <a:moveTo>
                  <a:pt x="3696" y="0"/>
                </a:moveTo>
                <a:lnTo>
                  <a:pt x="3886" y="5"/>
                </a:lnTo>
                <a:lnTo>
                  <a:pt x="4074" y="19"/>
                </a:lnTo>
                <a:lnTo>
                  <a:pt x="4259" y="43"/>
                </a:lnTo>
                <a:lnTo>
                  <a:pt x="4441" y="76"/>
                </a:lnTo>
                <a:lnTo>
                  <a:pt x="4620" y="119"/>
                </a:lnTo>
                <a:lnTo>
                  <a:pt x="4796" y="170"/>
                </a:lnTo>
                <a:lnTo>
                  <a:pt x="4968" y="230"/>
                </a:lnTo>
                <a:lnTo>
                  <a:pt x="5135" y="298"/>
                </a:lnTo>
                <a:lnTo>
                  <a:pt x="5299" y="374"/>
                </a:lnTo>
                <a:lnTo>
                  <a:pt x="5458" y="458"/>
                </a:lnTo>
                <a:lnTo>
                  <a:pt x="5613" y="549"/>
                </a:lnTo>
                <a:lnTo>
                  <a:pt x="5763" y="648"/>
                </a:lnTo>
                <a:lnTo>
                  <a:pt x="5908" y="754"/>
                </a:lnTo>
                <a:lnTo>
                  <a:pt x="6048" y="867"/>
                </a:lnTo>
                <a:lnTo>
                  <a:pt x="6182" y="986"/>
                </a:lnTo>
                <a:lnTo>
                  <a:pt x="6310" y="1112"/>
                </a:lnTo>
                <a:lnTo>
                  <a:pt x="6432" y="1244"/>
                </a:lnTo>
                <a:lnTo>
                  <a:pt x="6549" y="1381"/>
                </a:lnTo>
                <a:lnTo>
                  <a:pt x="6659" y="1525"/>
                </a:lnTo>
                <a:lnTo>
                  <a:pt x="6761" y="1673"/>
                </a:lnTo>
                <a:lnTo>
                  <a:pt x="6858" y="1827"/>
                </a:lnTo>
                <a:lnTo>
                  <a:pt x="6947" y="1986"/>
                </a:lnTo>
                <a:lnTo>
                  <a:pt x="7028" y="2150"/>
                </a:lnTo>
                <a:lnTo>
                  <a:pt x="7102" y="2318"/>
                </a:lnTo>
                <a:lnTo>
                  <a:pt x="7169" y="2491"/>
                </a:lnTo>
                <a:lnTo>
                  <a:pt x="7227" y="2668"/>
                </a:lnTo>
                <a:lnTo>
                  <a:pt x="7277" y="2847"/>
                </a:lnTo>
                <a:lnTo>
                  <a:pt x="7318" y="3031"/>
                </a:lnTo>
                <a:lnTo>
                  <a:pt x="7350" y="3218"/>
                </a:lnTo>
                <a:lnTo>
                  <a:pt x="7374" y="3409"/>
                </a:lnTo>
                <a:lnTo>
                  <a:pt x="7388" y="3601"/>
                </a:lnTo>
                <a:lnTo>
                  <a:pt x="7393" y="3796"/>
                </a:lnTo>
                <a:lnTo>
                  <a:pt x="7388" y="3992"/>
                </a:lnTo>
                <a:lnTo>
                  <a:pt x="7374" y="4184"/>
                </a:lnTo>
                <a:lnTo>
                  <a:pt x="7350" y="4375"/>
                </a:lnTo>
                <a:lnTo>
                  <a:pt x="7318" y="4562"/>
                </a:lnTo>
                <a:lnTo>
                  <a:pt x="7277" y="4746"/>
                </a:lnTo>
                <a:lnTo>
                  <a:pt x="7227" y="4925"/>
                </a:lnTo>
                <a:lnTo>
                  <a:pt x="7169" y="5102"/>
                </a:lnTo>
                <a:lnTo>
                  <a:pt x="7102" y="5275"/>
                </a:lnTo>
                <a:lnTo>
                  <a:pt x="7028" y="5443"/>
                </a:lnTo>
                <a:lnTo>
                  <a:pt x="6947" y="5607"/>
                </a:lnTo>
                <a:lnTo>
                  <a:pt x="6858" y="5766"/>
                </a:lnTo>
                <a:lnTo>
                  <a:pt x="6761" y="5920"/>
                </a:lnTo>
                <a:lnTo>
                  <a:pt x="6659" y="6068"/>
                </a:lnTo>
                <a:lnTo>
                  <a:pt x="6549" y="6212"/>
                </a:lnTo>
                <a:lnTo>
                  <a:pt x="6432" y="6349"/>
                </a:lnTo>
                <a:lnTo>
                  <a:pt x="6310" y="6481"/>
                </a:lnTo>
                <a:lnTo>
                  <a:pt x="6182" y="6607"/>
                </a:lnTo>
                <a:lnTo>
                  <a:pt x="6048" y="6726"/>
                </a:lnTo>
                <a:lnTo>
                  <a:pt x="5908" y="6839"/>
                </a:lnTo>
                <a:lnTo>
                  <a:pt x="5763" y="6945"/>
                </a:lnTo>
                <a:lnTo>
                  <a:pt x="5613" y="7044"/>
                </a:lnTo>
                <a:lnTo>
                  <a:pt x="5458" y="7135"/>
                </a:lnTo>
                <a:lnTo>
                  <a:pt x="5299" y="7219"/>
                </a:lnTo>
                <a:lnTo>
                  <a:pt x="5135" y="7295"/>
                </a:lnTo>
                <a:lnTo>
                  <a:pt x="4968" y="7363"/>
                </a:lnTo>
                <a:lnTo>
                  <a:pt x="4796" y="7423"/>
                </a:lnTo>
                <a:lnTo>
                  <a:pt x="4620" y="7474"/>
                </a:lnTo>
                <a:lnTo>
                  <a:pt x="4441" y="7517"/>
                </a:lnTo>
                <a:lnTo>
                  <a:pt x="4259" y="7550"/>
                </a:lnTo>
                <a:lnTo>
                  <a:pt x="4074" y="7574"/>
                </a:lnTo>
                <a:lnTo>
                  <a:pt x="3886" y="7588"/>
                </a:lnTo>
                <a:lnTo>
                  <a:pt x="3696" y="7593"/>
                </a:lnTo>
                <a:lnTo>
                  <a:pt x="3507" y="7588"/>
                </a:lnTo>
                <a:lnTo>
                  <a:pt x="3318" y="7574"/>
                </a:lnTo>
                <a:lnTo>
                  <a:pt x="3134" y="7550"/>
                </a:lnTo>
                <a:lnTo>
                  <a:pt x="2952" y="7517"/>
                </a:lnTo>
                <a:lnTo>
                  <a:pt x="2773" y="7474"/>
                </a:lnTo>
                <a:lnTo>
                  <a:pt x="2597" y="7423"/>
                </a:lnTo>
                <a:lnTo>
                  <a:pt x="2425" y="7363"/>
                </a:lnTo>
                <a:lnTo>
                  <a:pt x="2257" y="7295"/>
                </a:lnTo>
                <a:lnTo>
                  <a:pt x="2093" y="7219"/>
                </a:lnTo>
                <a:lnTo>
                  <a:pt x="1935" y="7135"/>
                </a:lnTo>
                <a:lnTo>
                  <a:pt x="1780" y="7044"/>
                </a:lnTo>
                <a:lnTo>
                  <a:pt x="1630" y="6945"/>
                </a:lnTo>
                <a:lnTo>
                  <a:pt x="1485" y="6839"/>
                </a:lnTo>
                <a:lnTo>
                  <a:pt x="1345" y="6726"/>
                </a:lnTo>
                <a:lnTo>
                  <a:pt x="1211" y="6607"/>
                </a:lnTo>
                <a:lnTo>
                  <a:pt x="1082" y="6481"/>
                </a:lnTo>
                <a:lnTo>
                  <a:pt x="961" y="6349"/>
                </a:lnTo>
                <a:lnTo>
                  <a:pt x="844" y="6212"/>
                </a:lnTo>
                <a:lnTo>
                  <a:pt x="734" y="6068"/>
                </a:lnTo>
                <a:lnTo>
                  <a:pt x="631" y="5920"/>
                </a:lnTo>
                <a:lnTo>
                  <a:pt x="535" y="5766"/>
                </a:lnTo>
                <a:lnTo>
                  <a:pt x="446" y="5607"/>
                </a:lnTo>
                <a:lnTo>
                  <a:pt x="365" y="5443"/>
                </a:lnTo>
                <a:lnTo>
                  <a:pt x="291" y="5275"/>
                </a:lnTo>
                <a:lnTo>
                  <a:pt x="224" y="5102"/>
                </a:lnTo>
                <a:lnTo>
                  <a:pt x="166" y="4925"/>
                </a:lnTo>
                <a:lnTo>
                  <a:pt x="116" y="4746"/>
                </a:lnTo>
                <a:lnTo>
                  <a:pt x="75" y="4562"/>
                </a:lnTo>
                <a:lnTo>
                  <a:pt x="42" y="4375"/>
                </a:lnTo>
                <a:lnTo>
                  <a:pt x="19" y="4184"/>
                </a:lnTo>
                <a:lnTo>
                  <a:pt x="5" y="3992"/>
                </a:lnTo>
                <a:lnTo>
                  <a:pt x="0" y="3796"/>
                </a:lnTo>
                <a:lnTo>
                  <a:pt x="5" y="3601"/>
                </a:lnTo>
                <a:lnTo>
                  <a:pt x="19" y="3409"/>
                </a:lnTo>
                <a:lnTo>
                  <a:pt x="42" y="3218"/>
                </a:lnTo>
                <a:lnTo>
                  <a:pt x="75" y="3031"/>
                </a:lnTo>
                <a:lnTo>
                  <a:pt x="116" y="2847"/>
                </a:lnTo>
                <a:lnTo>
                  <a:pt x="166" y="2668"/>
                </a:lnTo>
                <a:lnTo>
                  <a:pt x="224" y="2491"/>
                </a:lnTo>
                <a:lnTo>
                  <a:pt x="291" y="2318"/>
                </a:lnTo>
                <a:lnTo>
                  <a:pt x="365" y="2150"/>
                </a:lnTo>
                <a:lnTo>
                  <a:pt x="446" y="1986"/>
                </a:lnTo>
                <a:lnTo>
                  <a:pt x="535" y="1827"/>
                </a:lnTo>
                <a:lnTo>
                  <a:pt x="631" y="1673"/>
                </a:lnTo>
                <a:lnTo>
                  <a:pt x="734" y="1525"/>
                </a:lnTo>
                <a:lnTo>
                  <a:pt x="844" y="1381"/>
                </a:lnTo>
                <a:lnTo>
                  <a:pt x="961" y="1244"/>
                </a:lnTo>
                <a:lnTo>
                  <a:pt x="1082" y="1112"/>
                </a:lnTo>
                <a:lnTo>
                  <a:pt x="1211" y="986"/>
                </a:lnTo>
                <a:lnTo>
                  <a:pt x="1345" y="867"/>
                </a:lnTo>
                <a:lnTo>
                  <a:pt x="1485" y="754"/>
                </a:lnTo>
                <a:lnTo>
                  <a:pt x="1630" y="648"/>
                </a:lnTo>
                <a:lnTo>
                  <a:pt x="1780" y="549"/>
                </a:lnTo>
                <a:lnTo>
                  <a:pt x="1935" y="458"/>
                </a:lnTo>
                <a:lnTo>
                  <a:pt x="2093" y="374"/>
                </a:lnTo>
                <a:lnTo>
                  <a:pt x="2257" y="298"/>
                </a:lnTo>
                <a:lnTo>
                  <a:pt x="2425" y="230"/>
                </a:lnTo>
                <a:lnTo>
                  <a:pt x="2597" y="170"/>
                </a:lnTo>
                <a:lnTo>
                  <a:pt x="2773" y="119"/>
                </a:lnTo>
                <a:lnTo>
                  <a:pt x="2952" y="76"/>
                </a:lnTo>
                <a:lnTo>
                  <a:pt x="3134" y="43"/>
                </a:lnTo>
                <a:lnTo>
                  <a:pt x="3318" y="19"/>
                </a:lnTo>
                <a:lnTo>
                  <a:pt x="3507" y="5"/>
                </a:lnTo>
                <a:lnTo>
                  <a:pt x="3696" y="0"/>
                </a:lnTo>
                <a:close/>
              </a:path>
            </a:pathLst>
          </a:custGeom>
          <a:gradFill>
            <a:gsLst>
              <a:gs pos="58000">
                <a:srgbClr val="0F3857">
                  <a:alpha val="65000"/>
                </a:srgbClr>
              </a:gs>
              <a:gs pos="100000">
                <a:srgbClr val="165584">
                  <a:alpha val="15000"/>
                </a:srgbClr>
              </a:gs>
            </a:gsLst>
            <a:path path="circle">
              <a:fillToRect l="50000" t="50000" r="50000" b="50000"/>
            </a:path>
          </a:gradFill>
          <a:ln w="3175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67C8AB14-39D9-4207-95E4-8754F4B202A6}"/>
              </a:ext>
            </a:extLst>
          </p:cNvPr>
          <p:cNvSpPr txBox="1">
            <a:spLocks/>
          </p:cNvSpPr>
          <p:nvPr/>
        </p:nvSpPr>
        <p:spPr>
          <a:xfrm>
            <a:off x="764085" y="1108898"/>
            <a:ext cx="197643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kern="0" dirty="0">
                <a:solidFill>
                  <a:schemeClr val="bg1"/>
                </a:solidFill>
                <a:latin typeface="+mj-lt"/>
                <a:cs typeface="Arial" pitchFamily="34" charset="0"/>
              </a:rPr>
              <a:t>DATA SOURCES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EAC13DF5-32FC-4E24-9768-19D72ACE2682}"/>
              </a:ext>
            </a:extLst>
          </p:cNvPr>
          <p:cNvSpPr txBox="1">
            <a:spLocks/>
          </p:cNvSpPr>
          <p:nvPr/>
        </p:nvSpPr>
        <p:spPr>
          <a:xfrm>
            <a:off x="9497716" y="1902173"/>
            <a:ext cx="197643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b="1" kern="0" dirty="0">
                <a:solidFill>
                  <a:schemeClr val="bg1"/>
                </a:solidFill>
                <a:latin typeface="+mj-lt"/>
                <a:cs typeface="Arial" pitchFamily="34" charset="0"/>
              </a:rPr>
              <a:t>AGENT SCORECARD</a:t>
            </a:r>
          </a:p>
        </p:txBody>
      </p:sp>
      <p:grpSp>
        <p:nvGrpSpPr>
          <p:cNvPr id="595" name="Group 594">
            <a:extLst>
              <a:ext uri="{FF2B5EF4-FFF2-40B4-BE49-F238E27FC236}">
                <a16:creationId xmlns:a16="http://schemas.microsoft.com/office/drawing/2014/main" id="{C3E2A456-5D59-48B2-B158-2C352C1A62AD}"/>
              </a:ext>
            </a:extLst>
          </p:cNvPr>
          <p:cNvGrpSpPr/>
          <p:nvPr/>
        </p:nvGrpSpPr>
        <p:grpSpPr>
          <a:xfrm>
            <a:off x="521343" y="2257575"/>
            <a:ext cx="2219180" cy="3842093"/>
            <a:chOff x="381965" y="2045794"/>
            <a:chExt cx="2219180" cy="3842093"/>
          </a:xfrm>
        </p:grpSpPr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1890DCA5-5F18-4B28-B5ED-E4464495C7BE}"/>
                </a:ext>
              </a:extLst>
            </p:cNvPr>
            <p:cNvGrpSpPr/>
            <p:nvPr/>
          </p:nvGrpSpPr>
          <p:grpSpPr>
            <a:xfrm>
              <a:off x="1707536" y="4437903"/>
              <a:ext cx="323488" cy="321897"/>
              <a:chOff x="10307638" y="1946275"/>
              <a:chExt cx="968375" cy="963613"/>
            </a:xfrm>
            <a:solidFill>
              <a:srgbClr val="127BBF"/>
            </a:solidFill>
          </p:grpSpPr>
          <p:sp>
            <p:nvSpPr>
              <p:cNvPr id="668" name="Freeform 167">
                <a:extLst>
                  <a:ext uri="{FF2B5EF4-FFF2-40B4-BE49-F238E27FC236}">
                    <a16:creationId xmlns:a16="http://schemas.microsoft.com/office/drawing/2014/main" id="{5A5C8F74-346A-421F-8E41-F863CE15A6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07638" y="1946275"/>
                <a:ext cx="581025" cy="963613"/>
              </a:xfrm>
              <a:custGeom>
                <a:avLst/>
                <a:gdLst>
                  <a:gd name="T0" fmla="*/ 193 w 193"/>
                  <a:gd name="T1" fmla="*/ 321 h 321"/>
                  <a:gd name="T2" fmla="*/ 84 w 193"/>
                  <a:gd name="T3" fmla="*/ 303 h 321"/>
                  <a:gd name="T4" fmla="*/ 7 w 193"/>
                  <a:gd name="T5" fmla="*/ 290 h 321"/>
                  <a:gd name="T6" fmla="*/ 0 w 193"/>
                  <a:gd name="T7" fmla="*/ 283 h 321"/>
                  <a:gd name="T8" fmla="*/ 0 w 193"/>
                  <a:gd name="T9" fmla="*/ 37 h 321"/>
                  <a:gd name="T10" fmla="*/ 7 w 193"/>
                  <a:gd name="T11" fmla="*/ 30 h 321"/>
                  <a:gd name="T12" fmla="*/ 190 w 193"/>
                  <a:gd name="T13" fmla="*/ 0 h 321"/>
                  <a:gd name="T14" fmla="*/ 193 w 193"/>
                  <a:gd name="T15" fmla="*/ 0 h 321"/>
                  <a:gd name="T16" fmla="*/ 193 w 193"/>
                  <a:gd name="T17" fmla="*/ 321 h 321"/>
                  <a:gd name="T18" fmla="*/ 145 w 193"/>
                  <a:gd name="T19" fmla="*/ 224 h 321"/>
                  <a:gd name="T20" fmla="*/ 112 w 193"/>
                  <a:gd name="T21" fmla="*/ 166 h 321"/>
                  <a:gd name="T22" fmla="*/ 112 w 193"/>
                  <a:gd name="T23" fmla="*/ 153 h 321"/>
                  <a:gd name="T24" fmla="*/ 136 w 193"/>
                  <a:gd name="T25" fmla="*/ 111 h 321"/>
                  <a:gd name="T26" fmla="*/ 144 w 193"/>
                  <a:gd name="T27" fmla="*/ 96 h 321"/>
                  <a:gd name="T28" fmla="*/ 119 w 193"/>
                  <a:gd name="T29" fmla="*/ 96 h 321"/>
                  <a:gd name="T30" fmla="*/ 110 w 193"/>
                  <a:gd name="T31" fmla="*/ 101 h 321"/>
                  <a:gd name="T32" fmla="*/ 90 w 193"/>
                  <a:gd name="T33" fmla="*/ 143 h 321"/>
                  <a:gd name="T34" fmla="*/ 72 w 193"/>
                  <a:gd name="T35" fmla="*/ 102 h 321"/>
                  <a:gd name="T36" fmla="*/ 66 w 193"/>
                  <a:gd name="T37" fmla="*/ 96 h 321"/>
                  <a:gd name="T38" fmla="*/ 36 w 193"/>
                  <a:gd name="T39" fmla="*/ 96 h 321"/>
                  <a:gd name="T40" fmla="*/ 66 w 193"/>
                  <a:gd name="T41" fmla="*/ 152 h 321"/>
                  <a:gd name="T42" fmla="*/ 66 w 193"/>
                  <a:gd name="T43" fmla="*/ 169 h 321"/>
                  <a:gd name="T44" fmla="*/ 37 w 193"/>
                  <a:gd name="T45" fmla="*/ 216 h 321"/>
                  <a:gd name="T46" fmla="*/ 32 w 193"/>
                  <a:gd name="T47" fmla="*/ 225 h 321"/>
                  <a:gd name="T48" fmla="*/ 59 w 193"/>
                  <a:gd name="T49" fmla="*/ 225 h 321"/>
                  <a:gd name="T50" fmla="*/ 68 w 193"/>
                  <a:gd name="T51" fmla="*/ 219 h 321"/>
                  <a:gd name="T52" fmla="*/ 89 w 193"/>
                  <a:gd name="T53" fmla="*/ 177 h 321"/>
                  <a:gd name="T54" fmla="*/ 100 w 193"/>
                  <a:gd name="T55" fmla="*/ 200 h 321"/>
                  <a:gd name="T56" fmla="*/ 114 w 193"/>
                  <a:gd name="T57" fmla="*/ 224 h 321"/>
                  <a:gd name="T58" fmla="*/ 143 w 193"/>
                  <a:gd name="T59" fmla="*/ 225 h 321"/>
                  <a:gd name="T60" fmla="*/ 145 w 193"/>
                  <a:gd name="T61" fmla="*/ 224 h 3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93" h="321">
                    <a:moveTo>
                      <a:pt x="193" y="321"/>
                    </a:moveTo>
                    <a:cubicBezTo>
                      <a:pt x="156" y="315"/>
                      <a:pt x="120" y="309"/>
                      <a:pt x="84" y="303"/>
                    </a:cubicBezTo>
                    <a:cubicBezTo>
                      <a:pt x="58" y="299"/>
                      <a:pt x="33" y="294"/>
                      <a:pt x="7" y="290"/>
                    </a:cubicBezTo>
                    <a:cubicBezTo>
                      <a:pt x="2" y="290"/>
                      <a:pt x="0" y="289"/>
                      <a:pt x="0" y="283"/>
                    </a:cubicBezTo>
                    <a:cubicBezTo>
                      <a:pt x="0" y="201"/>
                      <a:pt x="0" y="119"/>
                      <a:pt x="0" y="37"/>
                    </a:cubicBezTo>
                    <a:cubicBezTo>
                      <a:pt x="0" y="32"/>
                      <a:pt x="2" y="31"/>
                      <a:pt x="7" y="30"/>
                    </a:cubicBezTo>
                    <a:cubicBezTo>
                      <a:pt x="68" y="20"/>
                      <a:pt x="129" y="10"/>
                      <a:pt x="190" y="0"/>
                    </a:cubicBezTo>
                    <a:cubicBezTo>
                      <a:pt x="191" y="0"/>
                      <a:pt x="191" y="0"/>
                      <a:pt x="193" y="0"/>
                    </a:cubicBezTo>
                    <a:cubicBezTo>
                      <a:pt x="193" y="107"/>
                      <a:pt x="193" y="213"/>
                      <a:pt x="193" y="321"/>
                    </a:cubicBezTo>
                    <a:close/>
                    <a:moveTo>
                      <a:pt x="145" y="224"/>
                    </a:moveTo>
                    <a:cubicBezTo>
                      <a:pt x="134" y="204"/>
                      <a:pt x="123" y="185"/>
                      <a:pt x="112" y="166"/>
                    </a:cubicBezTo>
                    <a:cubicBezTo>
                      <a:pt x="109" y="162"/>
                      <a:pt x="109" y="158"/>
                      <a:pt x="112" y="153"/>
                    </a:cubicBezTo>
                    <a:cubicBezTo>
                      <a:pt x="120" y="139"/>
                      <a:pt x="128" y="125"/>
                      <a:pt x="136" y="111"/>
                    </a:cubicBezTo>
                    <a:cubicBezTo>
                      <a:pt x="138" y="106"/>
                      <a:pt x="141" y="101"/>
                      <a:pt x="144" y="96"/>
                    </a:cubicBezTo>
                    <a:cubicBezTo>
                      <a:pt x="135" y="96"/>
                      <a:pt x="127" y="96"/>
                      <a:pt x="119" y="96"/>
                    </a:cubicBezTo>
                    <a:cubicBezTo>
                      <a:pt x="115" y="95"/>
                      <a:pt x="112" y="97"/>
                      <a:pt x="110" y="101"/>
                    </a:cubicBezTo>
                    <a:cubicBezTo>
                      <a:pt x="104" y="115"/>
                      <a:pt x="97" y="129"/>
                      <a:pt x="90" y="143"/>
                    </a:cubicBezTo>
                    <a:cubicBezTo>
                      <a:pt x="84" y="129"/>
                      <a:pt x="78" y="115"/>
                      <a:pt x="72" y="102"/>
                    </a:cubicBezTo>
                    <a:cubicBezTo>
                      <a:pt x="71" y="99"/>
                      <a:pt x="68" y="96"/>
                      <a:pt x="66" y="96"/>
                    </a:cubicBezTo>
                    <a:cubicBezTo>
                      <a:pt x="57" y="95"/>
                      <a:pt x="47" y="96"/>
                      <a:pt x="36" y="96"/>
                    </a:cubicBezTo>
                    <a:cubicBezTo>
                      <a:pt x="46" y="116"/>
                      <a:pt x="56" y="134"/>
                      <a:pt x="66" y="152"/>
                    </a:cubicBezTo>
                    <a:cubicBezTo>
                      <a:pt x="70" y="158"/>
                      <a:pt x="70" y="163"/>
                      <a:pt x="66" y="169"/>
                    </a:cubicBezTo>
                    <a:cubicBezTo>
                      <a:pt x="56" y="184"/>
                      <a:pt x="47" y="200"/>
                      <a:pt x="37" y="216"/>
                    </a:cubicBezTo>
                    <a:cubicBezTo>
                      <a:pt x="36" y="219"/>
                      <a:pt x="34" y="221"/>
                      <a:pt x="32" y="225"/>
                    </a:cubicBezTo>
                    <a:cubicBezTo>
                      <a:pt x="42" y="225"/>
                      <a:pt x="51" y="225"/>
                      <a:pt x="59" y="225"/>
                    </a:cubicBezTo>
                    <a:cubicBezTo>
                      <a:pt x="64" y="225"/>
                      <a:pt x="66" y="223"/>
                      <a:pt x="68" y="219"/>
                    </a:cubicBezTo>
                    <a:cubicBezTo>
                      <a:pt x="75" y="205"/>
                      <a:pt x="82" y="191"/>
                      <a:pt x="89" y="177"/>
                    </a:cubicBezTo>
                    <a:cubicBezTo>
                      <a:pt x="92" y="184"/>
                      <a:pt x="96" y="192"/>
                      <a:pt x="100" y="200"/>
                    </a:cubicBezTo>
                    <a:cubicBezTo>
                      <a:pt x="104" y="208"/>
                      <a:pt x="107" y="220"/>
                      <a:pt x="114" y="224"/>
                    </a:cubicBezTo>
                    <a:cubicBezTo>
                      <a:pt x="122" y="228"/>
                      <a:pt x="133" y="225"/>
                      <a:pt x="143" y="225"/>
                    </a:cubicBezTo>
                    <a:cubicBezTo>
                      <a:pt x="143" y="225"/>
                      <a:pt x="143" y="225"/>
                      <a:pt x="145" y="2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69" name="Freeform 168">
                <a:extLst>
                  <a:ext uri="{FF2B5EF4-FFF2-40B4-BE49-F238E27FC236}">
                    <a16:creationId xmlns:a16="http://schemas.microsoft.com/office/drawing/2014/main" id="{1B42BED6-EA9B-4622-BE04-3E4D903E8B4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42638" y="2039938"/>
                <a:ext cx="333375" cy="774700"/>
              </a:xfrm>
              <a:custGeom>
                <a:avLst/>
                <a:gdLst>
                  <a:gd name="T0" fmla="*/ 31 w 111"/>
                  <a:gd name="T1" fmla="*/ 210 h 258"/>
                  <a:gd name="T2" fmla="*/ 31 w 111"/>
                  <a:gd name="T3" fmla="*/ 194 h 258"/>
                  <a:gd name="T4" fmla="*/ 0 w 111"/>
                  <a:gd name="T5" fmla="*/ 194 h 258"/>
                  <a:gd name="T6" fmla="*/ 0 w 111"/>
                  <a:gd name="T7" fmla="*/ 162 h 258"/>
                  <a:gd name="T8" fmla="*/ 31 w 111"/>
                  <a:gd name="T9" fmla="*/ 162 h 258"/>
                  <a:gd name="T10" fmla="*/ 31 w 111"/>
                  <a:gd name="T11" fmla="*/ 146 h 258"/>
                  <a:gd name="T12" fmla="*/ 0 w 111"/>
                  <a:gd name="T13" fmla="*/ 146 h 258"/>
                  <a:gd name="T14" fmla="*/ 0 w 111"/>
                  <a:gd name="T15" fmla="*/ 113 h 258"/>
                  <a:gd name="T16" fmla="*/ 31 w 111"/>
                  <a:gd name="T17" fmla="*/ 113 h 258"/>
                  <a:gd name="T18" fmla="*/ 31 w 111"/>
                  <a:gd name="T19" fmla="*/ 97 h 258"/>
                  <a:gd name="T20" fmla="*/ 0 w 111"/>
                  <a:gd name="T21" fmla="*/ 97 h 258"/>
                  <a:gd name="T22" fmla="*/ 0 w 111"/>
                  <a:gd name="T23" fmla="*/ 65 h 258"/>
                  <a:gd name="T24" fmla="*/ 31 w 111"/>
                  <a:gd name="T25" fmla="*/ 65 h 258"/>
                  <a:gd name="T26" fmla="*/ 31 w 111"/>
                  <a:gd name="T27" fmla="*/ 49 h 258"/>
                  <a:gd name="T28" fmla="*/ 0 w 111"/>
                  <a:gd name="T29" fmla="*/ 49 h 258"/>
                  <a:gd name="T30" fmla="*/ 0 w 111"/>
                  <a:gd name="T31" fmla="*/ 1 h 258"/>
                  <a:gd name="T32" fmla="*/ 7 w 111"/>
                  <a:gd name="T33" fmla="*/ 1 h 258"/>
                  <a:gd name="T34" fmla="*/ 77 w 111"/>
                  <a:gd name="T35" fmla="*/ 1 h 258"/>
                  <a:gd name="T36" fmla="*/ 111 w 111"/>
                  <a:gd name="T37" fmla="*/ 35 h 258"/>
                  <a:gd name="T38" fmla="*/ 111 w 111"/>
                  <a:gd name="T39" fmla="*/ 225 h 258"/>
                  <a:gd name="T40" fmla="*/ 79 w 111"/>
                  <a:gd name="T41" fmla="*/ 258 h 258"/>
                  <a:gd name="T42" fmla="*/ 0 w 111"/>
                  <a:gd name="T43" fmla="*/ 258 h 258"/>
                  <a:gd name="T44" fmla="*/ 0 w 111"/>
                  <a:gd name="T45" fmla="*/ 210 h 258"/>
                  <a:gd name="T46" fmla="*/ 31 w 111"/>
                  <a:gd name="T47" fmla="*/ 210 h 258"/>
                  <a:gd name="T48" fmla="*/ 79 w 111"/>
                  <a:gd name="T49" fmla="*/ 64 h 258"/>
                  <a:gd name="T50" fmla="*/ 79 w 111"/>
                  <a:gd name="T51" fmla="*/ 49 h 258"/>
                  <a:gd name="T52" fmla="*/ 48 w 111"/>
                  <a:gd name="T53" fmla="*/ 49 h 258"/>
                  <a:gd name="T54" fmla="*/ 48 w 111"/>
                  <a:gd name="T55" fmla="*/ 64 h 258"/>
                  <a:gd name="T56" fmla="*/ 79 w 111"/>
                  <a:gd name="T57" fmla="*/ 64 h 258"/>
                  <a:gd name="T58" fmla="*/ 48 w 111"/>
                  <a:gd name="T59" fmla="*/ 194 h 258"/>
                  <a:gd name="T60" fmla="*/ 48 w 111"/>
                  <a:gd name="T61" fmla="*/ 210 h 258"/>
                  <a:gd name="T62" fmla="*/ 79 w 111"/>
                  <a:gd name="T63" fmla="*/ 210 h 258"/>
                  <a:gd name="T64" fmla="*/ 79 w 111"/>
                  <a:gd name="T65" fmla="*/ 194 h 258"/>
                  <a:gd name="T66" fmla="*/ 48 w 111"/>
                  <a:gd name="T67" fmla="*/ 194 h 258"/>
                  <a:gd name="T68" fmla="*/ 79 w 111"/>
                  <a:gd name="T69" fmla="*/ 98 h 258"/>
                  <a:gd name="T70" fmla="*/ 48 w 111"/>
                  <a:gd name="T71" fmla="*/ 98 h 258"/>
                  <a:gd name="T72" fmla="*/ 48 w 111"/>
                  <a:gd name="T73" fmla="*/ 112 h 258"/>
                  <a:gd name="T74" fmla="*/ 79 w 111"/>
                  <a:gd name="T75" fmla="*/ 112 h 258"/>
                  <a:gd name="T76" fmla="*/ 79 w 111"/>
                  <a:gd name="T77" fmla="*/ 98 h 258"/>
                  <a:gd name="T78" fmla="*/ 47 w 111"/>
                  <a:gd name="T79" fmla="*/ 161 h 258"/>
                  <a:gd name="T80" fmla="*/ 79 w 111"/>
                  <a:gd name="T81" fmla="*/ 161 h 258"/>
                  <a:gd name="T82" fmla="*/ 79 w 111"/>
                  <a:gd name="T83" fmla="*/ 146 h 258"/>
                  <a:gd name="T84" fmla="*/ 47 w 111"/>
                  <a:gd name="T85" fmla="*/ 146 h 258"/>
                  <a:gd name="T86" fmla="*/ 47 w 111"/>
                  <a:gd name="T87" fmla="*/ 161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11" h="258">
                    <a:moveTo>
                      <a:pt x="31" y="210"/>
                    </a:moveTo>
                    <a:cubicBezTo>
                      <a:pt x="31" y="205"/>
                      <a:pt x="31" y="200"/>
                      <a:pt x="31" y="194"/>
                    </a:cubicBezTo>
                    <a:cubicBezTo>
                      <a:pt x="20" y="194"/>
                      <a:pt x="10" y="194"/>
                      <a:pt x="0" y="194"/>
                    </a:cubicBezTo>
                    <a:cubicBezTo>
                      <a:pt x="0" y="183"/>
                      <a:pt x="0" y="173"/>
                      <a:pt x="0" y="162"/>
                    </a:cubicBezTo>
                    <a:cubicBezTo>
                      <a:pt x="10" y="162"/>
                      <a:pt x="20" y="162"/>
                      <a:pt x="31" y="162"/>
                    </a:cubicBezTo>
                    <a:cubicBezTo>
                      <a:pt x="31" y="156"/>
                      <a:pt x="31" y="151"/>
                      <a:pt x="31" y="146"/>
                    </a:cubicBezTo>
                    <a:cubicBezTo>
                      <a:pt x="21" y="146"/>
                      <a:pt x="11" y="146"/>
                      <a:pt x="0" y="146"/>
                    </a:cubicBezTo>
                    <a:cubicBezTo>
                      <a:pt x="0" y="135"/>
                      <a:pt x="0" y="124"/>
                      <a:pt x="0" y="113"/>
                    </a:cubicBezTo>
                    <a:cubicBezTo>
                      <a:pt x="10" y="113"/>
                      <a:pt x="20" y="113"/>
                      <a:pt x="31" y="113"/>
                    </a:cubicBezTo>
                    <a:cubicBezTo>
                      <a:pt x="31" y="107"/>
                      <a:pt x="31" y="103"/>
                      <a:pt x="31" y="97"/>
                    </a:cubicBezTo>
                    <a:cubicBezTo>
                      <a:pt x="20" y="97"/>
                      <a:pt x="10" y="97"/>
                      <a:pt x="0" y="97"/>
                    </a:cubicBezTo>
                    <a:cubicBezTo>
                      <a:pt x="0" y="86"/>
                      <a:pt x="0" y="76"/>
                      <a:pt x="0" y="65"/>
                    </a:cubicBezTo>
                    <a:cubicBezTo>
                      <a:pt x="10" y="65"/>
                      <a:pt x="20" y="65"/>
                      <a:pt x="31" y="65"/>
                    </a:cubicBezTo>
                    <a:cubicBezTo>
                      <a:pt x="31" y="59"/>
                      <a:pt x="31" y="54"/>
                      <a:pt x="31" y="49"/>
                    </a:cubicBezTo>
                    <a:cubicBezTo>
                      <a:pt x="20" y="49"/>
                      <a:pt x="10" y="49"/>
                      <a:pt x="0" y="49"/>
                    </a:cubicBezTo>
                    <a:cubicBezTo>
                      <a:pt x="0" y="32"/>
                      <a:pt x="0" y="17"/>
                      <a:pt x="0" y="1"/>
                    </a:cubicBezTo>
                    <a:cubicBezTo>
                      <a:pt x="2" y="1"/>
                      <a:pt x="5" y="1"/>
                      <a:pt x="7" y="1"/>
                    </a:cubicBezTo>
                    <a:cubicBezTo>
                      <a:pt x="30" y="1"/>
                      <a:pt x="54" y="0"/>
                      <a:pt x="77" y="1"/>
                    </a:cubicBezTo>
                    <a:cubicBezTo>
                      <a:pt x="98" y="1"/>
                      <a:pt x="111" y="13"/>
                      <a:pt x="111" y="35"/>
                    </a:cubicBezTo>
                    <a:cubicBezTo>
                      <a:pt x="111" y="98"/>
                      <a:pt x="111" y="161"/>
                      <a:pt x="111" y="225"/>
                    </a:cubicBezTo>
                    <a:cubicBezTo>
                      <a:pt x="111" y="244"/>
                      <a:pt x="99" y="258"/>
                      <a:pt x="79" y="258"/>
                    </a:cubicBezTo>
                    <a:cubicBezTo>
                      <a:pt x="53" y="258"/>
                      <a:pt x="27" y="258"/>
                      <a:pt x="0" y="258"/>
                    </a:cubicBezTo>
                    <a:cubicBezTo>
                      <a:pt x="0" y="242"/>
                      <a:pt x="0" y="227"/>
                      <a:pt x="0" y="210"/>
                    </a:cubicBezTo>
                    <a:cubicBezTo>
                      <a:pt x="10" y="210"/>
                      <a:pt x="20" y="210"/>
                      <a:pt x="31" y="210"/>
                    </a:cubicBezTo>
                    <a:close/>
                    <a:moveTo>
                      <a:pt x="79" y="64"/>
                    </a:moveTo>
                    <a:cubicBezTo>
                      <a:pt x="79" y="59"/>
                      <a:pt x="79" y="54"/>
                      <a:pt x="79" y="49"/>
                    </a:cubicBezTo>
                    <a:cubicBezTo>
                      <a:pt x="68" y="49"/>
                      <a:pt x="58" y="49"/>
                      <a:pt x="48" y="49"/>
                    </a:cubicBezTo>
                    <a:cubicBezTo>
                      <a:pt x="48" y="54"/>
                      <a:pt x="48" y="59"/>
                      <a:pt x="48" y="64"/>
                    </a:cubicBezTo>
                    <a:cubicBezTo>
                      <a:pt x="58" y="64"/>
                      <a:pt x="69" y="64"/>
                      <a:pt x="79" y="64"/>
                    </a:cubicBezTo>
                    <a:close/>
                    <a:moveTo>
                      <a:pt x="48" y="194"/>
                    </a:moveTo>
                    <a:cubicBezTo>
                      <a:pt x="48" y="200"/>
                      <a:pt x="48" y="205"/>
                      <a:pt x="48" y="210"/>
                    </a:cubicBezTo>
                    <a:cubicBezTo>
                      <a:pt x="58" y="210"/>
                      <a:pt x="69" y="210"/>
                      <a:pt x="79" y="210"/>
                    </a:cubicBezTo>
                    <a:cubicBezTo>
                      <a:pt x="79" y="204"/>
                      <a:pt x="79" y="199"/>
                      <a:pt x="79" y="194"/>
                    </a:cubicBezTo>
                    <a:cubicBezTo>
                      <a:pt x="68" y="194"/>
                      <a:pt x="58" y="194"/>
                      <a:pt x="48" y="194"/>
                    </a:cubicBezTo>
                    <a:close/>
                    <a:moveTo>
                      <a:pt x="79" y="98"/>
                    </a:moveTo>
                    <a:cubicBezTo>
                      <a:pt x="68" y="98"/>
                      <a:pt x="58" y="98"/>
                      <a:pt x="48" y="98"/>
                    </a:cubicBezTo>
                    <a:cubicBezTo>
                      <a:pt x="48" y="103"/>
                      <a:pt x="48" y="108"/>
                      <a:pt x="48" y="112"/>
                    </a:cubicBezTo>
                    <a:cubicBezTo>
                      <a:pt x="58" y="112"/>
                      <a:pt x="69" y="112"/>
                      <a:pt x="79" y="112"/>
                    </a:cubicBezTo>
                    <a:cubicBezTo>
                      <a:pt x="79" y="107"/>
                      <a:pt x="79" y="103"/>
                      <a:pt x="79" y="98"/>
                    </a:cubicBezTo>
                    <a:close/>
                    <a:moveTo>
                      <a:pt x="47" y="161"/>
                    </a:moveTo>
                    <a:cubicBezTo>
                      <a:pt x="59" y="161"/>
                      <a:pt x="69" y="161"/>
                      <a:pt x="79" y="161"/>
                    </a:cubicBezTo>
                    <a:cubicBezTo>
                      <a:pt x="79" y="156"/>
                      <a:pt x="79" y="151"/>
                      <a:pt x="79" y="146"/>
                    </a:cubicBezTo>
                    <a:cubicBezTo>
                      <a:pt x="68" y="146"/>
                      <a:pt x="58" y="146"/>
                      <a:pt x="47" y="146"/>
                    </a:cubicBezTo>
                    <a:cubicBezTo>
                      <a:pt x="47" y="151"/>
                      <a:pt x="47" y="156"/>
                      <a:pt x="47" y="1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597" name="Group 596">
              <a:extLst>
                <a:ext uri="{FF2B5EF4-FFF2-40B4-BE49-F238E27FC236}">
                  <a16:creationId xmlns:a16="http://schemas.microsoft.com/office/drawing/2014/main" id="{88D3FD9A-35EC-4D7A-BFDB-A52C6F9A27F1}"/>
                </a:ext>
              </a:extLst>
            </p:cNvPr>
            <p:cNvGrpSpPr/>
            <p:nvPr/>
          </p:nvGrpSpPr>
          <p:grpSpPr>
            <a:xfrm>
              <a:off x="845126" y="2045794"/>
              <a:ext cx="713657" cy="656756"/>
              <a:chOff x="408733" y="2133497"/>
              <a:chExt cx="713657" cy="656756"/>
            </a:xfrm>
          </p:grpSpPr>
          <p:grpSp>
            <p:nvGrpSpPr>
              <p:cNvPr id="664" name="Group 663">
                <a:extLst>
                  <a:ext uri="{FF2B5EF4-FFF2-40B4-BE49-F238E27FC236}">
                    <a16:creationId xmlns:a16="http://schemas.microsoft.com/office/drawing/2014/main" id="{3AF44938-91E1-466E-B9A1-8DFB6DF10035}"/>
                  </a:ext>
                </a:extLst>
              </p:cNvPr>
              <p:cNvGrpSpPr/>
              <p:nvPr/>
            </p:nvGrpSpPr>
            <p:grpSpPr>
              <a:xfrm>
                <a:off x="524604" y="2133497"/>
                <a:ext cx="412986" cy="423270"/>
                <a:chOff x="10237815" y="1366838"/>
                <a:chExt cx="828677" cy="849313"/>
              </a:xfrm>
              <a:solidFill>
                <a:srgbClr val="127BBF"/>
              </a:solidFill>
            </p:grpSpPr>
            <p:sp>
              <p:nvSpPr>
                <p:cNvPr id="666" name="Freeform 63">
                  <a:extLst>
                    <a:ext uri="{FF2B5EF4-FFF2-40B4-BE49-F238E27FC236}">
                      <a16:creationId xmlns:a16="http://schemas.microsoft.com/office/drawing/2014/main" id="{3DBDF800-AB6F-46F5-8793-F4F2369A764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0237815" y="1366838"/>
                  <a:ext cx="828677" cy="849313"/>
                </a:xfrm>
                <a:custGeom>
                  <a:avLst/>
                  <a:gdLst>
                    <a:gd name="T0" fmla="*/ 20 w 275"/>
                    <a:gd name="T1" fmla="*/ 282 h 282"/>
                    <a:gd name="T2" fmla="*/ 1 w 275"/>
                    <a:gd name="T3" fmla="*/ 120 h 282"/>
                    <a:gd name="T4" fmla="*/ 32 w 275"/>
                    <a:gd name="T5" fmla="*/ 87 h 282"/>
                    <a:gd name="T6" fmla="*/ 46 w 275"/>
                    <a:gd name="T7" fmla="*/ 53 h 282"/>
                    <a:gd name="T8" fmla="*/ 84 w 275"/>
                    <a:gd name="T9" fmla="*/ 34 h 282"/>
                    <a:gd name="T10" fmla="*/ 116 w 275"/>
                    <a:gd name="T11" fmla="*/ 12 h 282"/>
                    <a:gd name="T12" fmla="*/ 170 w 275"/>
                    <a:gd name="T13" fmla="*/ 22 h 282"/>
                    <a:gd name="T14" fmla="*/ 211 w 275"/>
                    <a:gd name="T15" fmla="*/ 35 h 282"/>
                    <a:gd name="T16" fmla="*/ 229 w 275"/>
                    <a:gd name="T17" fmla="*/ 69 h 282"/>
                    <a:gd name="T18" fmla="*/ 268 w 275"/>
                    <a:gd name="T19" fmla="*/ 108 h 282"/>
                    <a:gd name="T20" fmla="*/ 275 w 275"/>
                    <a:gd name="T21" fmla="*/ 252 h 282"/>
                    <a:gd name="T22" fmla="*/ 241 w 275"/>
                    <a:gd name="T23" fmla="*/ 264 h 282"/>
                    <a:gd name="T24" fmla="*/ 154 w 275"/>
                    <a:gd name="T25" fmla="*/ 197 h 282"/>
                    <a:gd name="T26" fmla="*/ 66 w 275"/>
                    <a:gd name="T27" fmla="*/ 240 h 282"/>
                    <a:gd name="T28" fmla="*/ 241 w 275"/>
                    <a:gd name="T29" fmla="*/ 264 h 282"/>
                    <a:gd name="T30" fmla="*/ 18 w 275"/>
                    <a:gd name="T31" fmla="*/ 133 h 282"/>
                    <a:gd name="T32" fmla="*/ 109 w 275"/>
                    <a:gd name="T33" fmla="*/ 185 h 282"/>
                    <a:gd name="T34" fmla="*/ 166 w 275"/>
                    <a:gd name="T35" fmla="*/ 185 h 282"/>
                    <a:gd name="T36" fmla="*/ 258 w 275"/>
                    <a:gd name="T37" fmla="*/ 133 h 282"/>
                    <a:gd name="T38" fmla="*/ 160 w 275"/>
                    <a:gd name="T39" fmla="*/ 133 h 282"/>
                    <a:gd name="T40" fmla="*/ 164 w 275"/>
                    <a:gd name="T41" fmla="*/ 60 h 282"/>
                    <a:gd name="T42" fmla="*/ 101 w 275"/>
                    <a:gd name="T43" fmla="*/ 146 h 282"/>
                    <a:gd name="T44" fmla="*/ 164 w 275"/>
                    <a:gd name="T45" fmla="*/ 147 h 282"/>
                    <a:gd name="T46" fmla="*/ 149 w 275"/>
                    <a:gd name="T47" fmla="*/ 146 h 282"/>
                    <a:gd name="T48" fmla="*/ 109 w 275"/>
                    <a:gd name="T49" fmla="*/ 80 h 282"/>
                    <a:gd name="T50" fmla="*/ 172 w 275"/>
                    <a:gd name="T51" fmla="*/ 117 h 282"/>
                    <a:gd name="T52" fmla="*/ 159 w 275"/>
                    <a:gd name="T53" fmla="*/ 112 h 282"/>
                    <a:gd name="T54" fmla="*/ 138 w 275"/>
                    <a:gd name="T55" fmla="*/ 81 h 282"/>
                    <a:gd name="T56" fmla="*/ 124 w 275"/>
                    <a:gd name="T57" fmla="*/ 133 h 282"/>
                    <a:gd name="T58" fmla="*/ 157 w 275"/>
                    <a:gd name="T59" fmla="*/ 34 h 282"/>
                    <a:gd name="T60" fmla="*/ 157 w 275"/>
                    <a:gd name="T61" fmla="*/ 34 h 282"/>
                    <a:gd name="T62" fmla="*/ 46 w 275"/>
                    <a:gd name="T63" fmla="*/ 97 h 282"/>
                    <a:gd name="T64" fmla="*/ 46 w 275"/>
                    <a:gd name="T65" fmla="*/ 129 h 282"/>
                    <a:gd name="T66" fmla="*/ 252 w 275"/>
                    <a:gd name="T67" fmla="*/ 117 h 282"/>
                    <a:gd name="T68" fmla="*/ 229 w 275"/>
                    <a:gd name="T69" fmla="*/ 129 h 2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275" h="282">
                      <a:moveTo>
                        <a:pt x="255" y="282"/>
                      </a:moveTo>
                      <a:cubicBezTo>
                        <a:pt x="177" y="282"/>
                        <a:pt x="98" y="282"/>
                        <a:pt x="20" y="282"/>
                      </a:cubicBezTo>
                      <a:cubicBezTo>
                        <a:pt x="8" y="278"/>
                        <a:pt x="0" y="270"/>
                        <a:pt x="0" y="256"/>
                      </a:cubicBezTo>
                      <a:cubicBezTo>
                        <a:pt x="0" y="211"/>
                        <a:pt x="0" y="166"/>
                        <a:pt x="1" y="120"/>
                      </a:cubicBezTo>
                      <a:cubicBezTo>
                        <a:pt x="1" y="117"/>
                        <a:pt x="3" y="112"/>
                        <a:pt x="6" y="110"/>
                      </a:cubicBezTo>
                      <a:cubicBezTo>
                        <a:pt x="14" y="102"/>
                        <a:pt x="23" y="93"/>
                        <a:pt x="32" y="87"/>
                      </a:cubicBezTo>
                      <a:cubicBezTo>
                        <a:pt x="43" y="79"/>
                        <a:pt x="49" y="70"/>
                        <a:pt x="46" y="56"/>
                      </a:cubicBezTo>
                      <a:cubicBezTo>
                        <a:pt x="46" y="55"/>
                        <a:pt x="46" y="54"/>
                        <a:pt x="46" y="53"/>
                      </a:cubicBezTo>
                      <a:cubicBezTo>
                        <a:pt x="47" y="43"/>
                        <a:pt x="54" y="35"/>
                        <a:pt x="65" y="35"/>
                      </a:cubicBezTo>
                      <a:cubicBezTo>
                        <a:pt x="71" y="34"/>
                        <a:pt x="78" y="35"/>
                        <a:pt x="84" y="34"/>
                      </a:cubicBezTo>
                      <a:cubicBezTo>
                        <a:pt x="88" y="34"/>
                        <a:pt x="92" y="32"/>
                        <a:pt x="95" y="30"/>
                      </a:cubicBezTo>
                      <a:cubicBezTo>
                        <a:pt x="102" y="24"/>
                        <a:pt x="109" y="18"/>
                        <a:pt x="116" y="12"/>
                      </a:cubicBezTo>
                      <a:cubicBezTo>
                        <a:pt x="131" y="0"/>
                        <a:pt x="144" y="0"/>
                        <a:pt x="159" y="12"/>
                      </a:cubicBezTo>
                      <a:cubicBezTo>
                        <a:pt x="163" y="15"/>
                        <a:pt x="167" y="18"/>
                        <a:pt x="170" y="22"/>
                      </a:cubicBezTo>
                      <a:cubicBezTo>
                        <a:pt x="179" y="32"/>
                        <a:pt x="189" y="37"/>
                        <a:pt x="202" y="35"/>
                      </a:cubicBezTo>
                      <a:cubicBezTo>
                        <a:pt x="205" y="34"/>
                        <a:pt x="208" y="35"/>
                        <a:pt x="211" y="35"/>
                      </a:cubicBezTo>
                      <a:cubicBezTo>
                        <a:pt x="221" y="36"/>
                        <a:pt x="228" y="43"/>
                        <a:pt x="229" y="52"/>
                      </a:cubicBezTo>
                      <a:cubicBezTo>
                        <a:pt x="229" y="58"/>
                        <a:pt x="229" y="63"/>
                        <a:pt x="229" y="69"/>
                      </a:cubicBezTo>
                      <a:cubicBezTo>
                        <a:pt x="230" y="72"/>
                        <a:pt x="231" y="75"/>
                        <a:pt x="233" y="77"/>
                      </a:cubicBezTo>
                      <a:cubicBezTo>
                        <a:pt x="245" y="88"/>
                        <a:pt x="256" y="98"/>
                        <a:pt x="268" y="108"/>
                      </a:cubicBezTo>
                      <a:cubicBezTo>
                        <a:pt x="273" y="112"/>
                        <a:pt x="275" y="117"/>
                        <a:pt x="275" y="123"/>
                      </a:cubicBezTo>
                      <a:cubicBezTo>
                        <a:pt x="275" y="166"/>
                        <a:pt x="275" y="209"/>
                        <a:pt x="275" y="252"/>
                      </a:cubicBezTo>
                      <a:cubicBezTo>
                        <a:pt x="275" y="271"/>
                        <a:pt x="272" y="275"/>
                        <a:pt x="255" y="282"/>
                      </a:cubicBezTo>
                      <a:close/>
                      <a:moveTo>
                        <a:pt x="241" y="264"/>
                      </a:moveTo>
                      <a:cubicBezTo>
                        <a:pt x="239" y="263"/>
                        <a:pt x="239" y="262"/>
                        <a:pt x="238" y="262"/>
                      </a:cubicBezTo>
                      <a:cubicBezTo>
                        <a:pt x="210" y="240"/>
                        <a:pt x="182" y="218"/>
                        <a:pt x="154" y="197"/>
                      </a:cubicBezTo>
                      <a:cubicBezTo>
                        <a:pt x="141" y="186"/>
                        <a:pt x="134" y="187"/>
                        <a:pt x="120" y="197"/>
                      </a:cubicBezTo>
                      <a:cubicBezTo>
                        <a:pt x="102" y="211"/>
                        <a:pt x="84" y="226"/>
                        <a:pt x="66" y="240"/>
                      </a:cubicBezTo>
                      <a:cubicBezTo>
                        <a:pt x="56" y="248"/>
                        <a:pt x="45" y="255"/>
                        <a:pt x="34" y="264"/>
                      </a:cubicBezTo>
                      <a:cubicBezTo>
                        <a:pt x="104" y="264"/>
                        <a:pt x="171" y="264"/>
                        <a:pt x="241" y="264"/>
                      </a:cubicBezTo>
                      <a:close/>
                      <a:moveTo>
                        <a:pt x="109" y="185"/>
                      </a:moveTo>
                      <a:cubicBezTo>
                        <a:pt x="77" y="167"/>
                        <a:pt x="48" y="150"/>
                        <a:pt x="18" y="133"/>
                      </a:cubicBezTo>
                      <a:cubicBezTo>
                        <a:pt x="18" y="174"/>
                        <a:pt x="18" y="214"/>
                        <a:pt x="18" y="255"/>
                      </a:cubicBezTo>
                      <a:cubicBezTo>
                        <a:pt x="48" y="231"/>
                        <a:pt x="78" y="208"/>
                        <a:pt x="109" y="185"/>
                      </a:cubicBezTo>
                      <a:close/>
                      <a:moveTo>
                        <a:pt x="258" y="133"/>
                      </a:moveTo>
                      <a:cubicBezTo>
                        <a:pt x="227" y="150"/>
                        <a:pt x="197" y="167"/>
                        <a:pt x="166" y="185"/>
                      </a:cubicBezTo>
                      <a:cubicBezTo>
                        <a:pt x="197" y="209"/>
                        <a:pt x="227" y="231"/>
                        <a:pt x="258" y="255"/>
                      </a:cubicBezTo>
                      <a:cubicBezTo>
                        <a:pt x="258" y="214"/>
                        <a:pt x="258" y="174"/>
                        <a:pt x="258" y="133"/>
                      </a:cubicBezTo>
                      <a:close/>
                      <a:moveTo>
                        <a:pt x="144" y="125"/>
                      </a:moveTo>
                      <a:cubicBezTo>
                        <a:pt x="150" y="128"/>
                        <a:pt x="155" y="132"/>
                        <a:pt x="160" y="133"/>
                      </a:cubicBezTo>
                      <a:cubicBezTo>
                        <a:pt x="169" y="133"/>
                        <a:pt x="176" y="129"/>
                        <a:pt x="182" y="122"/>
                      </a:cubicBezTo>
                      <a:cubicBezTo>
                        <a:pt x="196" y="101"/>
                        <a:pt x="187" y="70"/>
                        <a:pt x="164" y="60"/>
                      </a:cubicBezTo>
                      <a:cubicBezTo>
                        <a:pt x="135" y="47"/>
                        <a:pt x="101" y="62"/>
                        <a:pt x="90" y="92"/>
                      </a:cubicBezTo>
                      <a:cubicBezTo>
                        <a:pt x="83" y="112"/>
                        <a:pt x="88" y="133"/>
                        <a:pt x="101" y="146"/>
                      </a:cubicBezTo>
                      <a:cubicBezTo>
                        <a:pt x="118" y="161"/>
                        <a:pt x="145" y="159"/>
                        <a:pt x="160" y="152"/>
                      </a:cubicBezTo>
                      <a:cubicBezTo>
                        <a:pt x="162" y="152"/>
                        <a:pt x="163" y="149"/>
                        <a:pt x="164" y="147"/>
                      </a:cubicBezTo>
                      <a:cubicBezTo>
                        <a:pt x="162" y="146"/>
                        <a:pt x="160" y="144"/>
                        <a:pt x="157" y="144"/>
                      </a:cubicBezTo>
                      <a:cubicBezTo>
                        <a:pt x="155" y="144"/>
                        <a:pt x="152" y="146"/>
                        <a:pt x="149" y="146"/>
                      </a:cubicBezTo>
                      <a:cubicBezTo>
                        <a:pt x="128" y="151"/>
                        <a:pt x="109" y="144"/>
                        <a:pt x="102" y="128"/>
                      </a:cubicBezTo>
                      <a:cubicBezTo>
                        <a:pt x="95" y="111"/>
                        <a:pt x="97" y="95"/>
                        <a:pt x="109" y="80"/>
                      </a:cubicBezTo>
                      <a:cubicBezTo>
                        <a:pt x="120" y="67"/>
                        <a:pt x="135" y="63"/>
                        <a:pt x="152" y="66"/>
                      </a:cubicBezTo>
                      <a:cubicBezTo>
                        <a:pt x="179" y="72"/>
                        <a:pt x="182" y="101"/>
                        <a:pt x="172" y="117"/>
                      </a:cubicBezTo>
                      <a:cubicBezTo>
                        <a:pt x="170" y="120"/>
                        <a:pt x="165" y="121"/>
                        <a:pt x="161" y="122"/>
                      </a:cubicBezTo>
                      <a:cubicBezTo>
                        <a:pt x="161" y="119"/>
                        <a:pt x="159" y="115"/>
                        <a:pt x="159" y="112"/>
                      </a:cubicBezTo>
                      <a:cubicBezTo>
                        <a:pt x="160" y="102"/>
                        <a:pt x="162" y="93"/>
                        <a:pt x="164" y="81"/>
                      </a:cubicBezTo>
                      <a:cubicBezTo>
                        <a:pt x="154" y="81"/>
                        <a:pt x="146" y="80"/>
                        <a:pt x="138" y="81"/>
                      </a:cubicBezTo>
                      <a:cubicBezTo>
                        <a:pt x="120" y="83"/>
                        <a:pt x="107" y="101"/>
                        <a:pt x="111" y="119"/>
                      </a:cubicBezTo>
                      <a:cubicBezTo>
                        <a:pt x="112" y="127"/>
                        <a:pt x="117" y="131"/>
                        <a:pt x="124" y="133"/>
                      </a:cubicBezTo>
                      <a:cubicBezTo>
                        <a:pt x="133" y="134"/>
                        <a:pt x="140" y="130"/>
                        <a:pt x="144" y="125"/>
                      </a:cubicBezTo>
                      <a:close/>
                      <a:moveTo>
                        <a:pt x="157" y="34"/>
                      </a:moveTo>
                      <a:cubicBezTo>
                        <a:pt x="142" y="17"/>
                        <a:pt x="133" y="15"/>
                        <a:pt x="118" y="34"/>
                      </a:cubicBezTo>
                      <a:cubicBezTo>
                        <a:pt x="131" y="34"/>
                        <a:pt x="144" y="34"/>
                        <a:pt x="157" y="34"/>
                      </a:cubicBezTo>
                      <a:close/>
                      <a:moveTo>
                        <a:pt x="46" y="129"/>
                      </a:moveTo>
                      <a:cubicBezTo>
                        <a:pt x="46" y="118"/>
                        <a:pt x="46" y="109"/>
                        <a:pt x="46" y="97"/>
                      </a:cubicBezTo>
                      <a:cubicBezTo>
                        <a:pt x="38" y="104"/>
                        <a:pt x="31" y="110"/>
                        <a:pt x="24" y="117"/>
                      </a:cubicBezTo>
                      <a:cubicBezTo>
                        <a:pt x="31" y="121"/>
                        <a:pt x="38" y="125"/>
                        <a:pt x="46" y="129"/>
                      </a:cubicBezTo>
                      <a:close/>
                      <a:moveTo>
                        <a:pt x="229" y="129"/>
                      </a:moveTo>
                      <a:cubicBezTo>
                        <a:pt x="237" y="125"/>
                        <a:pt x="244" y="121"/>
                        <a:pt x="252" y="117"/>
                      </a:cubicBezTo>
                      <a:cubicBezTo>
                        <a:pt x="244" y="110"/>
                        <a:pt x="237" y="104"/>
                        <a:pt x="229" y="97"/>
                      </a:cubicBezTo>
                      <a:cubicBezTo>
                        <a:pt x="229" y="109"/>
                        <a:pt x="229" y="119"/>
                        <a:pt x="229" y="1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67" name="Freeform 64">
                  <a:extLst>
                    <a:ext uri="{FF2B5EF4-FFF2-40B4-BE49-F238E27FC236}">
                      <a16:creationId xmlns:a16="http://schemas.microsoft.com/office/drawing/2014/main" id="{A6E1626A-D034-47E2-A49E-A3B9160F3A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610849" y="1638301"/>
                  <a:ext cx="69849" cy="100012"/>
                </a:xfrm>
                <a:custGeom>
                  <a:avLst/>
                  <a:gdLst>
                    <a:gd name="T0" fmla="*/ 23 w 23"/>
                    <a:gd name="T1" fmla="*/ 3 h 33"/>
                    <a:gd name="T2" fmla="*/ 21 w 23"/>
                    <a:gd name="T3" fmla="*/ 18 h 33"/>
                    <a:gd name="T4" fmla="*/ 14 w 23"/>
                    <a:gd name="T5" fmla="*/ 29 h 33"/>
                    <a:gd name="T6" fmla="*/ 2 w 23"/>
                    <a:gd name="T7" fmla="*/ 23 h 33"/>
                    <a:gd name="T8" fmla="*/ 23 w 23"/>
                    <a:gd name="T9" fmla="*/ 3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33">
                      <a:moveTo>
                        <a:pt x="23" y="3"/>
                      </a:moveTo>
                      <a:cubicBezTo>
                        <a:pt x="23" y="8"/>
                        <a:pt x="22" y="13"/>
                        <a:pt x="21" y="18"/>
                      </a:cubicBezTo>
                      <a:cubicBezTo>
                        <a:pt x="19" y="22"/>
                        <a:pt x="17" y="26"/>
                        <a:pt x="14" y="29"/>
                      </a:cubicBezTo>
                      <a:cubicBezTo>
                        <a:pt x="9" y="33"/>
                        <a:pt x="3" y="30"/>
                        <a:pt x="2" y="23"/>
                      </a:cubicBezTo>
                      <a:cubicBezTo>
                        <a:pt x="0" y="10"/>
                        <a:pt x="11" y="0"/>
                        <a:pt x="23" y="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665" name="Rectangle 664">
                <a:extLst>
                  <a:ext uri="{FF2B5EF4-FFF2-40B4-BE49-F238E27FC236}">
                    <a16:creationId xmlns:a16="http://schemas.microsoft.com/office/drawing/2014/main" id="{82EFAB88-6C42-4B92-AFFD-68531A55A4B1}"/>
                  </a:ext>
                </a:extLst>
              </p:cNvPr>
              <p:cNvSpPr/>
              <p:nvPr/>
            </p:nvSpPr>
            <p:spPr>
              <a:xfrm>
                <a:off x="408733" y="2513254"/>
                <a:ext cx="71365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rPr>
                  <a:t>E-MAILS</a:t>
                </a:r>
              </a:p>
            </p:txBody>
          </p:sp>
        </p:grpSp>
        <p:grpSp>
          <p:nvGrpSpPr>
            <p:cNvPr id="598" name="Group 597">
              <a:extLst>
                <a:ext uri="{FF2B5EF4-FFF2-40B4-BE49-F238E27FC236}">
                  <a16:creationId xmlns:a16="http://schemas.microsoft.com/office/drawing/2014/main" id="{B3228B75-2278-4BD3-9303-39B7F1EC2140}"/>
                </a:ext>
              </a:extLst>
            </p:cNvPr>
            <p:cNvGrpSpPr/>
            <p:nvPr/>
          </p:nvGrpSpPr>
          <p:grpSpPr>
            <a:xfrm>
              <a:off x="1513949" y="2438716"/>
              <a:ext cx="759247" cy="643302"/>
              <a:chOff x="932478" y="2534313"/>
              <a:chExt cx="759247" cy="643302"/>
            </a:xfrm>
          </p:grpSpPr>
          <p:grpSp>
            <p:nvGrpSpPr>
              <p:cNvPr id="649" name="Group 648">
                <a:extLst>
                  <a:ext uri="{FF2B5EF4-FFF2-40B4-BE49-F238E27FC236}">
                    <a16:creationId xmlns:a16="http://schemas.microsoft.com/office/drawing/2014/main" id="{7B6E1D6C-4051-4C5A-B1D3-C8A19E712F18}"/>
                  </a:ext>
                </a:extLst>
              </p:cNvPr>
              <p:cNvGrpSpPr/>
              <p:nvPr/>
            </p:nvGrpSpPr>
            <p:grpSpPr>
              <a:xfrm>
                <a:off x="1131553" y="2534313"/>
                <a:ext cx="378078" cy="401130"/>
                <a:chOff x="10729964" y="1831982"/>
                <a:chExt cx="1041405" cy="1104904"/>
              </a:xfrm>
              <a:solidFill>
                <a:srgbClr val="127BBF"/>
              </a:solidFill>
            </p:grpSpPr>
            <p:sp>
              <p:nvSpPr>
                <p:cNvPr id="651" name="Freeform 106">
                  <a:extLst>
                    <a:ext uri="{FF2B5EF4-FFF2-40B4-BE49-F238E27FC236}">
                      <a16:creationId xmlns:a16="http://schemas.microsoft.com/office/drawing/2014/main" id="{36C53DE2-5D8E-4716-92F4-2DB68AE6C8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0729964" y="1831982"/>
                  <a:ext cx="887418" cy="1104904"/>
                </a:xfrm>
                <a:custGeom>
                  <a:avLst/>
                  <a:gdLst>
                    <a:gd name="T0" fmla="*/ 287 w 295"/>
                    <a:gd name="T1" fmla="*/ 0 h 368"/>
                    <a:gd name="T2" fmla="*/ 294 w 295"/>
                    <a:gd name="T3" fmla="*/ 11 h 368"/>
                    <a:gd name="T4" fmla="*/ 294 w 295"/>
                    <a:gd name="T5" fmla="*/ 245 h 368"/>
                    <a:gd name="T6" fmla="*/ 290 w 295"/>
                    <a:gd name="T7" fmla="*/ 250 h 368"/>
                    <a:gd name="T8" fmla="*/ 279 w 295"/>
                    <a:gd name="T9" fmla="*/ 253 h 368"/>
                    <a:gd name="T10" fmla="*/ 279 w 295"/>
                    <a:gd name="T11" fmla="*/ 16 h 368"/>
                    <a:gd name="T12" fmla="*/ 67 w 295"/>
                    <a:gd name="T13" fmla="*/ 16 h 368"/>
                    <a:gd name="T14" fmla="*/ 67 w 295"/>
                    <a:gd name="T15" fmla="*/ 20 h 368"/>
                    <a:gd name="T16" fmla="*/ 67 w 295"/>
                    <a:gd name="T17" fmla="*/ 57 h 368"/>
                    <a:gd name="T18" fmla="*/ 57 w 295"/>
                    <a:gd name="T19" fmla="*/ 67 h 368"/>
                    <a:gd name="T20" fmla="*/ 20 w 295"/>
                    <a:gd name="T21" fmla="*/ 67 h 368"/>
                    <a:gd name="T22" fmla="*/ 16 w 295"/>
                    <a:gd name="T23" fmla="*/ 67 h 368"/>
                    <a:gd name="T24" fmla="*/ 16 w 295"/>
                    <a:gd name="T25" fmla="*/ 351 h 368"/>
                    <a:gd name="T26" fmla="*/ 279 w 295"/>
                    <a:gd name="T27" fmla="*/ 351 h 368"/>
                    <a:gd name="T28" fmla="*/ 279 w 295"/>
                    <a:gd name="T29" fmla="*/ 347 h 368"/>
                    <a:gd name="T30" fmla="*/ 279 w 295"/>
                    <a:gd name="T31" fmla="*/ 318 h 368"/>
                    <a:gd name="T32" fmla="*/ 282 w 295"/>
                    <a:gd name="T33" fmla="*/ 314 h 368"/>
                    <a:gd name="T34" fmla="*/ 294 w 295"/>
                    <a:gd name="T35" fmla="*/ 310 h 368"/>
                    <a:gd name="T36" fmla="*/ 294 w 295"/>
                    <a:gd name="T37" fmla="*/ 314 h 368"/>
                    <a:gd name="T38" fmla="*/ 294 w 295"/>
                    <a:gd name="T39" fmla="*/ 355 h 368"/>
                    <a:gd name="T40" fmla="*/ 287 w 295"/>
                    <a:gd name="T41" fmla="*/ 368 h 368"/>
                    <a:gd name="T42" fmla="*/ 7 w 295"/>
                    <a:gd name="T43" fmla="*/ 368 h 368"/>
                    <a:gd name="T44" fmla="*/ 0 w 295"/>
                    <a:gd name="T45" fmla="*/ 358 h 368"/>
                    <a:gd name="T46" fmla="*/ 0 w 295"/>
                    <a:gd name="T47" fmla="*/ 57 h 368"/>
                    <a:gd name="T48" fmla="*/ 5 w 295"/>
                    <a:gd name="T49" fmla="*/ 47 h 368"/>
                    <a:gd name="T50" fmla="*/ 47 w 295"/>
                    <a:gd name="T51" fmla="*/ 5 h 368"/>
                    <a:gd name="T52" fmla="*/ 54 w 295"/>
                    <a:gd name="T53" fmla="*/ 0 h 368"/>
                    <a:gd name="T54" fmla="*/ 287 w 295"/>
                    <a:gd name="T55" fmla="*/ 0 h 368"/>
                    <a:gd name="T56" fmla="*/ 52 w 295"/>
                    <a:gd name="T57" fmla="*/ 52 h 368"/>
                    <a:gd name="T58" fmla="*/ 52 w 295"/>
                    <a:gd name="T59" fmla="*/ 21 h 368"/>
                    <a:gd name="T60" fmla="*/ 23 w 295"/>
                    <a:gd name="T61" fmla="*/ 52 h 368"/>
                    <a:gd name="T62" fmla="*/ 52 w 295"/>
                    <a:gd name="T63" fmla="*/ 52 h 3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295" h="368">
                      <a:moveTo>
                        <a:pt x="287" y="0"/>
                      </a:moveTo>
                      <a:cubicBezTo>
                        <a:pt x="293" y="2"/>
                        <a:pt x="294" y="6"/>
                        <a:pt x="294" y="11"/>
                      </a:cubicBezTo>
                      <a:cubicBezTo>
                        <a:pt x="294" y="89"/>
                        <a:pt x="294" y="167"/>
                        <a:pt x="294" y="245"/>
                      </a:cubicBezTo>
                      <a:cubicBezTo>
                        <a:pt x="294" y="248"/>
                        <a:pt x="293" y="249"/>
                        <a:pt x="290" y="250"/>
                      </a:cubicBezTo>
                      <a:cubicBezTo>
                        <a:pt x="287" y="251"/>
                        <a:pt x="283" y="252"/>
                        <a:pt x="279" y="253"/>
                      </a:cubicBezTo>
                      <a:cubicBezTo>
                        <a:pt x="279" y="174"/>
                        <a:pt x="279" y="95"/>
                        <a:pt x="279" y="16"/>
                      </a:cubicBezTo>
                      <a:cubicBezTo>
                        <a:pt x="208" y="16"/>
                        <a:pt x="138" y="16"/>
                        <a:pt x="67" y="16"/>
                      </a:cubicBezTo>
                      <a:cubicBezTo>
                        <a:pt x="67" y="17"/>
                        <a:pt x="67" y="18"/>
                        <a:pt x="67" y="20"/>
                      </a:cubicBezTo>
                      <a:cubicBezTo>
                        <a:pt x="67" y="32"/>
                        <a:pt x="67" y="44"/>
                        <a:pt x="67" y="57"/>
                      </a:cubicBezTo>
                      <a:cubicBezTo>
                        <a:pt x="67" y="64"/>
                        <a:pt x="64" y="67"/>
                        <a:pt x="57" y="67"/>
                      </a:cubicBezTo>
                      <a:cubicBezTo>
                        <a:pt x="44" y="67"/>
                        <a:pt x="32" y="67"/>
                        <a:pt x="20" y="67"/>
                      </a:cubicBezTo>
                      <a:cubicBezTo>
                        <a:pt x="19" y="67"/>
                        <a:pt x="18" y="67"/>
                        <a:pt x="16" y="67"/>
                      </a:cubicBezTo>
                      <a:cubicBezTo>
                        <a:pt x="16" y="162"/>
                        <a:pt x="16" y="256"/>
                        <a:pt x="16" y="351"/>
                      </a:cubicBezTo>
                      <a:cubicBezTo>
                        <a:pt x="104" y="351"/>
                        <a:pt x="191" y="351"/>
                        <a:pt x="279" y="351"/>
                      </a:cubicBezTo>
                      <a:cubicBezTo>
                        <a:pt x="279" y="350"/>
                        <a:pt x="279" y="348"/>
                        <a:pt x="279" y="347"/>
                      </a:cubicBezTo>
                      <a:cubicBezTo>
                        <a:pt x="279" y="337"/>
                        <a:pt x="279" y="327"/>
                        <a:pt x="279" y="318"/>
                      </a:cubicBezTo>
                      <a:cubicBezTo>
                        <a:pt x="279" y="315"/>
                        <a:pt x="280" y="314"/>
                        <a:pt x="282" y="314"/>
                      </a:cubicBezTo>
                      <a:cubicBezTo>
                        <a:pt x="286" y="313"/>
                        <a:pt x="290" y="312"/>
                        <a:pt x="294" y="310"/>
                      </a:cubicBezTo>
                      <a:cubicBezTo>
                        <a:pt x="294" y="312"/>
                        <a:pt x="294" y="313"/>
                        <a:pt x="294" y="314"/>
                      </a:cubicBezTo>
                      <a:cubicBezTo>
                        <a:pt x="294" y="328"/>
                        <a:pt x="294" y="341"/>
                        <a:pt x="294" y="355"/>
                      </a:cubicBezTo>
                      <a:cubicBezTo>
                        <a:pt x="295" y="361"/>
                        <a:pt x="293" y="365"/>
                        <a:pt x="287" y="368"/>
                      </a:cubicBezTo>
                      <a:cubicBezTo>
                        <a:pt x="194" y="368"/>
                        <a:pt x="101" y="368"/>
                        <a:pt x="7" y="368"/>
                      </a:cubicBezTo>
                      <a:cubicBezTo>
                        <a:pt x="3" y="366"/>
                        <a:pt x="0" y="363"/>
                        <a:pt x="0" y="358"/>
                      </a:cubicBezTo>
                      <a:cubicBezTo>
                        <a:pt x="0" y="258"/>
                        <a:pt x="0" y="157"/>
                        <a:pt x="0" y="57"/>
                      </a:cubicBezTo>
                      <a:cubicBezTo>
                        <a:pt x="0" y="53"/>
                        <a:pt x="2" y="50"/>
                        <a:pt x="5" y="47"/>
                      </a:cubicBezTo>
                      <a:cubicBezTo>
                        <a:pt x="19" y="33"/>
                        <a:pt x="32" y="19"/>
                        <a:pt x="47" y="5"/>
                      </a:cubicBezTo>
                      <a:cubicBezTo>
                        <a:pt x="49" y="3"/>
                        <a:pt x="51" y="2"/>
                        <a:pt x="54" y="0"/>
                      </a:cubicBezTo>
                      <a:cubicBezTo>
                        <a:pt x="132" y="0"/>
                        <a:pt x="210" y="0"/>
                        <a:pt x="287" y="0"/>
                      </a:cubicBezTo>
                      <a:close/>
                      <a:moveTo>
                        <a:pt x="52" y="52"/>
                      </a:moveTo>
                      <a:cubicBezTo>
                        <a:pt x="52" y="41"/>
                        <a:pt x="52" y="32"/>
                        <a:pt x="52" y="21"/>
                      </a:cubicBezTo>
                      <a:cubicBezTo>
                        <a:pt x="42" y="31"/>
                        <a:pt x="32" y="41"/>
                        <a:pt x="23" y="52"/>
                      </a:cubicBezTo>
                      <a:cubicBezTo>
                        <a:pt x="33" y="52"/>
                        <a:pt x="42" y="52"/>
                        <a:pt x="52" y="5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52" name="Freeform 107">
                  <a:extLst>
                    <a:ext uri="{FF2B5EF4-FFF2-40B4-BE49-F238E27FC236}">
                      <a16:creationId xmlns:a16="http://schemas.microsoft.com/office/drawing/2014/main" id="{CC32DBDC-9974-4D10-B655-2947B3032DB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250667" y="2576522"/>
                  <a:ext cx="520702" cy="222251"/>
                </a:xfrm>
                <a:custGeom>
                  <a:avLst/>
                  <a:gdLst>
                    <a:gd name="T0" fmla="*/ 43 w 173"/>
                    <a:gd name="T1" fmla="*/ 74 h 74"/>
                    <a:gd name="T2" fmla="*/ 21 w 173"/>
                    <a:gd name="T3" fmla="*/ 71 h 74"/>
                    <a:gd name="T4" fmla="*/ 4 w 173"/>
                    <a:gd name="T5" fmla="*/ 68 h 74"/>
                    <a:gd name="T6" fmla="*/ 0 w 173"/>
                    <a:gd name="T7" fmla="*/ 66 h 74"/>
                    <a:gd name="T8" fmla="*/ 1 w 173"/>
                    <a:gd name="T9" fmla="*/ 62 h 74"/>
                    <a:gd name="T10" fmla="*/ 31 w 173"/>
                    <a:gd name="T11" fmla="*/ 36 h 74"/>
                    <a:gd name="T12" fmla="*/ 37 w 173"/>
                    <a:gd name="T13" fmla="*/ 34 h 74"/>
                    <a:gd name="T14" fmla="*/ 155 w 173"/>
                    <a:gd name="T15" fmla="*/ 1 h 74"/>
                    <a:gd name="T16" fmla="*/ 160 w 173"/>
                    <a:gd name="T17" fmla="*/ 2 h 74"/>
                    <a:gd name="T18" fmla="*/ 169 w 173"/>
                    <a:gd name="T19" fmla="*/ 16 h 74"/>
                    <a:gd name="T20" fmla="*/ 170 w 173"/>
                    <a:gd name="T21" fmla="*/ 21 h 74"/>
                    <a:gd name="T22" fmla="*/ 169 w 173"/>
                    <a:gd name="T23" fmla="*/ 37 h 74"/>
                    <a:gd name="T24" fmla="*/ 166 w 173"/>
                    <a:gd name="T25" fmla="*/ 40 h 74"/>
                    <a:gd name="T26" fmla="*/ 83 w 173"/>
                    <a:gd name="T27" fmla="*/ 63 h 74"/>
                    <a:gd name="T28" fmla="*/ 46 w 173"/>
                    <a:gd name="T29" fmla="*/ 73 h 74"/>
                    <a:gd name="T30" fmla="*/ 43 w 173"/>
                    <a:gd name="T31" fmla="*/ 74 h 74"/>
                    <a:gd name="T32" fmla="*/ 46 w 173"/>
                    <a:gd name="T33" fmla="*/ 60 h 74"/>
                    <a:gd name="T34" fmla="*/ 37 w 173"/>
                    <a:gd name="T35" fmla="*/ 40 h 74"/>
                    <a:gd name="T36" fmla="*/ 33 w 173"/>
                    <a:gd name="T37" fmla="*/ 40 h 74"/>
                    <a:gd name="T38" fmla="*/ 25 w 173"/>
                    <a:gd name="T39" fmla="*/ 47 h 74"/>
                    <a:gd name="T40" fmla="*/ 24 w 173"/>
                    <a:gd name="T41" fmla="*/ 51 h 74"/>
                    <a:gd name="T42" fmla="*/ 27 w 173"/>
                    <a:gd name="T43" fmla="*/ 61 h 74"/>
                    <a:gd name="T44" fmla="*/ 35 w 173"/>
                    <a:gd name="T45" fmla="*/ 69 h 74"/>
                    <a:gd name="T46" fmla="*/ 36 w 173"/>
                    <a:gd name="T47" fmla="*/ 69 h 74"/>
                    <a:gd name="T48" fmla="*/ 46 w 173"/>
                    <a:gd name="T49" fmla="*/ 60 h 74"/>
                    <a:gd name="T50" fmla="*/ 46 w 173"/>
                    <a:gd name="T51" fmla="*/ 60 h 74"/>
                    <a:gd name="T52" fmla="*/ 150 w 173"/>
                    <a:gd name="T53" fmla="*/ 18 h 74"/>
                    <a:gd name="T54" fmla="*/ 144 w 173"/>
                    <a:gd name="T55" fmla="*/ 12 h 74"/>
                    <a:gd name="T56" fmla="*/ 137 w 173"/>
                    <a:gd name="T57" fmla="*/ 13 h 74"/>
                    <a:gd name="T58" fmla="*/ 106 w 173"/>
                    <a:gd name="T59" fmla="*/ 22 h 74"/>
                    <a:gd name="T60" fmla="*/ 102 w 173"/>
                    <a:gd name="T61" fmla="*/ 29 h 74"/>
                    <a:gd name="T62" fmla="*/ 108 w 173"/>
                    <a:gd name="T63" fmla="*/ 32 h 74"/>
                    <a:gd name="T64" fmla="*/ 146 w 173"/>
                    <a:gd name="T65" fmla="*/ 21 h 74"/>
                    <a:gd name="T66" fmla="*/ 150 w 173"/>
                    <a:gd name="T67" fmla="*/ 18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73" h="74">
                      <a:moveTo>
                        <a:pt x="43" y="74"/>
                      </a:moveTo>
                      <a:cubicBezTo>
                        <a:pt x="35" y="73"/>
                        <a:pt x="28" y="72"/>
                        <a:pt x="21" y="71"/>
                      </a:cubicBezTo>
                      <a:cubicBezTo>
                        <a:pt x="15" y="70"/>
                        <a:pt x="9" y="69"/>
                        <a:pt x="4" y="68"/>
                      </a:cubicBezTo>
                      <a:cubicBezTo>
                        <a:pt x="2" y="68"/>
                        <a:pt x="0" y="67"/>
                        <a:pt x="0" y="66"/>
                      </a:cubicBezTo>
                      <a:cubicBezTo>
                        <a:pt x="0" y="64"/>
                        <a:pt x="0" y="62"/>
                        <a:pt x="1" y="62"/>
                      </a:cubicBezTo>
                      <a:cubicBezTo>
                        <a:pt x="11" y="53"/>
                        <a:pt x="21" y="45"/>
                        <a:pt x="31" y="36"/>
                      </a:cubicBezTo>
                      <a:cubicBezTo>
                        <a:pt x="33" y="35"/>
                        <a:pt x="35" y="34"/>
                        <a:pt x="37" y="34"/>
                      </a:cubicBezTo>
                      <a:cubicBezTo>
                        <a:pt x="76" y="23"/>
                        <a:pt x="116" y="12"/>
                        <a:pt x="155" y="1"/>
                      </a:cubicBezTo>
                      <a:cubicBezTo>
                        <a:pt x="157" y="0"/>
                        <a:pt x="158" y="1"/>
                        <a:pt x="160" y="2"/>
                      </a:cubicBezTo>
                      <a:cubicBezTo>
                        <a:pt x="165" y="6"/>
                        <a:pt x="168" y="11"/>
                        <a:pt x="169" y="16"/>
                      </a:cubicBezTo>
                      <a:cubicBezTo>
                        <a:pt x="169" y="18"/>
                        <a:pt x="169" y="19"/>
                        <a:pt x="170" y="21"/>
                      </a:cubicBezTo>
                      <a:cubicBezTo>
                        <a:pt x="173" y="26"/>
                        <a:pt x="171" y="32"/>
                        <a:pt x="169" y="37"/>
                      </a:cubicBezTo>
                      <a:cubicBezTo>
                        <a:pt x="169" y="38"/>
                        <a:pt x="167" y="40"/>
                        <a:pt x="166" y="40"/>
                      </a:cubicBezTo>
                      <a:cubicBezTo>
                        <a:pt x="138" y="48"/>
                        <a:pt x="111" y="55"/>
                        <a:pt x="83" y="63"/>
                      </a:cubicBezTo>
                      <a:cubicBezTo>
                        <a:pt x="71" y="66"/>
                        <a:pt x="58" y="70"/>
                        <a:pt x="46" y="73"/>
                      </a:cubicBezTo>
                      <a:cubicBezTo>
                        <a:pt x="45" y="73"/>
                        <a:pt x="44" y="74"/>
                        <a:pt x="43" y="74"/>
                      </a:cubicBezTo>
                      <a:close/>
                      <a:moveTo>
                        <a:pt x="46" y="60"/>
                      </a:moveTo>
                      <a:cubicBezTo>
                        <a:pt x="45" y="52"/>
                        <a:pt x="43" y="45"/>
                        <a:pt x="37" y="40"/>
                      </a:cubicBezTo>
                      <a:cubicBezTo>
                        <a:pt x="36" y="38"/>
                        <a:pt x="35" y="38"/>
                        <a:pt x="33" y="40"/>
                      </a:cubicBezTo>
                      <a:cubicBezTo>
                        <a:pt x="30" y="42"/>
                        <a:pt x="27" y="45"/>
                        <a:pt x="25" y="47"/>
                      </a:cubicBezTo>
                      <a:cubicBezTo>
                        <a:pt x="23" y="48"/>
                        <a:pt x="23" y="49"/>
                        <a:pt x="24" y="51"/>
                      </a:cubicBezTo>
                      <a:cubicBezTo>
                        <a:pt x="25" y="54"/>
                        <a:pt x="27" y="57"/>
                        <a:pt x="27" y="61"/>
                      </a:cubicBezTo>
                      <a:cubicBezTo>
                        <a:pt x="28" y="68"/>
                        <a:pt x="28" y="68"/>
                        <a:pt x="35" y="69"/>
                      </a:cubicBezTo>
                      <a:cubicBezTo>
                        <a:pt x="35" y="69"/>
                        <a:pt x="36" y="69"/>
                        <a:pt x="36" y="69"/>
                      </a:cubicBezTo>
                      <a:cubicBezTo>
                        <a:pt x="44" y="70"/>
                        <a:pt x="45" y="69"/>
                        <a:pt x="46" y="60"/>
                      </a:cubicBezTo>
                      <a:cubicBezTo>
                        <a:pt x="46" y="60"/>
                        <a:pt x="46" y="60"/>
                        <a:pt x="46" y="60"/>
                      </a:cubicBezTo>
                      <a:close/>
                      <a:moveTo>
                        <a:pt x="150" y="18"/>
                      </a:moveTo>
                      <a:cubicBezTo>
                        <a:pt x="150" y="14"/>
                        <a:pt x="147" y="11"/>
                        <a:pt x="144" y="12"/>
                      </a:cubicBezTo>
                      <a:cubicBezTo>
                        <a:pt x="141" y="12"/>
                        <a:pt x="139" y="13"/>
                        <a:pt x="137" y="13"/>
                      </a:cubicBezTo>
                      <a:cubicBezTo>
                        <a:pt x="127" y="16"/>
                        <a:pt x="116" y="19"/>
                        <a:pt x="106" y="22"/>
                      </a:cubicBezTo>
                      <a:cubicBezTo>
                        <a:pt x="102" y="23"/>
                        <a:pt x="101" y="26"/>
                        <a:pt x="102" y="29"/>
                      </a:cubicBezTo>
                      <a:cubicBezTo>
                        <a:pt x="103" y="32"/>
                        <a:pt x="105" y="33"/>
                        <a:pt x="108" y="32"/>
                      </a:cubicBezTo>
                      <a:cubicBezTo>
                        <a:pt x="121" y="29"/>
                        <a:pt x="133" y="25"/>
                        <a:pt x="146" y="21"/>
                      </a:cubicBezTo>
                      <a:cubicBezTo>
                        <a:pt x="147" y="21"/>
                        <a:pt x="149" y="19"/>
                        <a:pt x="150" y="18"/>
                      </a:cubicBezTo>
                      <a:close/>
                    </a:path>
                  </a:pathLst>
                </a:custGeom>
                <a:solidFill>
                  <a:srgbClr val="A3D1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53" name="Freeform 108">
                  <a:extLst>
                    <a:ext uri="{FF2B5EF4-FFF2-40B4-BE49-F238E27FC236}">
                      <a16:creationId xmlns:a16="http://schemas.microsoft.com/office/drawing/2014/main" id="{B66D1E00-BA77-4125-9589-FEED5FC37CC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0934751" y="2057407"/>
                  <a:ext cx="212724" cy="212725"/>
                </a:xfrm>
                <a:custGeom>
                  <a:avLst/>
                  <a:gdLst>
                    <a:gd name="T0" fmla="*/ 35 w 71"/>
                    <a:gd name="T1" fmla="*/ 0 h 71"/>
                    <a:gd name="T2" fmla="*/ 63 w 71"/>
                    <a:gd name="T3" fmla="*/ 0 h 71"/>
                    <a:gd name="T4" fmla="*/ 71 w 71"/>
                    <a:gd name="T5" fmla="*/ 8 h 71"/>
                    <a:gd name="T6" fmla="*/ 71 w 71"/>
                    <a:gd name="T7" fmla="*/ 62 h 71"/>
                    <a:gd name="T8" fmla="*/ 62 w 71"/>
                    <a:gd name="T9" fmla="*/ 71 h 71"/>
                    <a:gd name="T10" fmla="*/ 8 w 71"/>
                    <a:gd name="T11" fmla="*/ 71 h 71"/>
                    <a:gd name="T12" fmla="*/ 0 w 71"/>
                    <a:gd name="T13" fmla="*/ 63 h 71"/>
                    <a:gd name="T14" fmla="*/ 0 w 71"/>
                    <a:gd name="T15" fmla="*/ 7 h 71"/>
                    <a:gd name="T16" fmla="*/ 7 w 71"/>
                    <a:gd name="T17" fmla="*/ 0 h 71"/>
                    <a:gd name="T18" fmla="*/ 35 w 71"/>
                    <a:gd name="T19" fmla="*/ 0 h 71"/>
                    <a:gd name="T20" fmla="*/ 35 w 71"/>
                    <a:gd name="T21" fmla="*/ 0 h 71"/>
                    <a:gd name="T22" fmla="*/ 9 w 71"/>
                    <a:gd name="T23" fmla="*/ 62 h 71"/>
                    <a:gd name="T24" fmla="*/ 61 w 71"/>
                    <a:gd name="T25" fmla="*/ 62 h 71"/>
                    <a:gd name="T26" fmla="*/ 61 w 71"/>
                    <a:gd name="T27" fmla="*/ 10 h 71"/>
                    <a:gd name="T28" fmla="*/ 9 w 71"/>
                    <a:gd name="T29" fmla="*/ 10 h 71"/>
                    <a:gd name="T30" fmla="*/ 9 w 71"/>
                    <a:gd name="T31" fmla="*/ 62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71" h="71">
                      <a:moveTo>
                        <a:pt x="35" y="0"/>
                      </a:moveTo>
                      <a:cubicBezTo>
                        <a:pt x="45" y="0"/>
                        <a:pt x="54" y="0"/>
                        <a:pt x="63" y="0"/>
                      </a:cubicBezTo>
                      <a:cubicBezTo>
                        <a:pt x="69" y="0"/>
                        <a:pt x="71" y="2"/>
                        <a:pt x="71" y="8"/>
                      </a:cubicBezTo>
                      <a:cubicBezTo>
                        <a:pt x="71" y="26"/>
                        <a:pt x="71" y="44"/>
                        <a:pt x="71" y="62"/>
                      </a:cubicBezTo>
                      <a:cubicBezTo>
                        <a:pt x="71" y="69"/>
                        <a:pt x="69" y="71"/>
                        <a:pt x="62" y="71"/>
                      </a:cubicBezTo>
                      <a:cubicBezTo>
                        <a:pt x="44" y="71"/>
                        <a:pt x="26" y="71"/>
                        <a:pt x="8" y="71"/>
                      </a:cubicBezTo>
                      <a:cubicBezTo>
                        <a:pt x="2" y="71"/>
                        <a:pt x="0" y="69"/>
                        <a:pt x="0" y="63"/>
                      </a:cubicBezTo>
                      <a:cubicBezTo>
                        <a:pt x="0" y="45"/>
                        <a:pt x="0" y="26"/>
                        <a:pt x="0" y="7"/>
                      </a:cubicBezTo>
                      <a:cubicBezTo>
                        <a:pt x="0" y="2"/>
                        <a:pt x="2" y="0"/>
                        <a:pt x="7" y="0"/>
                      </a:cubicBezTo>
                      <a:cubicBezTo>
                        <a:pt x="17" y="0"/>
                        <a:pt x="26" y="0"/>
                        <a:pt x="35" y="0"/>
                      </a:cubicBezTo>
                      <a:cubicBezTo>
                        <a:pt x="35" y="0"/>
                        <a:pt x="35" y="0"/>
                        <a:pt x="35" y="0"/>
                      </a:cubicBezTo>
                      <a:close/>
                      <a:moveTo>
                        <a:pt x="9" y="62"/>
                      </a:moveTo>
                      <a:cubicBezTo>
                        <a:pt x="27" y="62"/>
                        <a:pt x="44" y="62"/>
                        <a:pt x="61" y="62"/>
                      </a:cubicBezTo>
                      <a:cubicBezTo>
                        <a:pt x="61" y="44"/>
                        <a:pt x="61" y="27"/>
                        <a:pt x="61" y="10"/>
                      </a:cubicBezTo>
                      <a:cubicBezTo>
                        <a:pt x="44" y="10"/>
                        <a:pt x="27" y="10"/>
                        <a:pt x="9" y="10"/>
                      </a:cubicBezTo>
                      <a:cubicBezTo>
                        <a:pt x="9" y="27"/>
                        <a:pt x="9" y="44"/>
                        <a:pt x="9" y="6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54" name="Freeform 109">
                  <a:extLst>
                    <a:ext uri="{FF2B5EF4-FFF2-40B4-BE49-F238E27FC236}">
                      <a16:creationId xmlns:a16="http://schemas.microsoft.com/office/drawing/2014/main" id="{E4076AF9-F9E2-4EF0-8490-86806027363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0934751" y="2549537"/>
                  <a:ext cx="212724" cy="212725"/>
                </a:xfrm>
                <a:custGeom>
                  <a:avLst/>
                  <a:gdLst>
                    <a:gd name="T0" fmla="*/ 0 w 71"/>
                    <a:gd name="T1" fmla="*/ 36 h 71"/>
                    <a:gd name="T2" fmla="*/ 0 w 71"/>
                    <a:gd name="T3" fmla="*/ 9 h 71"/>
                    <a:gd name="T4" fmla="*/ 8 w 71"/>
                    <a:gd name="T5" fmla="*/ 0 h 71"/>
                    <a:gd name="T6" fmla="*/ 63 w 71"/>
                    <a:gd name="T7" fmla="*/ 0 h 71"/>
                    <a:gd name="T8" fmla="*/ 71 w 71"/>
                    <a:gd name="T9" fmla="*/ 8 h 71"/>
                    <a:gd name="T10" fmla="*/ 71 w 71"/>
                    <a:gd name="T11" fmla="*/ 64 h 71"/>
                    <a:gd name="T12" fmla="*/ 64 w 71"/>
                    <a:gd name="T13" fmla="*/ 71 h 71"/>
                    <a:gd name="T14" fmla="*/ 7 w 71"/>
                    <a:gd name="T15" fmla="*/ 71 h 71"/>
                    <a:gd name="T16" fmla="*/ 0 w 71"/>
                    <a:gd name="T17" fmla="*/ 64 h 71"/>
                    <a:gd name="T18" fmla="*/ 0 w 71"/>
                    <a:gd name="T19" fmla="*/ 36 h 71"/>
                    <a:gd name="T20" fmla="*/ 10 w 71"/>
                    <a:gd name="T21" fmla="*/ 10 h 71"/>
                    <a:gd name="T22" fmla="*/ 10 w 71"/>
                    <a:gd name="T23" fmla="*/ 61 h 71"/>
                    <a:gd name="T24" fmla="*/ 61 w 71"/>
                    <a:gd name="T25" fmla="*/ 61 h 71"/>
                    <a:gd name="T26" fmla="*/ 61 w 71"/>
                    <a:gd name="T27" fmla="*/ 10 h 71"/>
                    <a:gd name="T28" fmla="*/ 10 w 71"/>
                    <a:gd name="T29" fmla="*/ 10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71" h="71">
                      <a:moveTo>
                        <a:pt x="0" y="36"/>
                      </a:moveTo>
                      <a:cubicBezTo>
                        <a:pt x="0" y="27"/>
                        <a:pt x="0" y="18"/>
                        <a:pt x="0" y="9"/>
                      </a:cubicBezTo>
                      <a:cubicBezTo>
                        <a:pt x="0" y="2"/>
                        <a:pt x="2" y="0"/>
                        <a:pt x="8" y="0"/>
                      </a:cubicBezTo>
                      <a:cubicBezTo>
                        <a:pt x="27" y="0"/>
                        <a:pt x="45" y="0"/>
                        <a:pt x="63" y="0"/>
                      </a:cubicBezTo>
                      <a:cubicBezTo>
                        <a:pt x="69" y="0"/>
                        <a:pt x="71" y="2"/>
                        <a:pt x="71" y="8"/>
                      </a:cubicBezTo>
                      <a:cubicBezTo>
                        <a:pt x="71" y="27"/>
                        <a:pt x="71" y="45"/>
                        <a:pt x="71" y="64"/>
                      </a:cubicBezTo>
                      <a:cubicBezTo>
                        <a:pt x="71" y="69"/>
                        <a:pt x="69" y="71"/>
                        <a:pt x="64" y="71"/>
                      </a:cubicBezTo>
                      <a:cubicBezTo>
                        <a:pt x="45" y="71"/>
                        <a:pt x="26" y="71"/>
                        <a:pt x="7" y="71"/>
                      </a:cubicBezTo>
                      <a:cubicBezTo>
                        <a:pt x="2" y="71"/>
                        <a:pt x="0" y="69"/>
                        <a:pt x="0" y="64"/>
                      </a:cubicBezTo>
                      <a:cubicBezTo>
                        <a:pt x="0" y="55"/>
                        <a:pt x="0" y="45"/>
                        <a:pt x="0" y="36"/>
                      </a:cubicBezTo>
                      <a:close/>
                      <a:moveTo>
                        <a:pt x="10" y="10"/>
                      </a:moveTo>
                      <a:cubicBezTo>
                        <a:pt x="10" y="27"/>
                        <a:pt x="10" y="44"/>
                        <a:pt x="10" y="61"/>
                      </a:cubicBezTo>
                      <a:cubicBezTo>
                        <a:pt x="27" y="61"/>
                        <a:pt x="44" y="61"/>
                        <a:pt x="61" y="61"/>
                      </a:cubicBezTo>
                      <a:cubicBezTo>
                        <a:pt x="61" y="44"/>
                        <a:pt x="61" y="27"/>
                        <a:pt x="61" y="10"/>
                      </a:cubicBezTo>
                      <a:cubicBezTo>
                        <a:pt x="44" y="10"/>
                        <a:pt x="27" y="10"/>
                        <a:pt x="10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55" name="Freeform 110">
                  <a:extLst>
                    <a:ext uri="{FF2B5EF4-FFF2-40B4-BE49-F238E27FC236}">
                      <a16:creationId xmlns:a16="http://schemas.microsoft.com/office/drawing/2014/main" id="{1965C801-E3B5-4FDF-BC14-F5FDE2494AC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0934746" y="2303469"/>
                  <a:ext cx="212724" cy="212725"/>
                </a:xfrm>
                <a:custGeom>
                  <a:avLst/>
                  <a:gdLst>
                    <a:gd name="T0" fmla="*/ 35 w 71"/>
                    <a:gd name="T1" fmla="*/ 0 h 71"/>
                    <a:gd name="T2" fmla="*/ 63 w 71"/>
                    <a:gd name="T3" fmla="*/ 0 h 71"/>
                    <a:gd name="T4" fmla="*/ 71 w 71"/>
                    <a:gd name="T5" fmla="*/ 8 h 71"/>
                    <a:gd name="T6" fmla="*/ 71 w 71"/>
                    <a:gd name="T7" fmla="*/ 63 h 71"/>
                    <a:gd name="T8" fmla="*/ 63 w 71"/>
                    <a:gd name="T9" fmla="*/ 71 h 71"/>
                    <a:gd name="T10" fmla="*/ 8 w 71"/>
                    <a:gd name="T11" fmla="*/ 71 h 71"/>
                    <a:gd name="T12" fmla="*/ 0 w 71"/>
                    <a:gd name="T13" fmla="*/ 63 h 71"/>
                    <a:gd name="T14" fmla="*/ 0 w 71"/>
                    <a:gd name="T15" fmla="*/ 8 h 71"/>
                    <a:gd name="T16" fmla="*/ 8 w 71"/>
                    <a:gd name="T17" fmla="*/ 0 h 71"/>
                    <a:gd name="T18" fmla="*/ 35 w 71"/>
                    <a:gd name="T19" fmla="*/ 0 h 71"/>
                    <a:gd name="T20" fmla="*/ 35 w 71"/>
                    <a:gd name="T21" fmla="*/ 0 h 71"/>
                    <a:gd name="T22" fmla="*/ 61 w 71"/>
                    <a:gd name="T23" fmla="*/ 10 h 71"/>
                    <a:gd name="T24" fmla="*/ 10 w 71"/>
                    <a:gd name="T25" fmla="*/ 10 h 71"/>
                    <a:gd name="T26" fmla="*/ 10 w 71"/>
                    <a:gd name="T27" fmla="*/ 61 h 71"/>
                    <a:gd name="T28" fmla="*/ 61 w 71"/>
                    <a:gd name="T29" fmla="*/ 61 h 71"/>
                    <a:gd name="T30" fmla="*/ 61 w 71"/>
                    <a:gd name="T31" fmla="*/ 10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71" h="71">
                      <a:moveTo>
                        <a:pt x="35" y="0"/>
                      </a:moveTo>
                      <a:cubicBezTo>
                        <a:pt x="45" y="0"/>
                        <a:pt x="54" y="0"/>
                        <a:pt x="63" y="0"/>
                      </a:cubicBezTo>
                      <a:cubicBezTo>
                        <a:pt x="68" y="0"/>
                        <a:pt x="71" y="3"/>
                        <a:pt x="71" y="8"/>
                      </a:cubicBezTo>
                      <a:cubicBezTo>
                        <a:pt x="71" y="27"/>
                        <a:pt x="71" y="45"/>
                        <a:pt x="71" y="63"/>
                      </a:cubicBezTo>
                      <a:cubicBezTo>
                        <a:pt x="71" y="69"/>
                        <a:pt x="68" y="71"/>
                        <a:pt x="63" y="71"/>
                      </a:cubicBezTo>
                      <a:cubicBezTo>
                        <a:pt x="45" y="71"/>
                        <a:pt x="26" y="71"/>
                        <a:pt x="8" y="71"/>
                      </a:cubicBezTo>
                      <a:cubicBezTo>
                        <a:pt x="2" y="71"/>
                        <a:pt x="0" y="69"/>
                        <a:pt x="0" y="63"/>
                      </a:cubicBezTo>
                      <a:cubicBezTo>
                        <a:pt x="0" y="45"/>
                        <a:pt x="0" y="27"/>
                        <a:pt x="0" y="8"/>
                      </a:cubicBezTo>
                      <a:cubicBezTo>
                        <a:pt x="0" y="2"/>
                        <a:pt x="2" y="0"/>
                        <a:pt x="8" y="0"/>
                      </a:cubicBezTo>
                      <a:cubicBezTo>
                        <a:pt x="17" y="0"/>
                        <a:pt x="26" y="0"/>
                        <a:pt x="35" y="0"/>
                      </a:cubicBezTo>
                      <a:cubicBezTo>
                        <a:pt x="35" y="0"/>
                        <a:pt x="35" y="0"/>
                        <a:pt x="35" y="0"/>
                      </a:cubicBezTo>
                      <a:close/>
                      <a:moveTo>
                        <a:pt x="61" y="10"/>
                      </a:moveTo>
                      <a:cubicBezTo>
                        <a:pt x="44" y="10"/>
                        <a:pt x="27" y="10"/>
                        <a:pt x="10" y="10"/>
                      </a:cubicBezTo>
                      <a:cubicBezTo>
                        <a:pt x="10" y="27"/>
                        <a:pt x="10" y="44"/>
                        <a:pt x="10" y="61"/>
                      </a:cubicBezTo>
                      <a:cubicBezTo>
                        <a:pt x="27" y="61"/>
                        <a:pt x="44" y="61"/>
                        <a:pt x="61" y="61"/>
                      </a:cubicBezTo>
                      <a:cubicBezTo>
                        <a:pt x="61" y="44"/>
                        <a:pt x="61" y="27"/>
                        <a:pt x="61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56" name="Freeform 111">
                  <a:extLst>
                    <a:ext uri="{FF2B5EF4-FFF2-40B4-BE49-F238E27FC236}">
                      <a16:creationId xmlns:a16="http://schemas.microsoft.com/office/drawing/2014/main" id="{2A36199F-74ED-4F88-AA95-C0FDE41E30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204624" y="2192346"/>
                  <a:ext cx="247651" cy="36511"/>
                </a:xfrm>
                <a:custGeom>
                  <a:avLst/>
                  <a:gdLst>
                    <a:gd name="T0" fmla="*/ 41 w 82"/>
                    <a:gd name="T1" fmla="*/ 0 h 12"/>
                    <a:gd name="T2" fmla="*/ 74 w 82"/>
                    <a:gd name="T3" fmla="*/ 0 h 12"/>
                    <a:gd name="T4" fmla="*/ 82 w 82"/>
                    <a:gd name="T5" fmla="*/ 5 h 12"/>
                    <a:gd name="T6" fmla="*/ 74 w 82"/>
                    <a:gd name="T7" fmla="*/ 12 h 12"/>
                    <a:gd name="T8" fmla="*/ 7 w 82"/>
                    <a:gd name="T9" fmla="*/ 12 h 12"/>
                    <a:gd name="T10" fmla="*/ 0 w 82"/>
                    <a:gd name="T11" fmla="*/ 6 h 12"/>
                    <a:gd name="T12" fmla="*/ 7 w 82"/>
                    <a:gd name="T13" fmla="*/ 0 h 12"/>
                    <a:gd name="T14" fmla="*/ 41 w 82"/>
                    <a:gd name="T15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2" h="12">
                      <a:moveTo>
                        <a:pt x="41" y="0"/>
                      </a:moveTo>
                      <a:cubicBezTo>
                        <a:pt x="52" y="0"/>
                        <a:pt x="63" y="0"/>
                        <a:pt x="74" y="0"/>
                      </a:cubicBezTo>
                      <a:cubicBezTo>
                        <a:pt x="80" y="0"/>
                        <a:pt x="82" y="1"/>
                        <a:pt x="82" y="5"/>
                      </a:cubicBezTo>
                      <a:cubicBezTo>
                        <a:pt x="82" y="10"/>
                        <a:pt x="79" y="12"/>
                        <a:pt x="74" y="12"/>
                      </a:cubicBezTo>
                      <a:cubicBezTo>
                        <a:pt x="52" y="12"/>
                        <a:pt x="29" y="12"/>
                        <a:pt x="7" y="12"/>
                      </a:cubicBezTo>
                      <a:cubicBezTo>
                        <a:pt x="2" y="12"/>
                        <a:pt x="0" y="10"/>
                        <a:pt x="0" y="6"/>
                      </a:cubicBezTo>
                      <a:cubicBezTo>
                        <a:pt x="0" y="1"/>
                        <a:pt x="2" y="0"/>
                        <a:pt x="7" y="0"/>
                      </a:cubicBezTo>
                      <a:cubicBezTo>
                        <a:pt x="18" y="0"/>
                        <a:pt x="29" y="0"/>
                        <a:pt x="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57" name="Freeform 112">
                  <a:extLst>
                    <a:ext uri="{FF2B5EF4-FFF2-40B4-BE49-F238E27FC236}">
                      <a16:creationId xmlns:a16="http://schemas.microsoft.com/office/drawing/2014/main" id="{5FD3242A-BBB8-4EEE-86CD-3B5084527C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204624" y="2597159"/>
                  <a:ext cx="247651" cy="36511"/>
                </a:xfrm>
                <a:custGeom>
                  <a:avLst/>
                  <a:gdLst>
                    <a:gd name="T0" fmla="*/ 41 w 82"/>
                    <a:gd name="T1" fmla="*/ 12 h 12"/>
                    <a:gd name="T2" fmla="*/ 7 w 82"/>
                    <a:gd name="T3" fmla="*/ 12 h 12"/>
                    <a:gd name="T4" fmla="*/ 0 w 82"/>
                    <a:gd name="T5" fmla="*/ 6 h 12"/>
                    <a:gd name="T6" fmla="*/ 7 w 82"/>
                    <a:gd name="T7" fmla="*/ 0 h 12"/>
                    <a:gd name="T8" fmla="*/ 75 w 82"/>
                    <a:gd name="T9" fmla="*/ 0 h 12"/>
                    <a:gd name="T10" fmla="*/ 82 w 82"/>
                    <a:gd name="T11" fmla="*/ 6 h 12"/>
                    <a:gd name="T12" fmla="*/ 75 w 82"/>
                    <a:gd name="T13" fmla="*/ 12 h 12"/>
                    <a:gd name="T14" fmla="*/ 41 w 82"/>
                    <a:gd name="T15" fmla="*/ 12 h 12"/>
                    <a:gd name="T16" fmla="*/ 41 w 82"/>
                    <a:gd name="T17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2" h="12">
                      <a:moveTo>
                        <a:pt x="41" y="12"/>
                      </a:moveTo>
                      <a:cubicBezTo>
                        <a:pt x="30" y="12"/>
                        <a:pt x="18" y="12"/>
                        <a:pt x="7" y="12"/>
                      </a:cubicBezTo>
                      <a:cubicBezTo>
                        <a:pt x="2" y="12"/>
                        <a:pt x="0" y="10"/>
                        <a:pt x="0" y="6"/>
                      </a:cubicBezTo>
                      <a:cubicBezTo>
                        <a:pt x="0" y="2"/>
                        <a:pt x="2" y="0"/>
                        <a:pt x="7" y="0"/>
                      </a:cubicBezTo>
                      <a:cubicBezTo>
                        <a:pt x="30" y="0"/>
                        <a:pt x="52" y="0"/>
                        <a:pt x="75" y="0"/>
                      </a:cubicBezTo>
                      <a:cubicBezTo>
                        <a:pt x="79" y="0"/>
                        <a:pt x="82" y="2"/>
                        <a:pt x="82" y="6"/>
                      </a:cubicBezTo>
                      <a:cubicBezTo>
                        <a:pt x="82" y="10"/>
                        <a:pt x="80" y="12"/>
                        <a:pt x="75" y="12"/>
                      </a:cubicBezTo>
                      <a:cubicBezTo>
                        <a:pt x="64" y="12"/>
                        <a:pt x="52" y="12"/>
                        <a:pt x="41" y="12"/>
                      </a:cubicBezTo>
                      <a:cubicBezTo>
                        <a:pt x="41" y="12"/>
                        <a:pt x="41" y="12"/>
                        <a:pt x="41" y="1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58" name="Freeform 113">
                  <a:extLst>
                    <a:ext uri="{FF2B5EF4-FFF2-40B4-BE49-F238E27FC236}">
                      <a16:creationId xmlns:a16="http://schemas.microsoft.com/office/drawing/2014/main" id="{4F24D833-2B3D-4364-939D-BC93E8443F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204624" y="2098681"/>
                  <a:ext cx="247651" cy="39690"/>
                </a:xfrm>
                <a:custGeom>
                  <a:avLst/>
                  <a:gdLst>
                    <a:gd name="T0" fmla="*/ 41 w 82"/>
                    <a:gd name="T1" fmla="*/ 0 h 13"/>
                    <a:gd name="T2" fmla="*/ 75 w 82"/>
                    <a:gd name="T3" fmla="*/ 0 h 13"/>
                    <a:gd name="T4" fmla="*/ 82 w 82"/>
                    <a:gd name="T5" fmla="*/ 6 h 13"/>
                    <a:gd name="T6" fmla="*/ 75 w 82"/>
                    <a:gd name="T7" fmla="*/ 13 h 13"/>
                    <a:gd name="T8" fmla="*/ 7 w 82"/>
                    <a:gd name="T9" fmla="*/ 13 h 13"/>
                    <a:gd name="T10" fmla="*/ 0 w 82"/>
                    <a:gd name="T11" fmla="*/ 6 h 13"/>
                    <a:gd name="T12" fmla="*/ 7 w 82"/>
                    <a:gd name="T13" fmla="*/ 0 h 13"/>
                    <a:gd name="T14" fmla="*/ 41 w 82"/>
                    <a:gd name="T15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2" h="13">
                      <a:moveTo>
                        <a:pt x="41" y="0"/>
                      </a:moveTo>
                      <a:cubicBezTo>
                        <a:pt x="52" y="0"/>
                        <a:pt x="63" y="0"/>
                        <a:pt x="75" y="0"/>
                      </a:cubicBezTo>
                      <a:cubicBezTo>
                        <a:pt x="80" y="0"/>
                        <a:pt x="82" y="2"/>
                        <a:pt x="82" y="6"/>
                      </a:cubicBezTo>
                      <a:cubicBezTo>
                        <a:pt x="82" y="10"/>
                        <a:pt x="79" y="13"/>
                        <a:pt x="75" y="13"/>
                      </a:cubicBezTo>
                      <a:cubicBezTo>
                        <a:pt x="52" y="13"/>
                        <a:pt x="29" y="13"/>
                        <a:pt x="7" y="13"/>
                      </a:cubicBezTo>
                      <a:cubicBezTo>
                        <a:pt x="2" y="13"/>
                        <a:pt x="0" y="11"/>
                        <a:pt x="0" y="6"/>
                      </a:cubicBezTo>
                      <a:cubicBezTo>
                        <a:pt x="0" y="2"/>
                        <a:pt x="2" y="0"/>
                        <a:pt x="7" y="0"/>
                      </a:cubicBezTo>
                      <a:cubicBezTo>
                        <a:pt x="18" y="0"/>
                        <a:pt x="29" y="0"/>
                        <a:pt x="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59" name="Freeform 114">
                  <a:extLst>
                    <a:ext uri="{FF2B5EF4-FFF2-40B4-BE49-F238E27FC236}">
                      <a16:creationId xmlns:a16="http://schemas.microsoft.com/office/drawing/2014/main" id="{8C24A973-D06B-451B-8B67-90C7AE8B9E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204629" y="2344749"/>
                  <a:ext cx="247651" cy="39690"/>
                </a:xfrm>
                <a:custGeom>
                  <a:avLst/>
                  <a:gdLst>
                    <a:gd name="T0" fmla="*/ 41 w 82"/>
                    <a:gd name="T1" fmla="*/ 0 h 13"/>
                    <a:gd name="T2" fmla="*/ 74 w 82"/>
                    <a:gd name="T3" fmla="*/ 0 h 13"/>
                    <a:gd name="T4" fmla="*/ 82 w 82"/>
                    <a:gd name="T5" fmla="*/ 6 h 13"/>
                    <a:gd name="T6" fmla="*/ 74 w 82"/>
                    <a:gd name="T7" fmla="*/ 13 h 13"/>
                    <a:gd name="T8" fmla="*/ 7 w 82"/>
                    <a:gd name="T9" fmla="*/ 13 h 13"/>
                    <a:gd name="T10" fmla="*/ 0 w 82"/>
                    <a:gd name="T11" fmla="*/ 6 h 13"/>
                    <a:gd name="T12" fmla="*/ 7 w 82"/>
                    <a:gd name="T13" fmla="*/ 0 h 13"/>
                    <a:gd name="T14" fmla="*/ 41 w 82"/>
                    <a:gd name="T15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2" h="13">
                      <a:moveTo>
                        <a:pt x="41" y="0"/>
                      </a:moveTo>
                      <a:cubicBezTo>
                        <a:pt x="52" y="0"/>
                        <a:pt x="63" y="0"/>
                        <a:pt x="74" y="0"/>
                      </a:cubicBezTo>
                      <a:cubicBezTo>
                        <a:pt x="79" y="0"/>
                        <a:pt x="82" y="2"/>
                        <a:pt x="82" y="6"/>
                      </a:cubicBezTo>
                      <a:cubicBezTo>
                        <a:pt x="82" y="11"/>
                        <a:pt x="80" y="13"/>
                        <a:pt x="74" y="13"/>
                      </a:cubicBezTo>
                      <a:cubicBezTo>
                        <a:pt x="52" y="13"/>
                        <a:pt x="29" y="13"/>
                        <a:pt x="7" y="13"/>
                      </a:cubicBezTo>
                      <a:cubicBezTo>
                        <a:pt x="2" y="13"/>
                        <a:pt x="0" y="11"/>
                        <a:pt x="0" y="6"/>
                      </a:cubicBezTo>
                      <a:cubicBezTo>
                        <a:pt x="0" y="2"/>
                        <a:pt x="2" y="0"/>
                        <a:pt x="7" y="0"/>
                      </a:cubicBezTo>
                      <a:cubicBezTo>
                        <a:pt x="18" y="0"/>
                        <a:pt x="30" y="0"/>
                        <a:pt x="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60" name="Freeform 115">
                  <a:extLst>
                    <a:ext uri="{FF2B5EF4-FFF2-40B4-BE49-F238E27FC236}">
                      <a16:creationId xmlns:a16="http://schemas.microsoft.com/office/drawing/2014/main" id="{C7B0D503-B189-4CC5-A9C9-14B6A2B0C5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204608" y="2435235"/>
                  <a:ext cx="247651" cy="39690"/>
                </a:xfrm>
                <a:custGeom>
                  <a:avLst/>
                  <a:gdLst>
                    <a:gd name="T0" fmla="*/ 41 w 82"/>
                    <a:gd name="T1" fmla="*/ 0 h 13"/>
                    <a:gd name="T2" fmla="*/ 75 w 82"/>
                    <a:gd name="T3" fmla="*/ 0 h 13"/>
                    <a:gd name="T4" fmla="*/ 82 w 82"/>
                    <a:gd name="T5" fmla="*/ 6 h 13"/>
                    <a:gd name="T6" fmla="*/ 75 w 82"/>
                    <a:gd name="T7" fmla="*/ 13 h 13"/>
                    <a:gd name="T8" fmla="*/ 32 w 82"/>
                    <a:gd name="T9" fmla="*/ 13 h 13"/>
                    <a:gd name="T10" fmla="*/ 7 w 82"/>
                    <a:gd name="T11" fmla="*/ 13 h 13"/>
                    <a:gd name="T12" fmla="*/ 0 w 82"/>
                    <a:gd name="T13" fmla="*/ 7 h 13"/>
                    <a:gd name="T14" fmla="*/ 7 w 82"/>
                    <a:gd name="T15" fmla="*/ 0 h 13"/>
                    <a:gd name="T16" fmla="*/ 41 w 82"/>
                    <a:gd name="T17" fmla="*/ 0 h 13"/>
                    <a:gd name="T18" fmla="*/ 41 w 82"/>
                    <a:gd name="T19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2" h="13">
                      <a:moveTo>
                        <a:pt x="41" y="0"/>
                      </a:moveTo>
                      <a:cubicBezTo>
                        <a:pt x="52" y="0"/>
                        <a:pt x="64" y="0"/>
                        <a:pt x="75" y="0"/>
                      </a:cubicBezTo>
                      <a:cubicBezTo>
                        <a:pt x="79" y="0"/>
                        <a:pt x="81" y="2"/>
                        <a:pt x="82" y="6"/>
                      </a:cubicBezTo>
                      <a:cubicBezTo>
                        <a:pt x="82" y="10"/>
                        <a:pt x="80" y="13"/>
                        <a:pt x="75" y="13"/>
                      </a:cubicBezTo>
                      <a:cubicBezTo>
                        <a:pt x="61" y="13"/>
                        <a:pt x="46" y="13"/>
                        <a:pt x="32" y="13"/>
                      </a:cubicBezTo>
                      <a:cubicBezTo>
                        <a:pt x="23" y="13"/>
                        <a:pt x="15" y="13"/>
                        <a:pt x="7" y="13"/>
                      </a:cubicBezTo>
                      <a:cubicBezTo>
                        <a:pt x="2" y="13"/>
                        <a:pt x="0" y="11"/>
                        <a:pt x="0" y="7"/>
                      </a:cubicBezTo>
                      <a:cubicBezTo>
                        <a:pt x="0" y="2"/>
                        <a:pt x="2" y="0"/>
                        <a:pt x="7" y="0"/>
                      </a:cubicBezTo>
                      <a:cubicBezTo>
                        <a:pt x="18" y="0"/>
                        <a:pt x="30" y="0"/>
                        <a:pt x="41" y="0"/>
                      </a:cubicBezTo>
                      <a:cubicBezTo>
                        <a:pt x="41" y="0"/>
                        <a:pt x="41" y="0"/>
                        <a:pt x="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61" name="Freeform 116">
                  <a:extLst>
                    <a:ext uri="{FF2B5EF4-FFF2-40B4-BE49-F238E27FC236}">
                      <a16:creationId xmlns:a16="http://schemas.microsoft.com/office/drawing/2014/main" id="{9B7A3653-F4DA-43F1-BFEB-06EBFBBEB2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204586" y="2681303"/>
                  <a:ext cx="100012" cy="39690"/>
                </a:xfrm>
                <a:custGeom>
                  <a:avLst/>
                  <a:gdLst>
                    <a:gd name="T0" fmla="*/ 33 w 33"/>
                    <a:gd name="T1" fmla="*/ 0 h 13"/>
                    <a:gd name="T2" fmla="*/ 19 w 33"/>
                    <a:gd name="T3" fmla="*/ 12 h 13"/>
                    <a:gd name="T4" fmla="*/ 17 w 33"/>
                    <a:gd name="T5" fmla="*/ 13 h 13"/>
                    <a:gd name="T6" fmla="*/ 6 w 33"/>
                    <a:gd name="T7" fmla="*/ 13 h 13"/>
                    <a:gd name="T8" fmla="*/ 0 w 33"/>
                    <a:gd name="T9" fmla="*/ 7 h 13"/>
                    <a:gd name="T10" fmla="*/ 6 w 33"/>
                    <a:gd name="T11" fmla="*/ 0 h 13"/>
                    <a:gd name="T12" fmla="*/ 33 w 33"/>
                    <a:gd name="T13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3" h="13">
                      <a:moveTo>
                        <a:pt x="33" y="0"/>
                      </a:moveTo>
                      <a:cubicBezTo>
                        <a:pt x="28" y="5"/>
                        <a:pt x="24" y="8"/>
                        <a:pt x="19" y="12"/>
                      </a:cubicBezTo>
                      <a:cubicBezTo>
                        <a:pt x="19" y="12"/>
                        <a:pt x="17" y="13"/>
                        <a:pt x="17" y="13"/>
                      </a:cubicBezTo>
                      <a:cubicBezTo>
                        <a:pt x="13" y="13"/>
                        <a:pt x="10" y="13"/>
                        <a:pt x="6" y="13"/>
                      </a:cubicBezTo>
                      <a:cubicBezTo>
                        <a:pt x="2" y="13"/>
                        <a:pt x="0" y="10"/>
                        <a:pt x="0" y="7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15" y="0"/>
                        <a:pt x="23" y="0"/>
                        <a:pt x="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62" name="Freeform 117">
                  <a:extLst>
                    <a:ext uri="{FF2B5EF4-FFF2-40B4-BE49-F238E27FC236}">
                      <a16:creationId xmlns:a16="http://schemas.microsoft.com/office/drawing/2014/main" id="{53E59D65-57B6-47FD-8C66-954145A39F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71252" y="2120913"/>
                  <a:ext cx="138112" cy="92076"/>
                </a:xfrm>
                <a:custGeom>
                  <a:avLst/>
                  <a:gdLst>
                    <a:gd name="T0" fmla="*/ 4 w 46"/>
                    <a:gd name="T1" fmla="*/ 5 h 31"/>
                    <a:gd name="T2" fmla="*/ 9 w 46"/>
                    <a:gd name="T3" fmla="*/ 8 h 31"/>
                    <a:gd name="T4" fmla="*/ 18 w 46"/>
                    <a:gd name="T5" fmla="*/ 17 h 31"/>
                    <a:gd name="T6" fmla="*/ 22 w 46"/>
                    <a:gd name="T7" fmla="*/ 17 h 31"/>
                    <a:gd name="T8" fmla="*/ 36 w 46"/>
                    <a:gd name="T9" fmla="*/ 3 h 31"/>
                    <a:gd name="T10" fmla="*/ 39 w 46"/>
                    <a:gd name="T11" fmla="*/ 1 h 31"/>
                    <a:gd name="T12" fmla="*/ 44 w 46"/>
                    <a:gd name="T13" fmla="*/ 1 h 31"/>
                    <a:gd name="T14" fmla="*/ 46 w 46"/>
                    <a:gd name="T15" fmla="*/ 6 h 31"/>
                    <a:gd name="T16" fmla="*/ 45 w 46"/>
                    <a:gd name="T17" fmla="*/ 8 h 31"/>
                    <a:gd name="T18" fmla="*/ 26 w 46"/>
                    <a:gd name="T19" fmla="*/ 27 h 31"/>
                    <a:gd name="T20" fmla="*/ 15 w 46"/>
                    <a:gd name="T21" fmla="*/ 27 h 31"/>
                    <a:gd name="T22" fmla="*/ 2 w 46"/>
                    <a:gd name="T23" fmla="*/ 14 h 31"/>
                    <a:gd name="T24" fmla="*/ 1 w 46"/>
                    <a:gd name="T25" fmla="*/ 8 h 31"/>
                    <a:gd name="T26" fmla="*/ 4 w 46"/>
                    <a:gd name="T27" fmla="*/ 5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6" h="31">
                      <a:moveTo>
                        <a:pt x="4" y="5"/>
                      </a:moveTo>
                      <a:cubicBezTo>
                        <a:pt x="6" y="6"/>
                        <a:pt x="8" y="7"/>
                        <a:pt x="9" y="8"/>
                      </a:cubicBezTo>
                      <a:cubicBezTo>
                        <a:pt x="12" y="11"/>
                        <a:pt x="15" y="14"/>
                        <a:pt x="18" y="17"/>
                      </a:cubicBezTo>
                      <a:cubicBezTo>
                        <a:pt x="20" y="18"/>
                        <a:pt x="21" y="18"/>
                        <a:pt x="22" y="17"/>
                      </a:cubicBezTo>
                      <a:cubicBezTo>
                        <a:pt x="27" y="12"/>
                        <a:pt x="31" y="8"/>
                        <a:pt x="36" y="3"/>
                      </a:cubicBezTo>
                      <a:cubicBezTo>
                        <a:pt x="37" y="2"/>
                        <a:pt x="38" y="1"/>
                        <a:pt x="39" y="1"/>
                      </a:cubicBezTo>
                      <a:cubicBezTo>
                        <a:pt x="41" y="0"/>
                        <a:pt x="43" y="0"/>
                        <a:pt x="44" y="1"/>
                      </a:cubicBezTo>
                      <a:cubicBezTo>
                        <a:pt x="46" y="2"/>
                        <a:pt x="46" y="4"/>
                        <a:pt x="46" y="6"/>
                      </a:cubicBezTo>
                      <a:cubicBezTo>
                        <a:pt x="46" y="7"/>
                        <a:pt x="45" y="8"/>
                        <a:pt x="45" y="8"/>
                      </a:cubicBezTo>
                      <a:cubicBezTo>
                        <a:pt x="38" y="15"/>
                        <a:pt x="32" y="21"/>
                        <a:pt x="26" y="27"/>
                      </a:cubicBezTo>
                      <a:cubicBezTo>
                        <a:pt x="22" y="31"/>
                        <a:pt x="19" y="31"/>
                        <a:pt x="15" y="27"/>
                      </a:cubicBezTo>
                      <a:cubicBezTo>
                        <a:pt x="10" y="23"/>
                        <a:pt x="6" y="19"/>
                        <a:pt x="2" y="14"/>
                      </a:cubicBezTo>
                      <a:cubicBezTo>
                        <a:pt x="1" y="13"/>
                        <a:pt x="0" y="10"/>
                        <a:pt x="1" y="8"/>
                      </a:cubicBezTo>
                      <a:cubicBezTo>
                        <a:pt x="1" y="7"/>
                        <a:pt x="3" y="6"/>
                        <a:pt x="4" y="5"/>
                      </a:cubicBezTo>
                      <a:close/>
                    </a:path>
                  </a:pathLst>
                </a:custGeom>
                <a:solidFill>
                  <a:srgbClr val="A3D1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63" name="Freeform 118">
                  <a:extLst>
                    <a:ext uri="{FF2B5EF4-FFF2-40B4-BE49-F238E27FC236}">
                      <a16:creationId xmlns:a16="http://schemas.microsoft.com/office/drawing/2014/main" id="{1B1CF5B0-897A-4BD7-A0F1-9B7AE55915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79152" y="2616202"/>
                  <a:ext cx="123828" cy="82549"/>
                </a:xfrm>
                <a:custGeom>
                  <a:avLst/>
                  <a:gdLst>
                    <a:gd name="T0" fmla="*/ 17 w 41"/>
                    <a:gd name="T1" fmla="*/ 18 h 28"/>
                    <a:gd name="T2" fmla="*/ 30 w 41"/>
                    <a:gd name="T3" fmla="*/ 5 h 28"/>
                    <a:gd name="T4" fmla="*/ 32 w 41"/>
                    <a:gd name="T5" fmla="*/ 3 h 28"/>
                    <a:gd name="T6" fmla="*/ 39 w 41"/>
                    <a:gd name="T7" fmla="*/ 2 h 28"/>
                    <a:gd name="T8" fmla="*/ 38 w 41"/>
                    <a:gd name="T9" fmla="*/ 9 h 28"/>
                    <a:gd name="T10" fmla="*/ 23 w 41"/>
                    <a:gd name="T11" fmla="*/ 24 h 28"/>
                    <a:gd name="T12" fmla="*/ 13 w 41"/>
                    <a:gd name="T13" fmla="*/ 24 h 28"/>
                    <a:gd name="T14" fmla="*/ 2 w 41"/>
                    <a:gd name="T15" fmla="*/ 13 h 28"/>
                    <a:gd name="T16" fmla="*/ 2 w 41"/>
                    <a:gd name="T17" fmla="*/ 7 h 28"/>
                    <a:gd name="T18" fmla="*/ 8 w 41"/>
                    <a:gd name="T19" fmla="*/ 8 h 28"/>
                    <a:gd name="T20" fmla="*/ 17 w 41"/>
                    <a:gd name="T21" fmla="*/ 1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1" h="28">
                      <a:moveTo>
                        <a:pt x="17" y="18"/>
                      </a:moveTo>
                      <a:cubicBezTo>
                        <a:pt x="22" y="13"/>
                        <a:pt x="26" y="9"/>
                        <a:pt x="30" y="5"/>
                      </a:cubicBezTo>
                      <a:cubicBezTo>
                        <a:pt x="31" y="4"/>
                        <a:pt x="32" y="3"/>
                        <a:pt x="32" y="3"/>
                      </a:cubicBezTo>
                      <a:cubicBezTo>
                        <a:pt x="34" y="1"/>
                        <a:pt x="37" y="0"/>
                        <a:pt x="39" y="2"/>
                      </a:cubicBezTo>
                      <a:cubicBezTo>
                        <a:pt x="41" y="4"/>
                        <a:pt x="40" y="7"/>
                        <a:pt x="38" y="9"/>
                      </a:cubicBezTo>
                      <a:cubicBezTo>
                        <a:pt x="33" y="14"/>
                        <a:pt x="28" y="19"/>
                        <a:pt x="23" y="24"/>
                      </a:cubicBezTo>
                      <a:cubicBezTo>
                        <a:pt x="19" y="28"/>
                        <a:pt x="17" y="28"/>
                        <a:pt x="13" y="24"/>
                      </a:cubicBezTo>
                      <a:cubicBezTo>
                        <a:pt x="9" y="21"/>
                        <a:pt x="6" y="17"/>
                        <a:pt x="2" y="13"/>
                      </a:cubicBezTo>
                      <a:cubicBezTo>
                        <a:pt x="1" y="12"/>
                        <a:pt x="0" y="9"/>
                        <a:pt x="2" y="7"/>
                      </a:cubicBezTo>
                      <a:cubicBezTo>
                        <a:pt x="4" y="5"/>
                        <a:pt x="6" y="6"/>
                        <a:pt x="8" y="8"/>
                      </a:cubicBezTo>
                      <a:cubicBezTo>
                        <a:pt x="11" y="11"/>
                        <a:pt x="14" y="14"/>
                        <a:pt x="17" y="18"/>
                      </a:cubicBezTo>
                      <a:close/>
                    </a:path>
                  </a:pathLst>
                </a:custGeom>
                <a:solidFill>
                  <a:srgbClr val="A3D1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650" name="Rectangle 649">
                <a:extLst>
                  <a:ext uri="{FF2B5EF4-FFF2-40B4-BE49-F238E27FC236}">
                    <a16:creationId xmlns:a16="http://schemas.microsoft.com/office/drawing/2014/main" id="{E30ACF00-BAFF-4453-B801-59D15BEDB845}"/>
                  </a:ext>
                </a:extLst>
              </p:cNvPr>
              <p:cNvSpPr/>
              <p:nvPr/>
            </p:nvSpPr>
            <p:spPr>
              <a:xfrm>
                <a:off x="932478" y="2900616"/>
                <a:ext cx="75924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rPr>
                  <a:t>SURVEYS</a:t>
                </a:r>
              </a:p>
            </p:txBody>
          </p:sp>
        </p:grpSp>
        <p:grpSp>
          <p:nvGrpSpPr>
            <p:cNvPr id="599" name="Group 598">
              <a:extLst>
                <a:ext uri="{FF2B5EF4-FFF2-40B4-BE49-F238E27FC236}">
                  <a16:creationId xmlns:a16="http://schemas.microsoft.com/office/drawing/2014/main" id="{10777F79-A073-493D-8E72-F6F742DDFC06}"/>
                </a:ext>
              </a:extLst>
            </p:cNvPr>
            <p:cNvGrpSpPr/>
            <p:nvPr/>
          </p:nvGrpSpPr>
          <p:grpSpPr>
            <a:xfrm>
              <a:off x="902263" y="2925237"/>
              <a:ext cx="606256" cy="600773"/>
              <a:chOff x="460195" y="2988455"/>
              <a:chExt cx="606256" cy="600773"/>
            </a:xfrm>
          </p:grpSpPr>
          <p:grpSp>
            <p:nvGrpSpPr>
              <p:cNvPr id="645" name="Group 644">
                <a:extLst>
                  <a:ext uri="{FF2B5EF4-FFF2-40B4-BE49-F238E27FC236}">
                    <a16:creationId xmlns:a16="http://schemas.microsoft.com/office/drawing/2014/main" id="{1B669F7C-2CFF-43E7-A0AD-E4A359B121CD}"/>
                  </a:ext>
                </a:extLst>
              </p:cNvPr>
              <p:cNvGrpSpPr/>
              <p:nvPr/>
            </p:nvGrpSpPr>
            <p:grpSpPr>
              <a:xfrm>
                <a:off x="537046" y="2988455"/>
                <a:ext cx="430243" cy="385737"/>
                <a:chOff x="9209088" y="1347788"/>
                <a:chExt cx="690558" cy="619126"/>
              </a:xfrm>
              <a:solidFill>
                <a:srgbClr val="127BBF"/>
              </a:solidFill>
            </p:grpSpPr>
            <p:sp>
              <p:nvSpPr>
                <p:cNvPr id="647" name="Freeform 68">
                  <a:extLst>
                    <a:ext uri="{FF2B5EF4-FFF2-40B4-BE49-F238E27FC236}">
                      <a16:creationId xmlns:a16="http://schemas.microsoft.com/office/drawing/2014/main" id="{A4368FD7-230E-4622-8F00-BAB2CE267D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413872" y="1444626"/>
                  <a:ext cx="485774" cy="522288"/>
                </a:xfrm>
                <a:custGeom>
                  <a:avLst/>
                  <a:gdLst>
                    <a:gd name="T0" fmla="*/ 112 w 161"/>
                    <a:gd name="T1" fmla="*/ 115 h 173"/>
                    <a:gd name="T2" fmla="*/ 145 w 161"/>
                    <a:gd name="T3" fmla="*/ 115 h 173"/>
                    <a:gd name="T4" fmla="*/ 145 w 161"/>
                    <a:gd name="T5" fmla="*/ 17 h 173"/>
                    <a:gd name="T6" fmla="*/ 112 w 161"/>
                    <a:gd name="T7" fmla="*/ 17 h 173"/>
                    <a:gd name="T8" fmla="*/ 112 w 161"/>
                    <a:gd name="T9" fmla="*/ 0 h 173"/>
                    <a:gd name="T10" fmla="*/ 161 w 161"/>
                    <a:gd name="T11" fmla="*/ 0 h 173"/>
                    <a:gd name="T12" fmla="*/ 161 w 161"/>
                    <a:gd name="T13" fmla="*/ 131 h 173"/>
                    <a:gd name="T14" fmla="*/ 128 w 161"/>
                    <a:gd name="T15" fmla="*/ 131 h 173"/>
                    <a:gd name="T16" fmla="*/ 128 w 161"/>
                    <a:gd name="T17" fmla="*/ 173 h 173"/>
                    <a:gd name="T18" fmla="*/ 123 w 161"/>
                    <a:gd name="T19" fmla="*/ 169 h 173"/>
                    <a:gd name="T20" fmla="*/ 77 w 161"/>
                    <a:gd name="T21" fmla="*/ 132 h 173"/>
                    <a:gd name="T22" fmla="*/ 75 w 161"/>
                    <a:gd name="T23" fmla="*/ 131 h 173"/>
                    <a:gd name="T24" fmla="*/ 1 w 161"/>
                    <a:gd name="T25" fmla="*/ 131 h 173"/>
                    <a:gd name="T26" fmla="*/ 0 w 161"/>
                    <a:gd name="T27" fmla="*/ 131 h 173"/>
                    <a:gd name="T28" fmla="*/ 0 w 161"/>
                    <a:gd name="T29" fmla="*/ 131 h 173"/>
                    <a:gd name="T30" fmla="*/ 1 w 161"/>
                    <a:gd name="T31" fmla="*/ 131 h 173"/>
                    <a:gd name="T32" fmla="*/ 20 w 161"/>
                    <a:gd name="T33" fmla="*/ 115 h 173"/>
                    <a:gd name="T34" fmla="*/ 21 w 161"/>
                    <a:gd name="T35" fmla="*/ 115 h 173"/>
                    <a:gd name="T36" fmla="*/ 82 w 161"/>
                    <a:gd name="T37" fmla="*/ 115 h 173"/>
                    <a:gd name="T38" fmla="*/ 83 w 161"/>
                    <a:gd name="T39" fmla="*/ 116 h 173"/>
                    <a:gd name="T40" fmla="*/ 111 w 161"/>
                    <a:gd name="T41" fmla="*/ 138 h 173"/>
                    <a:gd name="T42" fmla="*/ 112 w 161"/>
                    <a:gd name="T43" fmla="*/ 139 h 173"/>
                    <a:gd name="T44" fmla="*/ 112 w 161"/>
                    <a:gd name="T45" fmla="*/ 115 h 1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61" h="173">
                      <a:moveTo>
                        <a:pt x="112" y="115"/>
                      </a:moveTo>
                      <a:cubicBezTo>
                        <a:pt x="123" y="115"/>
                        <a:pt x="134" y="115"/>
                        <a:pt x="145" y="115"/>
                      </a:cubicBezTo>
                      <a:cubicBezTo>
                        <a:pt x="145" y="82"/>
                        <a:pt x="145" y="50"/>
                        <a:pt x="145" y="17"/>
                      </a:cubicBezTo>
                      <a:cubicBezTo>
                        <a:pt x="134" y="17"/>
                        <a:pt x="123" y="17"/>
                        <a:pt x="112" y="17"/>
                      </a:cubicBezTo>
                      <a:cubicBezTo>
                        <a:pt x="112" y="11"/>
                        <a:pt x="112" y="6"/>
                        <a:pt x="112" y="0"/>
                      </a:cubicBezTo>
                      <a:cubicBezTo>
                        <a:pt x="128" y="0"/>
                        <a:pt x="145" y="0"/>
                        <a:pt x="161" y="0"/>
                      </a:cubicBezTo>
                      <a:cubicBezTo>
                        <a:pt x="161" y="44"/>
                        <a:pt x="161" y="88"/>
                        <a:pt x="161" y="131"/>
                      </a:cubicBezTo>
                      <a:cubicBezTo>
                        <a:pt x="150" y="131"/>
                        <a:pt x="139" y="131"/>
                        <a:pt x="128" y="131"/>
                      </a:cubicBezTo>
                      <a:cubicBezTo>
                        <a:pt x="128" y="145"/>
                        <a:pt x="128" y="159"/>
                        <a:pt x="128" y="173"/>
                      </a:cubicBezTo>
                      <a:cubicBezTo>
                        <a:pt x="127" y="172"/>
                        <a:pt x="125" y="170"/>
                        <a:pt x="123" y="169"/>
                      </a:cubicBezTo>
                      <a:cubicBezTo>
                        <a:pt x="108" y="157"/>
                        <a:pt x="92" y="144"/>
                        <a:pt x="77" y="132"/>
                      </a:cubicBezTo>
                      <a:cubicBezTo>
                        <a:pt x="77" y="132"/>
                        <a:pt x="76" y="131"/>
                        <a:pt x="75" y="131"/>
                      </a:cubicBezTo>
                      <a:cubicBezTo>
                        <a:pt x="51" y="131"/>
                        <a:pt x="26" y="131"/>
                        <a:pt x="1" y="131"/>
                      </a:cubicBezTo>
                      <a:cubicBezTo>
                        <a:pt x="1" y="131"/>
                        <a:pt x="1" y="131"/>
                        <a:pt x="0" y="131"/>
                      </a:cubicBezTo>
                      <a:cubicBezTo>
                        <a:pt x="0" y="131"/>
                        <a:pt x="0" y="131"/>
                        <a:pt x="0" y="131"/>
                      </a:cubicBezTo>
                      <a:cubicBezTo>
                        <a:pt x="0" y="131"/>
                        <a:pt x="1" y="131"/>
                        <a:pt x="1" y="131"/>
                      </a:cubicBezTo>
                      <a:cubicBezTo>
                        <a:pt x="7" y="126"/>
                        <a:pt x="14" y="121"/>
                        <a:pt x="20" y="115"/>
                      </a:cubicBezTo>
                      <a:cubicBezTo>
                        <a:pt x="20" y="115"/>
                        <a:pt x="21" y="115"/>
                        <a:pt x="21" y="115"/>
                      </a:cubicBezTo>
                      <a:cubicBezTo>
                        <a:pt x="41" y="115"/>
                        <a:pt x="61" y="115"/>
                        <a:pt x="82" y="115"/>
                      </a:cubicBezTo>
                      <a:cubicBezTo>
                        <a:pt x="82" y="115"/>
                        <a:pt x="82" y="115"/>
                        <a:pt x="83" y="116"/>
                      </a:cubicBezTo>
                      <a:cubicBezTo>
                        <a:pt x="92" y="123"/>
                        <a:pt x="102" y="131"/>
                        <a:pt x="111" y="138"/>
                      </a:cubicBezTo>
                      <a:cubicBezTo>
                        <a:pt x="112" y="139"/>
                        <a:pt x="112" y="139"/>
                        <a:pt x="112" y="139"/>
                      </a:cubicBezTo>
                      <a:cubicBezTo>
                        <a:pt x="112" y="131"/>
                        <a:pt x="112" y="123"/>
                        <a:pt x="112" y="115"/>
                      </a:cubicBezTo>
                      <a:close/>
                    </a:path>
                  </a:pathLst>
                </a:custGeom>
                <a:solidFill>
                  <a:srgbClr val="A3D1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48" name="Freeform 69">
                  <a:extLst>
                    <a:ext uri="{FF2B5EF4-FFF2-40B4-BE49-F238E27FC236}">
                      <a16:creationId xmlns:a16="http://schemas.microsoft.com/office/drawing/2014/main" id="{ED63756C-EDCD-4387-AB60-71DBD17EA5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09088" y="1347788"/>
                  <a:ext cx="495301" cy="519114"/>
                </a:xfrm>
                <a:custGeom>
                  <a:avLst/>
                  <a:gdLst>
                    <a:gd name="T0" fmla="*/ 0 w 164"/>
                    <a:gd name="T1" fmla="*/ 0 h 172"/>
                    <a:gd name="T2" fmla="*/ 0 w 164"/>
                    <a:gd name="T3" fmla="*/ 131 h 172"/>
                    <a:gd name="T4" fmla="*/ 33 w 164"/>
                    <a:gd name="T5" fmla="*/ 131 h 172"/>
                    <a:gd name="T6" fmla="*/ 33 w 164"/>
                    <a:gd name="T7" fmla="*/ 172 h 172"/>
                    <a:gd name="T8" fmla="*/ 34 w 164"/>
                    <a:gd name="T9" fmla="*/ 171 h 172"/>
                    <a:gd name="T10" fmla="*/ 84 w 164"/>
                    <a:gd name="T11" fmla="*/ 131 h 172"/>
                    <a:gd name="T12" fmla="*/ 86 w 164"/>
                    <a:gd name="T13" fmla="*/ 131 h 172"/>
                    <a:gd name="T14" fmla="*/ 163 w 164"/>
                    <a:gd name="T15" fmla="*/ 131 h 172"/>
                    <a:gd name="T16" fmla="*/ 164 w 164"/>
                    <a:gd name="T17" fmla="*/ 131 h 172"/>
                    <a:gd name="T18" fmla="*/ 164 w 164"/>
                    <a:gd name="T19" fmla="*/ 0 h 172"/>
                    <a:gd name="T20" fmla="*/ 0 w 164"/>
                    <a:gd name="T21" fmla="*/ 0 h 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64" h="172">
                      <a:moveTo>
                        <a:pt x="0" y="0"/>
                      </a:moveTo>
                      <a:cubicBezTo>
                        <a:pt x="0" y="43"/>
                        <a:pt x="0" y="87"/>
                        <a:pt x="0" y="131"/>
                      </a:cubicBezTo>
                      <a:cubicBezTo>
                        <a:pt x="11" y="131"/>
                        <a:pt x="22" y="131"/>
                        <a:pt x="33" y="131"/>
                      </a:cubicBezTo>
                      <a:cubicBezTo>
                        <a:pt x="33" y="145"/>
                        <a:pt x="33" y="158"/>
                        <a:pt x="33" y="172"/>
                      </a:cubicBezTo>
                      <a:cubicBezTo>
                        <a:pt x="33" y="172"/>
                        <a:pt x="33" y="172"/>
                        <a:pt x="34" y="171"/>
                      </a:cubicBezTo>
                      <a:cubicBezTo>
                        <a:pt x="50" y="158"/>
                        <a:pt x="67" y="145"/>
                        <a:pt x="84" y="131"/>
                      </a:cubicBezTo>
                      <a:cubicBezTo>
                        <a:pt x="84" y="131"/>
                        <a:pt x="85" y="131"/>
                        <a:pt x="86" y="131"/>
                      </a:cubicBezTo>
                      <a:cubicBezTo>
                        <a:pt x="111" y="131"/>
                        <a:pt x="137" y="131"/>
                        <a:pt x="163" y="131"/>
                      </a:cubicBezTo>
                      <a:cubicBezTo>
                        <a:pt x="163" y="131"/>
                        <a:pt x="163" y="131"/>
                        <a:pt x="164" y="131"/>
                      </a:cubicBezTo>
                      <a:cubicBezTo>
                        <a:pt x="164" y="87"/>
                        <a:pt x="164" y="43"/>
                        <a:pt x="164" y="0"/>
                      </a:cubicBezTo>
                      <a:cubicBezTo>
                        <a:pt x="109" y="0"/>
                        <a:pt x="54" y="0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646" name="Rectangle 645">
                <a:extLst>
                  <a:ext uri="{FF2B5EF4-FFF2-40B4-BE49-F238E27FC236}">
                    <a16:creationId xmlns:a16="http://schemas.microsoft.com/office/drawing/2014/main" id="{A8A139FF-30AF-46DF-B8AD-337AFEC6BF8A}"/>
                  </a:ext>
                </a:extLst>
              </p:cNvPr>
              <p:cNvSpPr/>
              <p:nvPr/>
            </p:nvSpPr>
            <p:spPr>
              <a:xfrm>
                <a:off x="460195" y="3312229"/>
                <a:ext cx="606256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rPr>
                  <a:t>CHATS</a:t>
                </a:r>
              </a:p>
            </p:txBody>
          </p:sp>
        </p:grpSp>
        <p:grpSp>
          <p:nvGrpSpPr>
            <p:cNvPr id="600" name="Group 599">
              <a:extLst>
                <a:ext uri="{FF2B5EF4-FFF2-40B4-BE49-F238E27FC236}">
                  <a16:creationId xmlns:a16="http://schemas.microsoft.com/office/drawing/2014/main" id="{DCB07F16-157F-4707-AD53-97FCC565DA79}"/>
                </a:ext>
              </a:extLst>
            </p:cNvPr>
            <p:cNvGrpSpPr/>
            <p:nvPr/>
          </p:nvGrpSpPr>
          <p:grpSpPr>
            <a:xfrm>
              <a:off x="1611673" y="3304961"/>
              <a:ext cx="562975" cy="718569"/>
              <a:chOff x="1012484" y="3277220"/>
              <a:chExt cx="562975" cy="718569"/>
            </a:xfrm>
          </p:grpSpPr>
          <p:grpSp>
            <p:nvGrpSpPr>
              <p:cNvPr id="641" name="Group 640">
                <a:extLst>
                  <a:ext uri="{FF2B5EF4-FFF2-40B4-BE49-F238E27FC236}">
                    <a16:creationId xmlns:a16="http://schemas.microsoft.com/office/drawing/2014/main" id="{883A00D7-60E0-4535-A144-F745052A97B5}"/>
                  </a:ext>
                </a:extLst>
              </p:cNvPr>
              <p:cNvGrpSpPr/>
              <p:nvPr/>
            </p:nvGrpSpPr>
            <p:grpSpPr>
              <a:xfrm>
                <a:off x="1051076" y="3277220"/>
                <a:ext cx="479487" cy="427159"/>
                <a:chOff x="11233150" y="1793875"/>
                <a:chExt cx="625475" cy="557213"/>
              </a:xfrm>
              <a:solidFill>
                <a:srgbClr val="127BBF"/>
              </a:solidFill>
            </p:grpSpPr>
            <p:sp>
              <p:nvSpPr>
                <p:cNvPr id="643" name="Freeform 58">
                  <a:extLst>
                    <a:ext uri="{FF2B5EF4-FFF2-40B4-BE49-F238E27FC236}">
                      <a16:creationId xmlns:a16="http://schemas.microsoft.com/office/drawing/2014/main" id="{60B9DA1D-4D0F-4CCC-967D-E25577DCDA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366500" y="1863725"/>
                  <a:ext cx="355599" cy="487363"/>
                </a:xfrm>
                <a:custGeom>
                  <a:avLst/>
                  <a:gdLst>
                    <a:gd name="T0" fmla="*/ 63 w 118"/>
                    <a:gd name="T1" fmla="*/ 161 h 161"/>
                    <a:gd name="T2" fmla="*/ 57 w 118"/>
                    <a:gd name="T3" fmla="*/ 161 h 161"/>
                    <a:gd name="T4" fmla="*/ 50 w 118"/>
                    <a:gd name="T5" fmla="*/ 161 h 161"/>
                    <a:gd name="T6" fmla="*/ 6 w 118"/>
                    <a:gd name="T7" fmla="*/ 127 h 161"/>
                    <a:gd name="T8" fmla="*/ 6 w 118"/>
                    <a:gd name="T9" fmla="*/ 126 h 161"/>
                    <a:gd name="T10" fmla="*/ 6 w 118"/>
                    <a:gd name="T11" fmla="*/ 126 h 161"/>
                    <a:gd name="T12" fmla="*/ 29 w 118"/>
                    <a:gd name="T13" fmla="*/ 133 h 161"/>
                    <a:gd name="T14" fmla="*/ 30 w 118"/>
                    <a:gd name="T15" fmla="*/ 134 h 161"/>
                    <a:gd name="T16" fmla="*/ 38 w 118"/>
                    <a:gd name="T17" fmla="*/ 139 h 161"/>
                    <a:gd name="T18" fmla="*/ 59 w 118"/>
                    <a:gd name="T19" fmla="*/ 139 h 161"/>
                    <a:gd name="T20" fmla="*/ 67 w 118"/>
                    <a:gd name="T21" fmla="*/ 132 h 161"/>
                    <a:gd name="T22" fmla="*/ 67 w 118"/>
                    <a:gd name="T23" fmla="*/ 124 h 161"/>
                    <a:gd name="T24" fmla="*/ 59 w 118"/>
                    <a:gd name="T25" fmla="*/ 117 h 161"/>
                    <a:gd name="T26" fmla="*/ 37 w 118"/>
                    <a:gd name="T27" fmla="*/ 117 h 161"/>
                    <a:gd name="T28" fmla="*/ 31 w 118"/>
                    <a:gd name="T29" fmla="*/ 120 h 161"/>
                    <a:gd name="T30" fmla="*/ 29 w 118"/>
                    <a:gd name="T31" fmla="*/ 121 h 161"/>
                    <a:gd name="T32" fmla="*/ 19 w 118"/>
                    <a:gd name="T33" fmla="*/ 119 h 161"/>
                    <a:gd name="T34" fmla="*/ 2 w 118"/>
                    <a:gd name="T35" fmla="*/ 111 h 161"/>
                    <a:gd name="T36" fmla="*/ 1 w 118"/>
                    <a:gd name="T37" fmla="*/ 110 h 161"/>
                    <a:gd name="T38" fmla="*/ 1 w 118"/>
                    <a:gd name="T39" fmla="*/ 104 h 161"/>
                    <a:gd name="T40" fmla="*/ 1 w 118"/>
                    <a:gd name="T41" fmla="*/ 64 h 161"/>
                    <a:gd name="T42" fmla="*/ 4 w 118"/>
                    <a:gd name="T43" fmla="*/ 46 h 161"/>
                    <a:gd name="T44" fmla="*/ 75 w 118"/>
                    <a:gd name="T45" fmla="*/ 8 h 161"/>
                    <a:gd name="T46" fmla="*/ 118 w 118"/>
                    <a:gd name="T47" fmla="*/ 65 h 161"/>
                    <a:gd name="T48" fmla="*/ 118 w 118"/>
                    <a:gd name="T49" fmla="*/ 103 h 161"/>
                    <a:gd name="T50" fmla="*/ 118 w 118"/>
                    <a:gd name="T51" fmla="*/ 110 h 161"/>
                    <a:gd name="T52" fmla="*/ 100 w 118"/>
                    <a:gd name="T53" fmla="*/ 145 h 161"/>
                    <a:gd name="T54" fmla="*/ 68 w 118"/>
                    <a:gd name="T55" fmla="*/ 161 h 161"/>
                    <a:gd name="T56" fmla="*/ 63 w 118"/>
                    <a:gd name="T57" fmla="*/ 161 h 1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18" h="161">
                      <a:moveTo>
                        <a:pt x="63" y="161"/>
                      </a:moveTo>
                      <a:cubicBezTo>
                        <a:pt x="61" y="161"/>
                        <a:pt x="59" y="161"/>
                        <a:pt x="57" y="161"/>
                      </a:cubicBezTo>
                      <a:cubicBezTo>
                        <a:pt x="55" y="161"/>
                        <a:pt x="53" y="161"/>
                        <a:pt x="50" y="161"/>
                      </a:cubicBezTo>
                      <a:cubicBezTo>
                        <a:pt x="30" y="157"/>
                        <a:pt x="15" y="146"/>
                        <a:pt x="6" y="127"/>
                      </a:cubicBezTo>
                      <a:cubicBezTo>
                        <a:pt x="6" y="127"/>
                        <a:pt x="6" y="127"/>
                        <a:pt x="6" y="126"/>
                      </a:cubicBezTo>
                      <a:cubicBezTo>
                        <a:pt x="6" y="126"/>
                        <a:pt x="6" y="126"/>
                        <a:pt x="6" y="126"/>
                      </a:cubicBezTo>
                      <a:cubicBezTo>
                        <a:pt x="13" y="129"/>
                        <a:pt x="21" y="131"/>
                        <a:pt x="29" y="133"/>
                      </a:cubicBezTo>
                      <a:cubicBezTo>
                        <a:pt x="30" y="133"/>
                        <a:pt x="30" y="133"/>
                        <a:pt x="30" y="134"/>
                      </a:cubicBezTo>
                      <a:cubicBezTo>
                        <a:pt x="31" y="137"/>
                        <a:pt x="34" y="139"/>
                        <a:pt x="38" y="139"/>
                      </a:cubicBezTo>
                      <a:cubicBezTo>
                        <a:pt x="45" y="139"/>
                        <a:pt x="52" y="139"/>
                        <a:pt x="59" y="139"/>
                      </a:cubicBezTo>
                      <a:cubicBezTo>
                        <a:pt x="63" y="139"/>
                        <a:pt x="67" y="136"/>
                        <a:pt x="67" y="132"/>
                      </a:cubicBezTo>
                      <a:cubicBezTo>
                        <a:pt x="67" y="129"/>
                        <a:pt x="67" y="127"/>
                        <a:pt x="67" y="124"/>
                      </a:cubicBezTo>
                      <a:cubicBezTo>
                        <a:pt x="67" y="120"/>
                        <a:pt x="63" y="117"/>
                        <a:pt x="59" y="117"/>
                      </a:cubicBezTo>
                      <a:cubicBezTo>
                        <a:pt x="52" y="117"/>
                        <a:pt x="45" y="117"/>
                        <a:pt x="37" y="117"/>
                      </a:cubicBezTo>
                      <a:cubicBezTo>
                        <a:pt x="35" y="117"/>
                        <a:pt x="32" y="118"/>
                        <a:pt x="31" y="120"/>
                      </a:cubicBezTo>
                      <a:cubicBezTo>
                        <a:pt x="31" y="121"/>
                        <a:pt x="30" y="121"/>
                        <a:pt x="29" y="121"/>
                      </a:cubicBezTo>
                      <a:cubicBezTo>
                        <a:pt x="26" y="120"/>
                        <a:pt x="23" y="120"/>
                        <a:pt x="19" y="119"/>
                      </a:cubicBezTo>
                      <a:cubicBezTo>
                        <a:pt x="13" y="117"/>
                        <a:pt x="7" y="114"/>
                        <a:pt x="2" y="111"/>
                      </a:cubicBezTo>
                      <a:cubicBezTo>
                        <a:pt x="2" y="111"/>
                        <a:pt x="1" y="110"/>
                        <a:pt x="1" y="110"/>
                      </a:cubicBezTo>
                      <a:cubicBezTo>
                        <a:pt x="1" y="108"/>
                        <a:pt x="1" y="106"/>
                        <a:pt x="1" y="104"/>
                      </a:cubicBezTo>
                      <a:cubicBezTo>
                        <a:pt x="0" y="90"/>
                        <a:pt x="0" y="77"/>
                        <a:pt x="1" y="64"/>
                      </a:cubicBezTo>
                      <a:cubicBezTo>
                        <a:pt x="1" y="58"/>
                        <a:pt x="2" y="52"/>
                        <a:pt x="4" y="46"/>
                      </a:cubicBezTo>
                      <a:cubicBezTo>
                        <a:pt x="14" y="17"/>
                        <a:pt x="45" y="0"/>
                        <a:pt x="75" y="8"/>
                      </a:cubicBezTo>
                      <a:cubicBezTo>
                        <a:pt x="100" y="15"/>
                        <a:pt x="118" y="39"/>
                        <a:pt x="118" y="65"/>
                      </a:cubicBezTo>
                      <a:cubicBezTo>
                        <a:pt x="118" y="78"/>
                        <a:pt x="118" y="90"/>
                        <a:pt x="118" y="103"/>
                      </a:cubicBezTo>
                      <a:cubicBezTo>
                        <a:pt x="118" y="105"/>
                        <a:pt x="118" y="108"/>
                        <a:pt x="118" y="110"/>
                      </a:cubicBezTo>
                      <a:cubicBezTo>
                        <a:pt x="116" y="124"/>
                        <a:pt x="110" y="136"/>
                        <a:pt x="100" y="145"/>
                      </a:cubicBezTo>
                      <a:cubicBezTo>
                        <a:pt x="91" y="154"/>
                        <a:pt x="80" y="159"/>
                        <a:pt x="68" y="161"/>
                      </a:cubicBezTo>
                      <a:cubicBezTo>
                        <a:pt x="66" y="161"/>
                        <a:pt x="64" y="161"/>
                        <a:pt x="63" y="16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44" name="Freeform 59">
                  <a:extLst>
                    <a:ext uri="{FF2B5EF4-FFF2-40B4-BE49-F238E27FC236}">
                      <a16:creationId xmlns:a16="http://schemas.microsoft.com/office/drawing/2014/main" id="{021A014E-3CDA-42D7-81E9-E5A46A256C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233150" y="1793875"/>
                  <a:ext cx="625475" cy="400049"/>
                </a:xfrm>
                <a:custGeom>
                  <a:avLst/>
                  <a:gdLst>
                    <a:gd name="T0" fmla="*/ 207 w 207"/>
                    <a:gd name="T1" fmla="*/ 126 h 132"/>
                    <a:gd name="T2" fmla="*/ 207 w 207"/>
                    <a:gd name="T3" fmla="*/ 127 h 132"/>
                    <a:gd name="T4" fmla="*/ 199 w 207"/>
                    <a:gd name="T5" fmla="*/ 132 h 132"/>
                    <a:gd name="T6" fmla="*/ 179 w 207"/>
                    <a:gd name="T7" fmla="*/ 132 h 132"/>
                    <a:gd name="T8" fmla="*/ 177 w 207"/>
                    <a:gd name="T9" fmla="*/ 132 h 132"/>
                    <a:gd name="T10" fmla="*/ 177 w 207"/>
                    <a:gd name="T11" fmla="*/ 131 h 132"/>
                    <a:gd name="T12" fmla="*/ 177 w 207"/>
                    <a:gd name="T13" fmla="*/ 75 h 132"/>
                    <a:gd name="T14" fmla="*/ 175 w 207"/>
                    <a:gd name="T15" fmla="*/ 66 h 132"/>
                    <a:gd name="T16" fmla="*/ 118 w 207"/>
                    <a:gd name="T17" fmla="*/ 14 h 132"/>
                    <a:gd name="T18" fmla="*/ 36 w 207"/>
                    <a:gd name="T19" fmla="*/ 54 h 132"/>
                    <a:gd name="T20" fmla="*/ 30 w 207"/>
                    <a:gd name="T21" fmla="*/ 73 h 132"/>
                    <a:gd name="T22" fmla="*/ 30 w 207"/>
                    <a:gd name="T23" fmla="*/ 75 h 132"/>
                    <a:gd name="T24" fmla="*/ 30 w 207"/>
                    <a:gd name="T25" fmla="*/ 131 h 132"/>
                    <a:gd name="T26" fmla="*/ 28 w 207"/>
                    <a:gd name="T27" fmla="*/ 132 h 132"/>
                    <a:gd name="T28" fmla="*/ 8 w 207"/>
                    <a:gd name="T29" fmla="*/ 132 h 132"/>
                    <a:gd name="T30" fmla="*/ 0 w 207"/>
                    <a:gd name="T31" fmla="*/ 127 h 132"/>
                    <a:gd name="T32" fmla="*/ 0 w 207"/>
                    <a:gd name="T33" fmla="*/ 126 h 132"/>
                    <a:gd name="T34" fmla="*/ 0 w 207"/>
                    <a:gd name="T35" fmla="*/ 80 h 132"/>
                    <a:gd name="T36" fmla="*/ 0 w 207"/>
                    <a:gd name="T37" fmla="*/ 79 h 132"/>
                    <a:gd name="T38" fmla="*/ 8 w 207"/>
                    <a:gd name="T39" fmla="*/ 73 h 132"/>
                    <a:gd name="T40" fmla="*/ 15 w 207"/>
                    <a:gd name="T41" fmla="*/ 73 h 132"/>
                    <a:gd name="T42" fmla="*/ 16 w 207"/>
                    <a:gd name="T43" fmla="*/ 73 h 132"/>
                    <a:gd name="T44" fmla="*/ 16 w 207"/>
                    <a:gd name="T45" fmla="*/ 72 h 132"/>
                    <a:gd name="T46" fmla="*/ 41 w 207"/>
                    <a:gd name="T47" fmla="*/ 25 h 132"/>
                    <a:gd name="T48" fmla="*/ 96 w 207"/>
                    <a:gd name="T49" fmla="*/ 0 h 132"/>
                    <a:gd name="T50" fmla="*/ 99 w 207"/>
                    <a:gd name="T51" fmla="*/ 0 h 132"/>
                    <a:gd name="T52" fmla="*/ 108 w 207"/>
                    <a:gd name="T53" fmla="*/ 0 h 132"/>
                    <a:gd name="T54" fmla="*/ 109 w 207"/>
                    <a:gd name="T55" fmla="*/ 0 h 132"/>
                    <a:gd name="T56" fmla="*/ 120 w 207"/>
                    <a:gd name="T57" fmla="*/ 1 h 132"/>
                    <a:gd name="T58" fmla="*/ 177 w 207"/>
                    <a:gd name="T59" fmla="*/ 39 h 132"/>
                    <a:gd name="T60" fmla="*/ 190 w 207"/>
                    <a:gd name="T61" fmla="*/ 72 h 132"/>
                    <a:gd name="T62" fmla="*/ 192 w 207"/>
                    <a:gd name="T63" fmla="*/ 74 h 132"/>
                    <a:gd name="T64" fmla="*/ 198 w 207"/>
                    <a:gd name="T65" fmla="*/ 73 h 132"/>
                    <a:gd name="T66" fmla="*/ 207 w 207"/>
                    <a:gd name="T67" fmla="*/ 80 h 132"/>
                    <a:gd name="T68" fmla="*/ 207 w 207"/>
                    <a:gd name="T69" fmla="*/ 80 h 132"/>
                    <a:gd name="T70" fmla="*/ 207 w 207"/>
                    <a:gd name="T71" fmla="*/ 126 h 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207" h="132">
                      <a:moveTo>
                        <a:pt x="207" y="126"/>
                      </a:moveTo>
                      <a:cubicBezTo>
                        <a:pt x="207" y="126"/>
                        <a:pt x="207" y="126"/>
                        <a:pt x="207" y="127"/>
                      </a:cubicBezTo>
                      <a:cubicBezTo>
                        <a:pt x="206" y="131"/>
                        <a:pt x="203" y="132"/>
                        <a:pt x="199" y="132"/>
                      </a:cubicBezTo>
                      <a:cubicBezTo>
                        <a:pt x="192" y="132"/>
                        <a:pt x="186" y="132"/>
                        <a:pt x="179" y="132"/>
                      </a:cubicBezTo>
                      <a:cubicBezTo>
                        <a:pt x="178" y="132"/>
                        <a:pt x="178" y="132"/>
                        <a:pt x="177" y="132"/>
                      </a:cubicBezTo>
                      <a:cubicBezTo>
                        <a:pt x="177" y="132"/>
                        <a:pt x="177" y="132"/>
                        <a:pt x="177" y="131"/>
                      </a:cubicBezTo>
                      <a:cubicBezTo>
                        <a:pt x="177" y="112"/>
                        <a:pt x="177" y="94"/>
                        <a:pt x="177" y="75"/>
                      </a:cubicBezTo>
                      <a:cubicBezTo>
                        <a:pt x="177" y="72"/>
                        <a:pt x="176" y="69"/>
                        <a:pt x="175" y="66"/>
                      </a:cubicBezTo>
                      <a:cubicBezTo>
                        <a:pt x="167" y="39"/>
                        <a:pt x="145" y="19"/>
                        <a:pt x="118" y="14"/>
                      </a:cubicBezTo>
                      <a:cubicBezTo>
                        <a:pt x="85" y="8"/>
                        <a:pt x="51" y="24"/>
                        <a:pt x="36" y="54"/>
                      </a:cubicBezTo>
                      <a:cubicBezTo>
                        <a:pt x="33" y="60"/>
                        <a:pt x="31" y="66"/>
                        <a:pt x="30" y="73"/>
                      </a:cubicBezTo>
                      <a:cubicBezTo>
                        <a:pt x="30" y="73"/>
                        <a:pt x="30" y="74"/>
                        <a:pt x="30" y="75"/>
                      </a:cubicBezTo>
                      <a:cubicBezTo>
                        <a:pt x="30" y="93"/>
                        <a:pt x="30" y="112"/>
                        <a:pt x="30" y="131"/>
                      </a:cubicBezTo>
                      <a:cubicBezTo>
                        <a:pt x="30" y="132"/>
                        <a:pt x="30" y="132"/>
                        <a:pt x="28" y="132"/>
                      </a:cubicBezTo>
                      <a:cubicBezTo>
                        <a:pt x="21" y="132"/>
                        <a:pt x="15" y="132"/>
                        <a:pt x="8" y="132"/>
                      </a:cubicBezTo>
                      <a:cubicBezTo>
                        <a:pt x="4" y="132"/>
                        <a:pt x="2" y="131"/>
                        <a:pt x="0" y="127"/>
                      </a:cubicBezTo>
                      <a:cubicBezTo>
                        <a:pt x="0" y="127"/>
                        <a:pt x="0" y="127"/>
                        <a:pt x="0" y="126"/>
                      </a:cubicBezTo>
                      <a:cubicBezTo>
                        <a:pt x="0" y="111"/>
                        <a:pt x="0" y="95"/>
                        <a:pt x="0" y="80"/>
                      </a:cubicBezTo>
                      <a:cubicBezTo>
                        <a:pt x="0" y="79"/>
                        <a:pt x="0" y="79"/>
                        <a:pt x="0" y="79"/>
                      </a:cubicBezTo>
                      <a:cubicBezTo>
                        <a:pt x="1" y="76"/>
                        <a:pt x="4" y="74"/>
                        <a:pt x="8" y="73"/>
                      </a:cubicBezTo>
                      <a:cubicBezTo>
                        <a:pt x="10" y="73"/>
                        <a:pt x="12" y="73"/>
                        <a:pt x="15" y="73"/>
                      </a:cubicBezTo>
                      <a:cubicBezTo>
                        <a:pt x="15" y="73"/>
                        <a:pt x="16" y="73"/>
                        <a:pt x="16" y="73"/>
                      </a:cubicBezTo>
                      <a:cubicBezTo>
                        <a:pt x="16" y="73"/>
                        <a:pt x="16" y="73"/>
                        <a:pt x="16" y="72"/>
                      </a:cubicBezTo>
                      <a:cubicBezTo>
                        <a:pt x="20" y="54"/>
                        <a:pt x="28" y="38"/>
                        <a:pt x="41" y="25"/>
                      </a:cubicBezTo>
                      <a:cubicBezTo>
                        <a:pt x="56" y="10"/>
                        <a:pt x="74" y="2"/>
                        <a:pt x="96" y="0"/>
                      </a:cubicBezTo>
                      <a:cubicBezTo>
                        <a:pt x="97" y="0"/>
                        <a:pt x="98" y="0"/>
                        <a:pt x="99" y="0"/>
                      </a:cubicBezTo>
                      <a:cubicBezTo>
                        <a:pt x="102" y="0"/>
                        <a:pt x="105" y="0"/>
                        <a:pt x="108" y="0"/>
                      </a:cubicBezTo>
                      <a:cubicBezTo>
                        <a:pt x="108" y="0"/>
                        <a:pt x="108" y="0"/>
                        <a:pt x="109" y="0"/>
                      </a:cubicBezTo>
                      <a:cubicBezTo>
                        <a:pt x="112" y="0"/>
                        <a:pt x="116" y="0"/>
                        <a:pt x="120" y="1"/>
                      </a:cubicBezTo>
                      <a:cubicBezTo>
                        <a:pt x="144" y="6"/>
                        <a:pt x="163" y="19"/>
                        <a:pt x="177" y="39"/>
                      </a:cubicBezTo>
                      <a:cubicBezTo>
                        <a:pt x="184" y="49"/>
                        <a:pt x="188" y="60"/>
                        <a:pt x="190" y="72"/>
                      </a:cubicBezTo>
                      <a:cubicBezTo>
                        <a:pt x="191" y="73"/>
                        <a:pt x="191" y="74"/>
                        <a:pt x="192" y="74"/>
                      </a:cubicBezTo>
                      <a:cubicBezTo>
                        <a:pt x="194" y="73"/>
                        <a:pt x="196" y="73"/>
                        <a:pt x="198" y="73"/>
                      </a:cubicBezTo>
                      <a:cubicBezTo>
                        <a:pt x="203" y="73"/>
                        <a:pt x="205" y="75"/>
                        <a:pt x="207" y="80"/>
                      </a:cubicBezTo>
                      <a:cubicBezTo>
                        <a:pt x="207" y="80"/>
                        <a:pt x="207" y="80"/>
                        <a:pt x="207" y="80"/>
                      </a:cubicBezTo>
                      <a:cubicBezTo>
                        <a:pt x="207" y="95"/>
                        <a:pt x="207" y="111"/>
                        <a:pt x="207" y="126"/>
                      </a:cubicBezTo>
                      <a:close/>
                    </a:path>
                  </a:pathLst>
                </a:custGeom>
                <a:solidFill>
                  <a:srgbClr val="A3D1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642" name="Rectangle 641">
                <a:extLst>
                  <a:ext uri="{FF2B5EF4-FFF2-40B4-BE49-F238E27FC236}">
                    <a16:creationId xmlns:a16="http://schemas.microsoft.com/office/drawing/2014/main" id="{7B6ECD85-791E-4058-8180-21426ECD2EFD}"/>
                  </a:ext>
                </a:extLst>
              </p:cNvPr>
              <p:cNvSpPr/>
              <p:nvPr/>
            </p:nvSpPr>
            <p:spPr>
              <a:xfrm>
                <a:off x="1012484" y="3718790"/>
                <a:ext cx="56297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rPr>
                  <a:t>CALLS</a:t>
                </a:r>
                <a:endPara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601" name="Group 600">
              <a:extLst>
                <a:ext uri="{FF2B5EF4-FFF2-40B4-BE49-F238E27FC236}">
                  <a16:creationId xmlns:a16="http://schemas.microsoft.com/office/drawing/2014/main" id="{6B48CC1A-6B00-4AEC-A034-ABE9396B4573}"/>
                </a:ext>
              </a:extLst>
            </p:cNvPr>
            <p:cNvGrpSpPr/>
            <p:nvPr/>
          </p:nvGrpSpPr>
          <p:grpSpPr>
            <a:xfrm>
              <a:off x="381965" y="3763084"/>
              <a:ext cx="1302789" cy="697022"/>
              <a:chOff x="-54089" y="3851376"/>
              <a:chExt cx="1302789" cy="697022"/>
            </a:xfrm>
          </p:grpSpPr>
          <p:grpSp>
            <p:nvGrpSpPr>
              <p:cNvPr id="635" name="Group 634">
                <a:extLst>
                  <a:ext uri="{FF2B5EF4-FFF2-40B4-BE49-F238E27FC236}">
                    <a16:creationId xmlns:a16="http://schemas.microsoft.com/office/drawing/2014/main" id="{C5FFA13B-A8B2-4DE2-B591-A090B4523931}"/>
                  </a:ext>
                </a:extLst>
              </p:cNvPr>
              <p:cNvGrpSpPr/>
              <p:nvPr/>
            </p:nvGrpSpPr>
            <p:grpSpPr>
              <a:xfrm>
                <a:off x="510344" y="3851376"/>
                <a:ext cx="487370" cy="397539"/>
                <a:chOff x="11010900" y="2239963"/>
                <a:chExt cx="809625" cy="660400"/>
              </a:xfrm>
              <a:solidFill>
                <a:srgbClr val="127BBF"/>
              </a:solidFill>
            </p:grpSpPr>
            <p:sp>
              <p:nvSpPr>
                <p:cNvPr id="637" name="Freeform 172">
                  <a:extLst>
                    <a:ext uri="{FF2B5EF4-FFF2-40B4-BE49-F238E27FC236}">
                      <a16:creationId xmlns:a16="http://schemas.microsoft.com/office/drawing/2014/main" id="{B75DC403-3666-43AB-8A68-1E91A57171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010900" y="2681288"/>
                  <a:ext cx="573088" cy="219075"/>
                </a:xfrm>
                <a:custGeom>
                  <a:avLst/>
                  <a:gdLst>
                    <a:gd name="T0" fmla="*/ 1 w 382"/>
                    <a:gd name="T1" fmla="*/ 146 h 146"/>
                    <a:gd name="T2" fmla="*/ 1 w 382"/>
                    <a:gd name="T3" fmla="*/ 100 h 146"/>
                    <a:gd name="T4" fmla="*/ 29 w 382"/>
                    <a:gd name="T5" fmla="*/ 55 h 146"/>
                    <a:gd name="T6" fmla="*/ 237 w 382"/>
                    <a:gd name="T7" fmla="*/ 13 h 146"/>
                    <a:gd name="T8" fmla="*/ 315 w 382"/>
                    <a:gd name="T9" fmla="*/ 36 h 146"/>
                    <a:gd name="T10" fmla="*/ 374 w 382"/>
                    <a:gd name="T11" fmla="*/ 146 h 146"/>
                    <a:gd name="T12" fmla="*/ 1 w 382"/>
                    <a:gd name="T13" fmla="*/ 146 h 1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82" h="146">
                      <a:moveTo>
                        <a:pt x="1" y="146"/>
                      </a:moveTo>
                      <a:cubicBezTo>
                        <a:pt x="1" y="129"/>
                        <a:pt x="0" y="115"/>
                        <a:pt x="1" y="100"/>
                      </a:cubicBezTo>
                      <a:cubicBezTo>
                        <a:pt x="2" y="80"/>
                        <a:pt x="13" y="65"/>
                        <a:pt x="29" y="55"/>
                      </a:cubicBezTo>
                      <a:cubicBezTo>
                        <a:pt x="93" y="14"/>
                        <a:pt x="163" y="0"/>
                        <a:pt x="237" y="13"/>
                      </a:cubicBezTo>
                      <a:cubicBezTo>
                        <a:pt x="264" y="18"/>
                        <a:pt x="290" y="25"/>
                        <a:pt x="315" y="36"/>
                      </a:cubicBezTo>
                      <a:cubicBezTo>
                        <a:pt x="369" y="59"/>
                        <a:pt x="382" y="85"/>
                        <a:pt x="374" y="146"/>
                      </a:cubicBezTo>
                      <a:cubicBezTo>
                        <a:pt x="250" y="146"/>
                        <a:pt x="127" y="146"/>
                        <a:pt x="1" y="14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38" name="Freeform 173">
                  <a:extLst>
                    <a:ext uri="{FF2B5EF4-FFF2-40B4-BE49-F238E27FC236}">
                      <a16:creationId xmlns:a16="http://schemas.microsoft.com/office/drawing/2014/main" id="{EE179248-B973-4753-974C-F967102C4B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155363" y="2341563"/>
                  <a:ext cx="276225" cy="279400"/>
                </a:xfrm>
                <a:custGeom>
                  <a:avLst/>
                  <a:gdLst>
                    <a:gd name="T0" fmla="*/ 0 w 185"/>
                    <a:gd name="T1" fmla="*/ 93 h 186"/>
                    <a:gd name="T2" fmla="*/ 91 w 185"/>
                    <a:gd name="T3" fmla="*/ 0 h 186"/>
                    <a:gd name="T4" fmla="*/ 185 w 185"/>
                    <a:gd name="T5" fmla="*/ 93 h 186"/>
                    <a:gd name="T6" fmla="*/ 92 w 185"/>
                    <a:gd name="T7" fmla="*/ 186 h 186"/>
                    <a:gd name="T8" fmla="*/ 0 w 185"/>
                    <a:gd name="T9" fmla="*/ 93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86">
                      <a:moveTo>
                        <a:pt x="0" y="93"/>
                      </a:moveTo>
                      <a:cubicBezTo>
                        <a:pt x="0" y="41"/>
                        <a:pt x="39" y="1"/>
                        <a:pt x="91" y="0"/>
                      </a:cubicBezTo>
                      <a:cubicBezTo>
                        <a:pt x="144" y="0"/>
                        <a:pt x="185" y="40"/>
                        <a:pt x="185" y="93"/>
                      </a:cubicBezTo>
                      <a:cubicBezTo>
                        <a:pt x="185" y="145"/>
                        <a:pt x="144" y="186"/>
                        <a:pt x="92" y="186"/>
                      </a:cubicBezTo>
                      <a:cubicBezTo>
                        <a:pt x="41" y="186"/>
                        <a:pt x="0" y="145"/>
                        <a:pt x="0" y="9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39" name="Freeform 174">
                  <a:extLst>
                    <a:ext uri="{FF2B5EF4-FFF2-40B4-BE49-F238E27FC236}">
                      <a16:creationId xmlns:a16="http://schemas.microsoft.com/office/drawing/2014/main" id="{C7DB6DC1-96F8-47D7-92CF-429814A3ED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626850" y="2239963"/>
                  <a:ext cx="193675" cy="484188"/>
                </a:xfrm>
                <a:custGeom>
                  <a:avLst/>
                  <a:gdLst>
                    <a:gd name="T0" fmla="*/ 36 w 129"/>
                    <a:gd name="T1" fmla="*/ 323 h 323"/>
                    <a:gd name="T2" fmla="*/ 0 w 129"/>
                    <a:gd name="T3" fmla="*/ 288 h 323"/>
                    <a:gd name="T4" fmla="*/ 1 w 129"/>
                    <a:gd name="T5" fmla="*/ 35 h 323"/>
                    <a:gd name="T6" fmla="*/ 37 w 129"/>
                    <a:gd name="T7" fmla="*/ 0 h 323"/>
                    <a:gd name="T8" fmla="*/ 36 w 129"/>
                    <a:gd name="T9" fmla="*/ 323 h 3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9" h="323">
                      <a:moveTo>
                        <a:pt x="36" y="323"/>
                      </a:moveTo>
                      <a:cubicBezTo>
                        <a:pt x="24" y="311"/>
                        <a:pt x="13" y="300"/>
                        <a:pt x="0" y="288"/>
                      </a:cubicBezTo>
                      <a:cubicBezTo>
                        <a:pt x="62" y="204"/>
                        <a:pt x="65" y="119"/>
                        <a:pt x="1" y="35"/>
                      </a:cubicBezTo>
                      <a:cubicBezTo>
                        <a:pt x="13" y="23"/>
                        <a:pt x="25" y="12"/>
                        <a:pt x="37" y="0"/>
                      </a:cubicBezTo>
                      <a:cubicBezTo>
                        <a:pt x="126" y="82"/>
                        <a:pt x="129" y="236"/>
                        <a:pt x="36" y="323"/>
                      </a:cubicBezTo>
                      <a:close/>
                    </a:path>
                  </a:pathLst>
                </a:custGeom>
                <a:solidFill>
                  <a:srgbClr val="A3D1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40" name="Freeform 175">
                  <a:extLst>
                    <a:ext uri="{FF2B5EF4-FFF2-40B4-BE49-F238E27FC236}">
                      <a16:creationId xmlns:a16="http://schemas.microsoft.com/office/drawing/2014/main" id="{C50E6D25-6BF9-4931-A771-6F2E557710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509375" y="2357438"/>
                  <a:ext cx="127000" cy="246063"/>
                </a:xfrm>
                <a:custGeom>
                  <a:avLst/>
                  <a:gdLst>
                    <a:gd name="T0" fmla="*/ 0 w 84"/>
                    <a:gd name="T1" fmla="*/ 38 h 165"/>
                    <a:gd name="T2" fmla="*/ 37 w 84"/>
                    <a:gd name="T3" fmla="*/ 0 h 165"/>
                    <a:gd name="T4" fmla="*/ 36 w 84"/>
                    <a:gd name="T5" fmla="*/ 165 h 165"/>
                    <a:gd name="T6" fmla="*/ 2 w 84"/>
                    <a:gd name="T7" fmla="*/ 124 h 165"/>
                    <a:gd name="T8" fmla="*/ 0 w 84"/>
                    <a:gd name="T9" fmla="*/ 38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4" h="165">
                      <a:moveTo>
                        <a:pt x="0" y="38"/>
                      </a:moveTo>
                      <a:cubicBezTo>
                        <a:pt x="13" y="25"/>
                        <a:pt x="25" y="13"/>
                        <a:pt x="37" y="0"/>
                      </a:cubicBezTo>
                      <a:cubicBezTo>
                        <a:pt x="83" y="45"/>
                        <a:pt x="84" y="119"/>
                        <a:pt x="36" y="165"/>
                      </a:cubicBezTo>
                      <a:cubicBezTo>
                        <a:pt x="26" y="152"/>
                        <a:pt x="15" y="139"/>
                        <a:pt x="2" y="124"/>
                      </a:cubicBezTo>
                      <a:cubicBezTo>
                        <a:pt x="16" y="99"/>
                        <a:pt x="18" y="69"/>
                        <a:pt x="0" y="38"/>
                      </a:cubicBezTo>
                      <a:close/>
                    </a:path>
                  </a:pathLst>
                </a:custGeom>
                <a:solidFill>
                  <a:srgbClr val="A3D1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636" name="Rectangle 635">
                <a:extLst>
                  <a:ext uri="{FF2B5EF4-FFF2-40B4-BE49-F238E27FC236}">
                    <a16:creationId xmlns:a16="http://schemas.microsoft.com/office/drawing/2014/main" id="{0EEBD85A-75CF-4F4D-B140-1B907A8C9457}"/>
                  </a:ext>
                </a:extLst>
              </p:cNvPr>
              <p:cNvSpPr/>
              <p:nvPr/>
            </p:nvSpPr>
            <p:spPr>
              <a:xfrm>
                <a:off x="-54089" y="4271399"/>
                <a:ext cx="1302789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rPr>
                  <a:t>TRANSCRIPTIONS</a:t>
                </a:r>
              </a:p>
            </p:txBody>
          </p:sp>
        </p:grpSp>
        <p:sp>
          <p:nvSpPr>
            <p:cNvPr id="602" name="Rectangle 601">
              <a:extLst>
                <a:ext uri="{FF2B5EF4-FFF2-40B4-BE49-F238E27FC236}">
                  <a16:creationId xmlns:a16="http://schemas.microsoft.com/office/drawing/2014/main" id="{930C79D3-2D2F-487C-8E41-CFE2D24DDB43}"/>
                </a:ext>
              </a:extLst>
            </p:cNvPr>
            <p:cNvSpPr/>
            <p:nvPr/>
          </p:nvSpPr>
          <p:spPr>
            <a:xfrm>
              <a:off x="1274714" y="4780181"/>
              <a:ext cx="1326431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EXCEL/DATABASE</a:t>
              </a:r>
            </a:p>
          </p:txBody>
        </p:sp>
        <p:grpSp>
          <p:nvGrpSpPr>
            <p:cNvPr id="603" name="Group 602">
              <a:extLst>
                <a:ext uri="{FF2B5EF4-FFF2-40B4-BE49-F238E27FC236}">
                  <a16:creationId xmlns:a16="http://schemas.microsoft.com/office/drawing/2014/main" id="{285C81AD-1B62-46AA-8EA9-A653759AE43D}"/>
                </a:ext>
              </a:extLst>
            </p:cNvPr>
            <p:cNvGrpSpPr/>
            <p:nvPr/>
          </p:nvGrpSpPr>
          <p:grpSpPr>
            <a:xfrm>
              <a:off x="1864598" y="4606784"/>
              <a:ext cx="218145" cy="224461"/>
              <a:chOff x="1336121" y="4673561"/>
              <a:chExt cx="218145" cy="224461"/>
            </a:xfrm>
          </p:grpSpPr>
          <p:sp>
            <p:nvSpPr>
              <p:cNvPr id="627" name="Rectangle 626">
                <a:extLst>
                  <a:ext uri="{FF2B5EF4-FFF2-40B4-BE49-F238E27FC236}">
                    <a16:creationId xmlns:a16="http://schemas.microsoft.com/office/drawing/2014/main" id="{1DC28F9D-4A41-4E11-B63C-113350EB8702}"/>
                  </a:ext>
                </a:extLst>
              </p:cNvPr>
              <p:cNvSpPr/>
              <p:nvPr/>
            </p:nvSpPr>
            <p:spPr>
              <a:xfrm>
                <a:off x="1363164" y="4729841"/>
                <a:ext cx="147764" cy="126112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628" name="Group 627">
                <a:extLst>
                  <a:ext uri="{FF2B5EF4-FFF2-40B4-BE49-F238E27FC236}">
                    <a16:creationId xmlns:a16="http://schemas.microsoft.com/office/drawing/2014/main" id="{5EEF6C7F-46D1-4194-8587-739DDF382ACD}"/>
                  </a:ext>
                </a:extLst>
              </p:cNvPr>
              <p:cNvGrpSpPr/>
              <p:nvPr/>
            </p:nvGrpSpPr>
            <p:grpSpPr>
              <a:xfrm>
                <a:off x="1336121" y="4673561"/>
                <a:ext cx="218145" cy="224461"/>
                <a:chOff x="11087206" y="1631955"/>
                <a:chExt cx="1041416" cy="1071566"/>
              </a:xfrm>
              <a:solidFill>
                <a:srgbClr val="CA0A37">
                  <a:lumMod val="50000"/>
                </a:srgbClr>
              </a:solidFill>
            </p:grpSpPr>
            <p:sp>
              <p:nvSpPr>
                <p:cNvPr id="629" name="Freeform 93">
                  <a:extLst>
                    <a:ext uri="{FF2B5EF4-FFF2-40B4-BE49-F238E27FC236}">
                      <a16:creationId xmlns:a16="http://schemas.microsoft.com/office/drawing/2014/main" id="{E4C12473-B6D5-4E3E-8357-8697331B38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087206" y="1631955"/>
                  <a:ext cx="890595" cy="393701"/>
                </a:xfrm>
                <a:custGeom>
                  <a:avLst/>
                  <a:gdLst>
                    <a:gd name="T0" fmla="*/ 146 w 296"/>
                    <a:gd name="T1" fmla="*/ 131 h 131"/>
                    <a:gd name="T2" fmla="*/ 52 w 296"/>
                    <a:gd name="T3" fmla="*/ 114 h 131"/>
                    <a:gd name="T4" fmla="*/ 18 w 296"/>
                    <a:gd name="T5" fmla="*/ 94 h 131"/>
                    <a:gd name="T6" fmla="*/ 18 w 296"/>
                    <a:gd name="T7" fmla="*/ 41 h 131"/>
                    <a:gd name="T8" fmla="*/ 66 w 296"/>
                    <a:gd name="T9" fmla="*/ 16 h 131"/>
                    <a:gd name="T10" fmla="*/ 242 w 296"/>
                    <a:gd name="T11" fmla="*/ 21 h 131"/>
                    <a:gd name="T12" fmla="*/ 271 w 296"/>
                    <a:gd name="T13" fmla="*/ 37 h 131"/>
                    <a:gd name="T14" fmla="*/ 269 w 296"/>
                    <a:gd name="T15" fmla="*/ 100 h 131"/>
                    <a:gd name="T16" fmla="*/ 248 w 296"/>
                    <a:gd name="T17" fmla="*/ 108 h 131"/>
                    <a:gd name="T18" fmla="*/ 239 w 296"/>
                    <a:gd name="T19" fmla="*/ 111 h 131"/>
                    <a:gd name="T20" fmla="*/ 194 w 296"/>
                    <a:gd name="T21" fmla="*/ 127 h 131"/>
                    <a:gd name="T22" fmla="*/ 146 w 296"/>
                    <a:gd name="T23" fmla="*/ 131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96" h="131">
                      <a:moveTo>
                        <a:pt x="146" y="131"/>
                      </a:moveTo>
                      <a:cubicBezTo>
                        <a:pt x="114" y="130"/>
                        <a:pt x="82" y="127"/>
                        <a:pt x="52" y="114"/>
                      </a:cubicBezTo>
                      <a:cubicBezTo>
                        <a:pt x="40" y="109"/>
                        <a:pt x="28" y="102"/>
                        <a:pt x="18" y="94"/>
                      </a:cubicBezTo>
                      <a:cubicBezTo>
                        <a:pt x="0" y="79"/>
                        <a:pt x="1" y="57"/>
                        <a:pt x="18" y="41"/>
                      </a:cubicBezTo>
                      <a:cubicBezTo>
                        <a:pt x="31" y="28"/>
                        <a:pt x="48" y="21"/>
                        <a:pt x="66" y="16"/>
                      </a:cubicBezTo>
                      <a:cubicBezTo>
                        <a:pt x="125" y="0"/>
                        <a:pt x="184" y="0"/>
                        <a:pt x="242" y="21"/>
                      </a:cubicBezTo>
                      <a:cubicBezTo>
                        <a:pt x="253" y="24"/>
                        <a:pt x="262" y="30"/>
                        <a:pt x="271" y="37"/>
                      </a:cubicBezTo>
                      <a:cubicBezTo>
                        <a:pt x="296" y="55"/>
                        <a:pt x="295" y="82"/>
                        <a:pt x="269" y="100"/>
                      </a:cubicBezTo>
                      <a:cubicBezTo>
                        <a:pt x="263" y="104"/>
                        <a:pt x="257" y="109"/>
                        <a:pt x="248" y="108"/>
                      </a:cubicBezTo>
                      <a:cubicBezTo>
                        <a:pt x="245" y="107"/>
                        <a:pt x="241" y="109"/>
                        <a:pt x="239" y="111"/>
                      </a:cubicBezTo>
                      <a:cubicBezTo>
                        <a:pt x="226" y="123"/>
                        <a:pt x="210" y="125"/>
                        <a:pt x="194" y="127"/>
                      </a:cubicBezTo>
                      <a:cubicBezTo>
                        <a:pt x="178" y="129"/>
                        <a:pt x="162" y="130"/>
                        <a:pt x="146" y="131"/>
                      </a:cubicBezTo>
                      <a:close/>
                    </a:path>
                  </a:pathLst>
                </a:custGeom>
                <a:solidFill>
                  <a:srgbClr val="A3D1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30" name="Freeform 94">
                  <a:extLst>
                    <a:ext uri="{FF2B5EF4-FFF2-40B4-BE49-F238E27FC236}">
                      <a16:creationId xmlns:a16="http://schemas.microsoft.com/office/drawing/2014/main" id="{799B4B8D-DEE3-4716-9133-9E5990125A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553939" y="2035182"/>
                  <a:ext cx="574683" cy="668339"/>
                </a:xfrm>
                <a:custGeom>
                  <a:avLst/>
                  <a:gdLst>
                    <a:gd name="T0" fmla="*/ 17 w 191"/>
                    <a:gd name="T1" fmla="*/ 81 h 222"/>
                    <a:gd name="T2" fmla="*/ 39 w 191"/>
                    <a:gd name="T3" fmla="*/ 85 h 222"/>
                    <a:gd name="T4" fmla="*/ 41 w 191"/>
                    <a:gd name="T5" fmla="*/ 154 h 222"/>
                    <a:gd name="T6" fmla="*/ 83 w 191"/>
                    <a:gd name="T7" fmla="*/ 184 h 222"/>
                    <a:gd name="T8" fmla="*/ 163 w 191"/>
                    <a:gd name="T9" fmla="*/ 132 h 222"/>
                    <a:gd name="T10" fmla="*/ 98 w 191"/>
                    <a:gd name="T11" fmla="*/ 51 h 222"/>
                    <a:gd name="T12" fmla="*/ 98 w 191"/>
                    <a:gd name="T13" fmla="*/ 78 h 222"/>
                    <a:gd name="T14" fmla="*/ 46 w 191"/>
                    <a:gd name="T15" fmla="*/ 39 h 222"/>
                    <a:gd name="T16" fmla="*/ 97 w 191"/>
                    <a:gd name="T17" fmla="*/ 0 h 222"/>
                    <a:gd name="T18" fmla="*/ 97 w 191"/>
                    <a:gd name="T19" fmla="*/ 28 h 222"/>
                    <a:gd name="T20" fmla="*/ 178 w 191"/>
                    <a:gd name="T21" fmla="*/ 78 h 222"/>
                    <a:gd name="T22" fmla="*/ 182 w 191"/>
                    <a:gd name="T23" fmla="*/ 149 h 222"/>
                    <a:gd name="T24" fmla="*/ 57 w 191"/>
                    <a:gd name="T25" fmla="*/ 198 h 222"/>
                    <a:gd name="T26" fmla="*/ 17 w 191"/>
                    <a:gd name="T27" fmla="*/ 81 h 2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91" h="222">
                      <a:moveTo>
                        <a:pt x="17" y="81"/>
                      </a:moveTo>
                      <a:cubicBezTo>
                        <a:pt x="24" y="83"/>
                        <a:pt x="31" y="84"/>
                        <a:pt x="39" y="85"/>
                      </a:cubicBezTo>
                      <a:cubicBezTo>
                        <a:pt x="28" y="109"/>
                        <a:pt x="27" y="132"/>
                        <a:pt x="41" y="154"/>
                      </a:cubicBezTo>
                      <a:cubicBezTo>
                        <a:pt x="51" y="170"/>
                        <a:pt x="65" y="180"/>
                        <a:pt x="83" y="184"/>
                      </a:cubicBezTo>
                      <a:cubicBezTo>
                        <a:pt x="125" y="193"/>
                        <a:pt x="157" y="163"/>
                        <a:pt x="163" y="132"/>
                      </a:cubicBezTo>
                      <a:cubicBezTo>
                        <a:pt x="172" y="91"/>
                        <a:pt x="140" y="52"/>
                        <a:pt x="98" y="51"/>
                      </a:cubicBezTo>
                      <a:cubicBezTo>
                        <a:pt x="98" y="60"/>
                        <a:pt x="98" y="68"/>
                        <a:pt x="98" y="78"/>
                      </a:cubicBezTo>
                      <a:cubicBezTo>
                        <a:pt x="80" y="65"/>
                        <a:pt x="63" y="52"/>
                        <a:pt x="46" y="39"/>
                      </a:cubicBezTo>
                      <a:cubicBezTo>
                        <a:pt x="63" y="26"/>
                        <a:pt x="79" y="14"/>
                        <a:pt x="97" y="0"/>
                      </a:cubicBezTo>
                      <a:cubicBezTo>
                        <a:pt x="97" y="10"/>
                        <a:pt x="97" y="19"/>
                        <a:pt x="97" y="28"/>
                      </a:cubicBezTo>
                      <a:cubicBezTo>
                        <a:pt x="133" y="30"/>
                        <a:pt x="161" y="46"/>
                        <a:pt x="178" y="78"/>
                      </a:cubicBezTo>
                      <a:cubicBezTo>
                        <a:pt x="189" y="101"/>
                        <a:pt x="191" y="125"/>
                        <a:pt x="182" y="149"/>
                      </a:cubicBezTo>
                      <a:cubicBezTo>
                        <a:pt x="162" y="200"/>
                        <a:pt x="106" y="222"/>
                        <a:pt x="57" y="198"/>
                      </a:cubicBezTo>
                      <a:cubicBezTo>
                        <a:pt x="5" y="172"/>
                        <a:pt x="0" y="111"/>
                        <a:pt x="17" y="81"/>
                      </a:cubicBezTo>
                      <a:close/>
                    </a:path>
                  </a:pathLst>
                </a:custGeom>
                <a:solidFill>
                  <a:srgbClr val="A3D1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31" name="Freeform 95">
                  <a:extLst>
                    <a:ext uri="{FF2B5EF4-FFF2-40B4-BE49-F238E27FC236}">
                      <a16:creationId xmlns:a16="http://schemas.microsoft.com/office/drawing/2014/main" id="{25ADD86E-E341-4B48-8337-3988D6FB17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103085" y="1917706"/>
                  <a:ext cx="558805" cy="306390"/>
                </a:xfrm>
                <a:custGeom>
                  <a:avLst/>
                  <a:gdLst>
                    <a:gd name="T0" fmla="*/ 0 w 186"/>
                    <a:gd name="T1" fmla="*/ 0 h 102"/>
                    <a:gd name="T2" fmla="*/ 68 w 186"/>
                    <a:gd name="T3" fmla="*/ 44 h 102"/>
                    <a:gd name="T4" fmla="*/ 177 w 186"/>
                    <a:gd name="T5" fmla="*/ 51 h 102"/>
                    <a:gd name="T6" fmla="*/ 186 w 186"/>
                    <a:gd name="T7" fmla="*/ 51 h 102"/>
                    <a:gd name="T8" fmla="*/ 171 w 186"/>
                    <a:gd name="T9" fmla="*/ 90 h 102"/>
                    <a:gd name="T10" fmla="*/ 147 w 186"/>
                    <a:gd name="T11" fmla="*/ 101 h 102"/>
                    <a:gd name="T12" fmla="*/ 143 w 186"/>
                    <a:gd name="T13" fmla="*/ 102 h 102"/>
                    <a:gd name="T14" fmla="*/ 32 w 186"/>
                    <a:gd name="T15" fmla="*/ 78 h 102"/>
                    <a:gd name="T16" fmla="*/ 13 w 186"/>
                    <a:gd name="T17" fmla="*/ 65 h 102"/>
                    <a:gd name="T18" fmla="*/ 0 w 186"/>
                    <a:gd name="T19" fmla="*/ 35 h 102"/>
                    <a:gd name="T20" fmla="*/ 0 w 186"/>
                    <a:gd name="T21" fmla="*/ 0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86" h="102">
                      <a:moveTo>
                        <a:pt x="0" y="0"/>
                      </a:moveTo>
                      <a:cubicBezTo>
                        <a:pt x="16" y="27"/>
                        <a:pt x="41" y="37"/>
                        <a:pt x="68" y="44"/>
                      </a:cubicBezTo>
                      <a:cubicBezTo>
                        <a:pt x="104" y="54"/>
                        <a:pt x="140" y="56"/>
                        <a:pt x="177" y="51"/>
                      </a:cubicBezTo>
                      <a:cubicBezTo>
                        <a:pt x="179" y="51"/>
                        <a:pt x="181" y="51"/>
                        <a:pt x="186" y="51"/>
                      </a:cubicBezTo>
                      <a:cubicBezTo>
                        <a:pt x="170" y="62"/>
                        <a:pt x="164" y="75"/>
                        <a:pt x="171" y="90"/>
                      </a:cubicBezTo>
                      <a:cubicBezTo>
                        <a:pt x="163" y="94"/>
                        <a:pt x="155" y="97"/>
                        <a:pt x="147" y="101"/>
                      </a:cubicBezTo>
                      <a:cubicBezTo>
                        <a:pt x="146" y="101"/>
                        <a:pt x="144" y="102"/>
                        <a:pt x="143" y="102"/>
                      </a:cubicBezTo>
                      <a:cubicBezTo>
                        <a:pt x="105" y="101"/>
                        <a:pt x="67" y="97"/>
                        <a:pt x="32" y="78"/>
                      </a:cubicBezTo>
                      <a:cubicBezTo>
                        <a:pt x="25" y="75"/>
                        <a:pt x="19" y="70"/>
                        <a:pt x="13" y="65"/>
                      </a:cubicBezTo>
                      <a:cubicBezTo>
                        <a:pt x="4" y="57"/>
                        <a:pt x="0" y="47"/>
                        <a:pt x="0" y="35"/>
                      </a:cubicBezTo>
                      <a:cubicBezTo>
                        <a:pt x="0" y="24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rgbClr val="A3D1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32" name="Freeform 96">
                  <a:extLst>
                    <a:ext uri="{FF2B5EF4-FFF2-40B4-BE49-F238E27FC236}">
                      <a16:creationId xmlns:a16="http://schemas.microsoft.com/office/drawing/2014/main" id="{585E9814-4B11-4DB4-8D81-C63EB66022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096738" y="2314580"/>
                  <a:ext cx="474667" cy="306390"/>
                </a:xfrm>
                <a:custGeom>
                  <a:avLst/>
                  <a:gdLst>
                    <a:gd name="T0" fmla="*/ 158 w 158"/>
                    <a:gd name="T1" fmla="*/ 101 h 102"/>
                    <a:gd name="T2" fmla="*/ 87 w 158"/>
                    <a:gd name="T3" fmla="*/ 96 h 102"/>
                    <a:gd name="T4" fmla="*/ 28 w 158"/>
                    <a:gd name="T5" fmla="*/ 75 h 102"/>
                    <a:gd name="T6" fmla="*/ 2 w 158"/>
                    <a:gd name="T7" fmla="*/ 28 h 102"/>
                    <a:gd name="T8" fmla="*/ 2 w 158"/>
                    <a:gd name="T9" fmla="*/ 0 h 102"/>
                    <a:gd name="T10" fmla="*/ 69 w 158"/>
                    <a:gd name="T11" fmla="*/ 43 h 102"/>
                    <a:gd name="T12" fmla="*/ 131 w 158"/>
                    <a:gd name="T13" fmla="*/ 53 h 102"/>
                    <a:gd name="T14" fmla="*/ 138 w 158"/>
                    <a:gd name="T15" fmla="*/ 57 h 102"/>
                    <a:gd name="T16" fmla="*/ 158 w 158"/>
                    <a:gd name="T17" fmla="*/ 101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8" h="102">
                      <a:moveTo>
                        <a:pt x="158" y="101"/>
                      </a:moveTo>
                      <a:cubicBezTo>
                        <a:pt x="135" y="102"/>
                        <a:pt x="111" y="101"/>
                        <a:pt x="87" y="96"/>
                      </a:cubicBezTo>
                      <a:cubicBezTo>
                        <a:pt x="66" y="92"/>
                        <a:pt x="46" y="86"/>
                        <a:pt x="28" y="75"/>
                      </a:cubicBezTo>
                      <a:cubicBezTo>
                        <a:pt x="10" y="64"/>
                        <a:pt x="0" y="50"/>
                        <a:pt x="2" y="28"/>
                      </a:cubicBezTo>
                      <a:cubicBezTo>
                        <a:pt x="3" y="19"/>
                        <a:pt x="2" y="11"/>
                        <a:pt x="2" y="0"/>
                      </a:cubicBezTo>
                      <a:cubicBezTo>
                        <a:pt x="18" y="27"/>
                        <a:pt x="42" y="37"/>
                        <a:pt x="69" y="43"/>
                      </a:cubicBezTo>
                      <a:cubicBezTo>
                        <a:pt x="89" y="48"/>
                        <a:pt x="110" y="50"/>
                        <a:pt x="131" y="53"/>
                      </a:cubicBezTo>
                      <a:cubicBezTo>
                        <a:pt x="133" y="54"/>
                        <a:pt x="137" y="55"/>
                        <a:pt x="138" y="57"/>
                      </a:cubicBezTo>
                      <a:cubicBezTo>
                        <a:pt x="145" y="72"/>
                        <a:pt x="151" y="86"/>
                        <a:pt x="158" y="101"/>
                      </a:cubicBezTo>
                      <a:close/>
                    </a:path>
                  </a:pathLst>
                </a:custGeom>
                <a:solidFill>
                  <a:srgbClr val="A3D1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33" name="Freeform 97">
                  <a:extLst>
                    <a:ext uri="{FF2B5EF4-FFF2-40B4-BE49-F238E27FC236}">
                      <a16:creationId xmlns:a16="http://schemas.microsoft.com/office/drawing/2014/main" id="{553783F1-F551-47C6-8EA7-49FB82D12F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096738" y="2119319"/>
                  <a:ext cx="414342" cy="301624"/>
                </a:xfrm>
                <a:custGeom>
                  <a:avLst/>
                  <a:gdLst>
                    <a:gd name="T0" fmla="*/ 138 w 138"/>
                    <a:gd name="T1" fmla="*/ 53 h 100"/>
                    <a:gd name="T2" fmla="*/ 132 w 138"/>
                    <a:gd name="T3" fmla="*/ 100 h 100"/>
                    <a:gd name="T4" fmla="*/ 97 w 138"/>
                    <a:gd name="T5" fmla="*/ 97 h 100"/>
                    <a:gd name="T6" fmla="*/ 27 w 138"/>
                    <a:gd name="T7" fmla="*/ 73 h 100"/>
                    <a:gd name="T8" fmla="*/ 2 w 138"/>
                    <a:gd name="T9" fmla="*/ 28 h 100"/>
                    <a:gd name="T10" fmla="*/ 2 w 138"/>
                    <a:gd name="T11" fmla="*/ 0 h 100"/>
                    <a:gd name="T12" fmla="*/ 103 w 138"/>
                    <a:gd name="T13" fmla="*/ 50 h 100"/>
                    <a:gd name="T14" fmla="*/ 138 w 138"/>
                    <a:gd name="T15" fmla="*/ 53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38" h="100">
                      <a:moveTo>
                        <a:pt x="138" y="53"/>
                      </a:moveTo>
                      <a:cubicBezTo>
                        <a:pt x="136" y="69"/>
                        <a:pt x="134" y="84"/>
                        <a:pt x="132" y="100"/>
                      </a:cubicBezTo>
                      <a:cubicBezTo>
                        <a:pt x="121" y="99"/>
                        <a:pt x="109" y="99"/>
                        <a:pt x="97" y="97"/>
                      </a:cubicBezTo>
                      <a:cubicBezTo>
                        <a:pt x="72" y="93"/>
                        <a:pt x="48" y="86"/>
                        <a:pt x="27" y="73"/>
                      </a:cubicBezTo>
                      <a:cubicBezTo>
                        <a:pt x="10" y="63"/>
                        <a:pt x="0" y="49"/>
                        <a:pt x="2" y="28"/>
                      </a:cubicBezTo>
                      <a:cubicBezTo>
                        <a:pt x="3" y="19"/>
                        <a:pt x="2" y="10"/>
                        <a:pt x="2" y="0"/>
                      </a:cubicBezTo>
                      <a:cubicBezTo>
                        <a:pt x="27" y="36"/>
                        <a:pt x="65" y="44"/>
                        <a:pt x="103" y="50"/>
                      </a:cubicBezTo>
                      <a:cubicBezTo>
                        <a:pt x="115" y="52"/>
                        <a:pt x="127" y="52"/>
                        <a:pt x="138" y="53"/>
                      </a:cubicBezTo>
                      <a:close/>
                    </a:path>
                  </a:pathLst>
                </a:custGeom>
                <a:solidFill>
                  <a:srgbClr val="A3D1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634" name="Freeform 98">
                  <a:extLst>
                    <a:ext uri="{FF2B5EF4-FFF2-40B4-BE49-F238E27FC236}">
                      <a16:creationId xmlns:a16="http://schemas.microsoft.com/office/drawing/2014/main" id="{10EBB822-6C3D-45F0-A0B9-E637F58D9F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911015" y="1924053"/>
                  <a:ext cx="42865" cy="134936"/>
                </a:xfrm>
                <a:custGeom>
                  <a:avLst/>
                  <a:gdLst>
                    <a:gd name="T0" fmla="*/ 14 w 14"/>
                    <a:gd name="T1" fmla="*/ 45 h 45"/>
                    <a:gd name="T2" fmla="*/ 7 w 14"/>
                    <a:gd name="T3" fmla="*/ 42 h 45"/>
                    <a:gd name="T4" fmla="*/ 0 w 14"/>
                    <a:gd name="T5" fmla="*/ 18 h 45"/>
                    <a:gd name="T6" fmla="*/ 14 w 14"/>
                    <a:gd name="T7" fmla="*/ 0 h 45"/>
                    <a:gd name="T8" fmla="*/ 14 w 14"/>
                    <a:gd name="T9" fmla="*/ 4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" h="45">
                      <a:moveTo>
                        <a:pt x="14" y="45"/>
                      </a:moveTo>
                      <a:cubicBezTo>
                        <a:pt x="10" y="43"/>
                        <a:pt x="8" y="43"/>
                        <a:pt x="7" y="42"/>
                      </a:cubicBezTo>
                      <a:cubicBezTo>
                        <a:pt x="5" y="34"/>
                        <a:pt x="3" y="26"/>
                        <a:pt x="0" y="18"/>
                      </a:cubicBezTo>
                      <a:cubicBezTo>
                        <a:pt x="4" y="13"/>
                        <a:pt x="10" y="6"/>
                        <a:pt x="14" y="0"/>
                      </a:cubicBezTo>
                      <a:cubicBezTo>
                        <a:pt x="14" y="14"/>
                        <a:pt x="14" y="29"/>
                        <a:pt x="14" y="45"/>
                      </a:cubicBezTo>
                      <a:close/>
                    </a:path>
                  </a:pathLst>
                </a:custGeom>
                <a:solidFill>
                  <a:srgbClr val="A3D1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EC4DB65A-E8C5-4EA1-952F-B501700DDBFD}"/>
                </a:ext>
              </a:extLst>
            </p:cNvPr>
            <p:cNvGrpSpPr/>
            <p:nvPr/>
          </p:nvGrpSpPr>
          <p:grpSpPr>
            <a:xfrm>
              <a:off x="773403" y="4941728"/>
              <a:ext cx="598525" cy="682745"/>
              <a:chOff x="925982" y="5229360"/>
              <a:chExt cx="404990" cy="461977"/>
            </a:xfrm>
          </p:grpSpPr>
          <p:sp>
            <p:nvSpPr>
              <p:cNvPr id="606" name="Freeform 150">
                <a:extLst>
                  <a:ext uri="{FF2B5EF4-FFF2-40B4-BE49-F238E27FC236}">
                    <a16:creationId xmlns:a16="http://schemas.microsoft.com/office/drawing/2014/main" id="{56724A7D-6C66-4CBC-AB7B-53767AFEED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3386" y="5229360"/>
                <a:ext cx="244369" cy="245292"/>
              </a:xfrm>
              <a:custGeom>
                <a:avLst/>
                <a:gdLst>
                  <a:gd name="T0" fmla="*/ 0 w 751"/>
                  <a:gd name="T1" fmla="*/ 376 h 752"/>
                  <a:gd name="T2" fmla="*/ 0 w 751"/>
                  <a:gd name="T3" fmla="*/ 142 h 752"/>
                  <a:gd name="T4" fmla="*/ 30 w 751"/>
                  <a:gd name="T5" fmla="*/ 54 h 752"/>
                  <a:gd name="T6" fmla="*/ 115 w 751"/>
                  <a:gd name="T7" fmla="*/ 3 h 752"/>
                  <a:gd name="T8" fmla="*/ 140 w 751"/>
                  <a:gd name="T9" fmla="*/ 1 h 752"/>
                  <a:gd name="T10" fmla="*/ 612 w 751"/>
                  <a:gd name="T11" fmla="*/ 1 h 752"/>
                  <a:gd name="T12" fmla="*/ 699 w 751"/>
                  <a:gd name="T13" fmla="*/ 32 h 752"/>
                  <a:gd name="T14" fmla="*/ 748 w 751"/>
                  <a:gd name="T15" fmla="*/ 112 h 752"/>
                  <a:gd name="T16" fmla="*/ 751 w 751"/>
                  <a:gd name="T17" fmla="*/ 140 h 752"/>
                  <a:gd name="T18" fmla="*/ 751 w 751"/>
                  <a:gd name="T19" fmla="*/ 613 h 752"/>
                  <a:gd name="T20" fmla="*/ 716 w 751"/>
                  <a:gd name="T21" fmla="*/ 704 h 752"/>
                  <a:gd name="T22" fmla="*/ 642 w 751"/>
                  <a:gd name="T23" fmla="*/ 748 h 752"/>
                  <a:gd name="T24" fmla="*/ 611 w 751"/>
                  <a:gd name="T25" fmla="*/ 752 h 752"/>
                  <a:gd name="T26" fmla="*/ 140 w 751"/>
                  <a:gd name="T27" fmla="*/ 752 h 752"/>
                  <a:gd name="T28" fmla="*/ 49 w 751"/>
                  <a:gd name="T29" fmla="*/ 717 h 752"/>
                  <a:gd name="T30" fmla="*/ 2 w 751"/>
                  <a:gd name="T31" fmla="*/ 635 h 752"/>
                  <a:gd name="T32" fmla="*/ 0 w 751"/>
                  <a:gd name="T33" fmla="*/ 611 h 752"/>
                  <a:gd name="T34" fmla="*/ 0 w 751"/>
                  <a:gd name="T35" fmla="*/ 376 h 752"/>
                  <a:gd name="T36" fmla="*/ 404 w 751"/>
                  <a:gd name="T37" fmla="*/ 405 h 752"/>
                  <a:gd name="T38" fmla="*/ 404 w 751"/>
                  <a:gd name="T39" fmla="*/ 665 h 752"/>
                  <a:gd name="T40" fmla="*/ 521 w 751"/>
                  <a:gd name="T41" fmla="*/ 665 h 752"/>
                  <a:gd name="T42" fmla="*/ 521 w 751"/>
                  <a:gd name="T43" fmla="*/ 405 h 752"/>
                  <a:gd name="T44" fmla="*/ 591 w 751"/>
                  <a:gd name="T45" fmla="*/ 405 h 752"/>
                  <a:gd name="T46" fmla="*/ 601 w 751"/>
                  <a:gd name="T47" fmla="*/ 318 h 752"/>
                  <a:gd name="T48" fmla="*/ 521 w 751"/>
                  <a:gd name="T49" fmla="*/ 318 h 752"/>
                  <a:gd name="T50" fmla="*/ 521 w 751"/>
                  <a:gd name="T51" fmla="*/ 315 h 752"/>
                  <a:gd name="T52" fmla="*/ 521 w 751"/>
                  <a:gd name="T53" fmla="*/ 265 h 752"/>
                  <a:gd name="T54" fmla="*/ 522 w 751"/>
                  <a:gd name="T55" fmla="*/ 252 h 752"/>
                  <a:gd name="T56" fmla="*/ 534 w 751"/>
                  <a:gd name="T57" fmla="*/ 236 h 752"/>
                  <a:gd name="T58" fmla="*/ 554 w 751"/>
                  <a:gd name="T59" fmla="*/ 232 h 752"/>
                  <a:gd name="T60" fmla="*/ 605 w 751"/>
                  <a:gd name="T61" fmla="*/ 232 h 752"/>
                  <a:gd name="T62" fmla="*/ 607 w 751"/>
                  <a:gd name="T63" fmla="*/ 232 h 752"/>
                  <a:gd name="T64" fmla="*/ 607 w 751"/>
                  <a:gd name="T65" fmla="*/ 145 h 752"/>
                  <a:gd name="T66" fmla="*/ 605 w 751"/>
                  <a:gd name="T67" fmla="*/ 145 h 752"/>
                  <a:gd name="T68" fmla="*/ 554 w 751"/>
                  <a:gd name="T69" fmla="*/ 145 h 752"/>
                  <a:gd name="T70" fmla="*/ 501 w 751"/>
                  <a:gd name="T71" fmla="*/ 146 h 752"/>
                  <a:gd name="T72" fmla="*/ 462 w 751"/>
                  <a:gd name="T73" fmla="*/ 154 h 752"/>
                  <a:gd name="T74" fmla="*/ 416 w 751"/>
                  <a:gd name="T75" fmla="*/ 196 h 752"/>
                  <a:gd name="T76" fmla="*/ 404 w 751"/>
                  <a:gd name="T77" fmla="*/ 252 h 752"/>
                  <a:gd name="T78" fmla="*/ 404 w 751"/>
                  <a:gd name="T79" fmla="*/ 315 h 752"/>
                  <a:gd name="T80" fmla="*/ 404 w 751"/>
                  <a:gd name="T81" fmla="*/ 318 h 752"/>
                  <a:gd name="T82" fmla="*/ 358 w 751"/>
                  <a:gd name="T83" fmla="*/ 318 h 752"/>
                  <a:gd name="T84" fmla="*/ 358 w 751"/>
                  <a:gd name="T85" fmla="*/ 405 h 752"/>
                  <a:gd name="T86" fmla="*/ 404 w 751"/>
                  <a:gd name="T87" fmla="*/ 405 h 7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51" h="752">
                    <a:moveTo>
                      <a:pt x="0" y="376"/>
                    </a:moveTo>
                    <a:cubicBezTo>
                      <a:pt x="0" y="298"/>
                      <a:pt x="0" y="220"/>
                      <a:pt x="0" y="142"/>
                    </a:cubicBezTo>
                    <a:cubicBezTo>
                      <a:pt x="0" y="109"/>
                      <a:pt x="10" y="80"/>
                      <a:pt x="30" y="54"/>
                    </a:cubicBezTo>
                    <a:cubicBezTo>
                      <a:pt x="52" y="27"/>
                      <a:pt x="80" y="9"/>
                      <a:pt x="115" y="3"/>
                    </a:cubicBezTo>
                    <a:cubicBezTo>
                      <a:pt x="123" y="2"/>
                      <a:pt x="131" y="1"/>
                      <a:pt x="140" y="1"/>
                    </a:cubicBezTo>
                    <a:cubicBezTo>
                      <a:pt x="297" y="1"/>
                      <a:pt x="455" y="0"/>
                      <a:pt x="612" y="1"/>
                    </a:cubicBezTo>
                    <a:cubicBezTo>
                      <a:pt x="645" y="1"/>
                      <a:pt x="674" y="12"/>
                      <a:pt x="699" y="32"/>
                    </a:cubicBezTo>
                    <a:cubicBezTo>
                      <a:pt x="725" y="53"/>
                      <a:pt x="741" y="80"/>
                      <a:pt x="748" y="112"/>
                    </a:cubicBezTo>
                    <a:cubicBezTo>
                      <a:pt x="750" y="121"/>
                      <a:pt x="751" y="131"/>
                      <a:pt x="751" y="140"/>
                    </a:cubicBezTo>
                    <a:cubicBezTo>
                      <a:pt x="751" y="298"/>
                      <a:pt x="751" y="456"/>
                      <a:pt x="751" y="613"/>
                    </a:cubicBezTo>
                    <a:cubicBezTo>
                      <a:pt x="751" y="648"/>
                      <a:pt x="739" y="678"/>
                      <a:pt x="716" y="704"/>
                    </a:cubicBezTo>
                    <a:cubicBezTo>
                      <a:pt x="696" y="727"/>
                      <a:pt x="671" y="741"/>
                      <a:pt x="642" y="748"/>
                    </a:cubicBezTo>
                    <a:cubicBezTo>
                      <a:pt x="632" y="751"/>
                      <a:pt x="621" y="752"/>
                      <a:pt x="611" y="752"/>
                    </a:cubicBezTo>
                    <a:cubicBezTo>
                      <a:pt x="454" y="752"/>
                      <a:pt x="297" y="752"/>
                      <a:pt x="140" y="752"/>
                    </a:cubicBezTo>
                    <a:cubicBezTo>
                      <a:pt x="105" y="752"/>
                      <a:pt x="75" y="740"/>
                      <a:pt x="49" y="717"/>
                    </a:cubicBezTo>
                    <a:cubicBezTo>
                      <a:pt x="23" y="696"/>
                      <a:pt x="8" y="668"/>
                      <a:pt x="2" y="635"/>
                    </a:cubicBezTo>
                    <a:cubicBezTo>
                      <a:pt x="1" y="627"/>
                      <a:pt x="0" y="619"/>
                      <a:pt x="0" y="611"/>
                    </a:cubicBezTo>
                    <a:cubicBezTo>
                      <a:pt x="0" y="533"/>
                      <a:pt x="0" y="454"/>
                      <a:pt x="0" y="376"/>
                    </a:cubicBezTo>
                    <a:close/>
                    <a:moveTo>
                      <a:pt x="404" y="405"/>
                    </a:moveTo>
                    <a:cubicBezTo>
                      <a:pt x="404" y="492"/>
                      <a:pt x="404" y="579"/>
                      <a:pt x="404" y="665"/>
                    </a:cubicBezTo>
                    <a:cubicBezTo>
                      <a:pt x="443" y="665"/>
                      <a:pt x="482" y="665"/>
                      <a:pt x="521" y="665"/>
                    </a:cubicBezTo>
                    <a:cubicBezTo>
                      <a:pt x="521" y="578"/>
                      <a:pt x="521" y="492"/>
                      <a:pt x="521" y="405"/>
                    </a:cubicBezTo>
                    <a:cubicBezTo>
                      <a:pt x="545" y="405"/>
                      <a:pt x="568" y="405"/>
                      <a:pt x="591" y="405"/>
                    </a:cubicBezTo>
                    <a:cubicBezTo>
                      <a:pt x="594" y="376"/>
                      <a:pt x="598" y="347"/>
                      <a:pt x="601" y="318"/>
                    </a:cubicBezTo>
                    <a:cubicBezTo>
                      <a:pt x="574" y="318"/>
                      <a:pt x="548" y="318"/>
                      <a:pt x="521" y="318"/>
                    </a:cubicBezTo>
                    <a:cubicBezTo>
                      <a:pt x="521" y="317"/>
                      <a:pt x="521" y="316"/>
                      <a:pt x="521" y="315"/>
                    </a:cubicBezTo>
                    <a:cubicBezTo>
                      <a:pt x="521" y="299"/>
                      <a:pt x="521" y="282"/>
                      <a:pt x="521" y="265"/>
                    </a:cubicBezTo>
                    <a:cubicBezTo>
                      <a:pt x="521" y="261"/>
                      <a:pt x="521" y="256"/>
                      <a:pt x="522" y="252"/>
                    </a:cubicBezTo>
                    <a:cubicBezTo>
                      <a:pt x="523" y="244"/>
                      <a:pt x="527" y="239"/>
                      <a:pt x="534" y="236"/>
                    </a:cubicBezTo>
                    <a:cubicBezTo>
                      <a:pt x="541" y="233"/>
                      <a:pt x="547" y="232"/>
                      <a:pt x="554" y="232"/>
                    </a:cubicBezTo>
                    <a:cubicBezTo>
                      <a:pt x="571" y="232"/>
                      <a:pt x="588" y="232"/>
                      <a:pt x="605" y="232"/>
                    </a:cubicBezTo>
                    <a:cubicBezTo>
                      <a:pt x="606" y="232"/>
                      <a:pt x="606" y="232"/>
                      <a:pt x="607" y="232"/>
                    </a:cubicBezTo>
                    <a:cubicBezTo>
                      <a:pt x="607" y="203"/>
                      <a:pt x="607" y="174"/>
                      <a:pt x="607" y="145"/>
                    </a:cubicBezTo>
                    <a:cubicBezTo>
                      <a:pt x="606" y="145"/>
                      <a:pt x="606" y="145"/>
                      <a:pt x="605" y="145"/>
                    </a:cubicBezTo>
                    <a:cubicBezTo>
                      <a:pt x="588" y="145"/>
                      <a:pt x="571" y="145"/>
                      <a:pt x="554" y="145"/>
                    </a:cubicBezTo>
                    <a:cubicBezTo>
                      <a:pt x="536" y="145"/>
                      <a:pt x="518" y="145"/>
                      <a:pt x="501" y="146"/>
                    </a:cubicBezTo>
                    <a:cubicBezTo>
                      <a:pt x="487" y="147"/>
                      <a:pt x="474" y="150"/>
                      <a:pt x="462" y="154"/>
                    </a:cubicBezTo>
                    <a:cubicBezTo>
                      <a:pt x="441" y="162"/>
                      <a:pt x="426" y="176"/>
                      <a:pt x="416" y="196"/>
                    </a:cubicBezTo>
                    <a:cubicBezTo>
                      <a:pt x="407" y="213"/>
                      <a:pt x="404" y="232"/>
                      <a:pt x="404" y="252"/>
                    </a:cubicBezTo>
                    <a:cubicBezTo>
                      <a:pt x="403" y="273"/>
                      <a:pt x="404" y="294"/>
                      <a:pt x="404" y="315"/>
                    </a:cubicBezTo>
                    <a:cubicBezTo>
                      <a:pt x="404" y="316"/>
                      <a:pt x="404" y="317"/>
                      <a:pt x="404" y="318"/>
                    </a:cubicBezTo>
                    <a:cubicBezTo>
                      <a:pt x="388" y="318"/>
                      <a:pt x="373" y="318"/>
                      <a:pt x="358" y="318"/>
                    </a:cubicBezTo>
                    <a:cubicBezTo>
                      <a:pt x="358" y="347"/>
                      <a:pt x="358" y="376"/>
                      <a:pt x="358" y="405"/>
                    </a:cubicBezTo>
                    <a:cubicBezTo>
                      <a:pt x="373" y="405"/>
                      <a:pt x="388" y="405"/>
                      <a:pt x="404" y="405"/>
                    </a:cubicBezTo>
                    <a:close/>
                  </a:path>
                </a:pathLst>
              </a:custGeom>
              <a:solidFill>
                <a:srgbClr val="127BB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607" name="Group 606">
                <a:extLst>
                  <a:ext uri="{FF2B5EF4-FFF2-40B4-BE49-F238E27FC236}">
                    <a16:creationId xmlns:a16="http://schemas.microsoft.com/office/drawing/2014/main" id="{861944F1-A219-45C7-B459-FA24609F4790}"/>
                  </a:ext>
                </a:extLst>
              </p:cNvPr>
              <p:cNvGrpSpPr/>
              <p:nvPr/>
            </p:nvGrpSpPr>
            <p:grpSpPr>
              <a:xfrm>
                <a:off x="925982" y="5405424"/>
                <a:ext cx="248556" cy="203852"/>
                <a:chOff x="680593" y="5416428"/>
                <a:chExt cx="248556" cy="203852"/>
              </a:xfrm>
            </p:grpSpPr>
            <p:sp>
              <p:nvSpPr>
                <p:cNvPr id="621" name="Rectangle 620">
                  <a:extLst>
                    <a:ext uri="{FF2B5EF4-FFF2-40B4-BE49-F238E27FC236}">
                      <a16:creationId xmlns:a16="http://schemas.microsoft.com/office/drawing/2014/main" id="{2675DF11-6A90-46C6-85F2-424E4D29809D}"/>
                    </a:ext>
                  </a:extLst>
                </p:cNvPr>
                <p:cNvSpPr/>
                <p:nvPr/>
              </p:nvSpPr>
              <p:spPr>
                <a:xfrm>
                  <a:off x="692610" y="5428764"/>
                  <a:ext cx="223548" cy="132431"/>
                </a:xfrm>
                <a:prstGeom prst="rect">
                  <a:avLst/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622" name="Group 621">
                  <a:extLst>
                    <a:ext uri="{FF2B5EF4-FFF2-40B4-BE49-F238E27FC236}">
                      <a16:creationId xmlns:a16="http://schemas.microsoft.com/office/drawing/2014/main" id="{8F0C9C9A-49A4-4289-8024-CA73ECA5C6A5}"/>
                    </a:ext>
                  </a:extLst>
                </p:cNvPr>
                <p:cNvGrpSpPr/>
                <p:nvPr/>
              </p:nvGrpSpPr>
              <p:grpSpPr>
                <a:xfrm>
                  <a:off x="680593" y="5416428"/>
                  <a:ext cx="248556" cy="203852"/>
                  <a:chOff x="10237781" y="1431925"/>
                  <a:chExt cx="882649" cy="723899"/>
                </a:xfrm>
                <a:solidFill>
                  <a:srgbClr val="127BBF"/>
                </a:solidFill>
              </p:grpSpPr>
              <p:sp>
                <p:nvSpPr>
                  <p:cNvPr id="623" name="Freeform 73">
                    <a:extLst>
                      <a:ext uri="{FF2B5EF4-FFF2-40B4-BE49-F238E27FC236}">
                        <a16:creationId xmlns:a16="http://schemas.microsoft.com/office/drawing/2014/main" id="{0DC9BB92-3D64-46B3-A56F-686A1DECD80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0237781" y="1431925"/>
                    <a:ext cx="882649" cy="630239"/>
                  </a:xfrm>
                  <a:custGeom>
                    <a:avLst/>
                    <a:gdLst>
                      <a:gd name="T0" fmla="*/ 146 w 293"/>
                      <a:gd name="T1" fmla="*/ 0 h 209"/>
                      <a:gd name="T2" fmla="*/ 269 w 293"/>
                      <a:gd name="T3" fmla="*/ 0 h 209"/>
                      <a:gd name="T4" fmla="*/ 293 w 293"/>
                      <a:gd name="T5" fmla="*/ 24 h 209"/>
                      <a:gd name="T6" fmla="*/ 293 w 293"/>
                      <a:gd name="T7" fmla="*/ 133 h 209"/>
                      <a:gd name="T8" fmla="*/ 293 w 293"/>
                      <a:gd name="T9" fmla="*/ 186 h 209"/>
                      <a:gd name="T10" fmla="*/ 279 w 293"/>
                      <a:gd name="T11" fmla="*/ 208 h 209"/>
                      <a:gd name="T12" fmla="*/ 271 w 293"/>
                      <a:gd name="T13" fmla="*/ 209 h 209"/>
                      <a:gd name="T14" fmla="*/ 21 w 293"/>
                      <a:gd name="T15" fmla="*/ 209 h 209"/>
                      <a:gd name="T16" fmla="*/ 0 w 293"/>
                      <a:gd name="T17" fmla="*/ 189 h 209"/>
                      <a:gd name="T18" fmla="*/ 0 w 293"/>
                      <a:gd name="T19" fmla="*/ 185 h 209"/>
                      <a:gd name="T20" fmla="*/ 0 w 293"/>
                      <a:gd name="T21" fmla="*/ 24 h 209"/>
                      <a:gd name="T22" fmla="*/ 7 w 293"/>
                      <a:gd name="T23" fmla="*/ 6 h 209"/>
                      <a:gd name="T24" fmla="*/ 20 w 293"/>
                      <a:gd name="T25" fmla="*/ 0 h 209"/>
                      <a:gd name="T26" fmla="*/ 127 w 293"/>
                      <a:gd name="T27" fmla="*/ 0 h 209"/>
                      <a:gd name="T28" fmla="*/ 146 w 293"/>
                      <a:gd name="T29" fmla="*/ 0 h 209"/>
                      <a:gd name="T30" fmla="*/ 277 w 293"/>
                      <a:gd name="T31" fmla="*/ 177 h 209"/>
                      <a:gd name="T32" fmla="*/ 277 w 293"/>
                      <a:gd name="T33" fmla="*/ 174 h 209"/>
                      <a:gd name="T34" fmla="*/ 277 w 293"/>
                      <a:gd name="T35" fmla="*/ 23 h 209"/>
                      <a:gd name="T36" fmla="*/ 270 w 293"/>
                      <a:gd name="T37" fmla="*/ 15 h 209"/>
                      <a:gd name="T38" fmla="*/ 23 w 293"/>
                      <a:gd name="T39" fmla="*/ 15 h 209"/>
                      <a:gd name="T40" fmla="*/ 15 w 293"/>
                      <a:gd name="T41" fmla="*/ 23 h 209"/>
                      <a:gd name="T42" fmla="*/ 15 w 293"/>
                      <a:gd name="T43" fmla="*/ 174 h 209"/>
                      <a:gd name="T44" fmla="*/ 15 w 293"/>
                      <a:gd name="T45" fmla="*/ 177 h 209"/>
                      <a:gd name="T46" fmla="*/ 277 w 293"/>
                      <a:gd name="T47" fmla="*/ 177 h 2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</a:cxnLst>
                    <a:rect l="0" t="0" r="r" b="b"/>
                    <a:pathLst>
                      <a:path w="293" h="209">
                        <a:moveTo>
                          <a:pt x="146" y="0"/>
                        </a:moveTo>
                        <a:cubicBezTo>
                          <a:pt x="187" y="0"/>
                          <a:pt x="228" y="0"/>
                          <a:pt x="269" y="0"/>
                        </a:cubicBezTo>
                        <a:cubicBezTo>
                          <a:pt x="282" y="0"/>
                          <a:pt x="293" y="9"/>
                          <a:pt x="293" y="24"/>
                        </a:cubicBezTo>
                        <a:cubicBezTo>
                          <a:pt x="293" y="60"/>
                          <a:pt x="293" y="97"/>
                          <a:pt x="293" y="133"/>
                        </a:cubicBezTo>
                        <a:cubicBezTo>
                          <a:pt x="293" y="151"/>
                          <a:pt x="293" y="168"/>
                          <a:pt x="293" y="186"/>
                        </a:cubicBezTo>
                        <a:cubicBezTo>
                          <a:pt x="293" y="197"/>
                          <a:pt x="288" y="205"/>
                          <a:pt x="279" y="208"/>
                        </a:cubicBezTo>
                        <a:cubicBezTo>
                          <a:pt x="276" y="209"/>
                          <a:pt x="273" y="209"/>
                          <a:pt x="271" y="209"/>
                        </a:cubicBezTo>
                        <a:cubicBezTo>
                          <a:pt x="188" y="209"/>
                          <a:pt x="105" y="209"/>
                          <a:pt x="21" y="209"/>
                        </a:cubicBezTo>
                        <a:cubicBezTo>
                          <a:pt x="9" y="209"/>
                          <a:pt x="0" y="199"/>
                          <a:pt x="0" y="189"/>
                        </a:cubicBezTo>
                        <a:cubicBezTo>
                          <a:pt x="0" y="187"/>
                          <a:pt x="0" y="186"/>
                          <a:pt x="0" y="185"/>
                        </a:cubicBezTo>
                        <a:cubicBezTo>
                          <a:pt x="0" y="131"/>
                          <a:pt x="0" y="78"/>
                          <a:pt x="0" y="24"/>
                        </a:cubicBezTo>
                        <a:cubicBezTo>
                          <a:pt x="0" y="17"/>
                          <a:pt x="1" y="11"/>
                          <a:pt x="7" y="6"/>
                        </a:cubicBezTo>
                        <a:cubicBezTo>
                          <a:pt x="11" y="2"/>
                          <a:pt x="15" y="0"/>
                          <a:pt x="20" y="0"/>
                        </a:cubicBezTo>
                        <a:cubicBezTo>
                          <a:pt x="56" y="0"/>
                          <a:pt x="91" y="0"/>
                          <a:pt x="127" y="0"/>
                        </a:cubicBezTo>
                        <a:cubicBezTo>
                          <a:pt x="133" y="0"/>
                          <a:pt x="140" y="0"/>
                          <a:pt x="146" y="0"/>
                        </a:cubicBezTo>
                        <a:close/>
                        <a:moveTo>
                          <a:pt x="277" y="177"/>
                        </a:moveTo>
                        <a:cubicBezTo>
                          <a:pt x="277" y="176"/>
                          <a:pt x="277" y="175"/>
                          <a:pt x="277" y="174"/>
                        </a:cubicBezTo>
                        <a:cubicBezTo>
                          <a:pt x="277" y="123"/>
                          <a:pt x="277" y="73"/>
                          <a:pt x="277" y="23"/>
                        </a:cubicBezTo>
                        <a:cubicBezTo>
                          <a:pt x="277" y="18"/>
                          <a:pt x="275" y="15"/>
                          <a:pt x="270" y="15"/>
                        </a:cubicBezTo>
                        <a:cubicBezTo>
                          <a:pt x="187" y="15"/>
                          <a:pt x="105" y="15"/>
                          <a:pt x="23" y="15"/>
                        </a:cubicBezTo>
                        <a:cubicBezTo>
                          <a:pt x="17" y="15"/>
                          <a:pt x="15" y="18"/>
                          <a:pt x="15" y="23"/>
                        </a:cubicBezTo>
                        <a:cubicBezTo>
                          <a:pt x="15" y="73"/>
                          <a:pt x="15" y="124"/>
                          <a:pt x="15" y="174"/>
                        </a:cubicBezTo>
                        <a:cubicBezTo>
                          <a:pt x="15" y="175"/>
                          <a:pt x="15" y="176"/>
                          <a:pt x="15" y="177"/>
                        </a:cubicBezTo>
                        <a:cubicBezTo>
                          <a:pt x="103" y="177"/>
                          <a:pt x="190" y="177"/>
                          <a:pt x="277" y="177"/>
                        </a:cubicBezTo>
                        <a:close/>
                      </a:path>
                    </a:pathLst>
                  </a:custGeom>
                  <a:solidFill>
                    <a:srgbClr val="0C6198">
                      <a:lumMod val="50000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24" name="Freeform 74">
                    <a:extLst>
                      <a:ext uri="{FF2B5EF4-FFF2-40B4-BE49-F238E27FC236}">
                        <a16:creationId xmlns:a16="http://schemas.microsoft.com/office/drawing/2014/main" id="{4584FEA3-0F19-406D-85E0-A3B46813FCD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574330" y="2074862"/>
                    <a:ext cx="203202" cy="60326"/>
                  </a:xfrm>
                  <a:custGeom>
                    <a:avLst/>
                    <a:gdLst>
                      <a:gd name="T0" fmla="*/ 33 w 67"/>
                      <a:gd name="T1" fmla="*/ 20 h 20"/>
                      <a:gd name="T2" fmla="*/ 4 w 67"/>
                      <a:gd name="T3" fmla="*/ 20 h 20"/>
                      <a:gd name="T4" fmla="*/ 0 w 67"/>
                      <a:gd name="T5" fmla="*/ 16 h 20"/>
                      <a:gd name="T6" fmla="*/ 0 w 67"/>
                      <a:gd name="T7" fmla="*/ 4 h 20"/>
                      <a:gd name="T8" fmla="*/ 5 w 67"/>
                      <a:gd name="T9" fmla="*/ 0 h 20"/>
                      <a:gd name="T10" fmla="*/ 19 w 67"/>
                      <a:gd name="T11" fmla="*/ 0 h 20"/>
                      <a:gd name="T12" fmla="*/ 62 w 67"/>
                      <a:gd name="T13" fmla="*/ 0 h 20"/>
                      <a:gd name="T14" fmla="*/ 67 w 67"/>
                      <a:gd name="T15" fmla="*/ 5 h 20"/>
                      <a:gd name="T16" fmla="*/ 67 w 67"/>
                      <a:gd name="T17" fmla="*/ 15 h 20"/>
                      <a:gd name="T18" fmla="*/ 62 w 67"/>
                      <a:gd name="T19" fmla="*/ 20 h 20"/>
                      <a:gd name="T20" fmla="*/ 33 w 67"/>
                      <a:gd name="T21" fmla="*/ 20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67" h="20">
                        <a:moveTo>
                          <a:pt x="33" y="20"/>
                        </a:moveTo>
                        <a:cubicBezTo>
                          <a:pt x="24" y="20"/>
                          <a:pt x="14" y="20"/>
                          <a:pt x="4" y="20"/>
                        </a:cubicBezTo>
                        <a:cubicBezTo>
                          <a:pt x="1" y="20"/>
                          <a:pt x="0" y="20"/>
                          <a:pt x="0" y="16"/>
                        </a:cubicBezTo>
                        <a:cubicBezTo>
                          <a:pt x="0" y="12"/>
                          <a:pt x="0" y="8"/>
                          <a:pt x="0" y="4"/>
                        </a:cubicBezTo>
                        <a:cubicBezTo>
                          <a:pt x="0" y="1"/>
                          <a:pt x="1" y="0"/>
                          <a:pt x="5" y="0"/>
                        </a:cubicBezTo>
                        <a:cubicBezTo>
                          <a:pt x="10" y="0"/>
                          <a:pt x="14" y="0"/>
                          <a:pt x="19" y="0"/>
                        </a:cubicBezTo>
                        <a:cubicBezTo>
                          <a:pt x="33" y="0"/>
                          <a:pt x="48" y="0"/>
                          <a:pt x="62" y="0"/>
                        </a:cubicBezTo>
                        <a:cubicBezTo>
                          <a:pt x="66" y="0"/>
                          <a:pt x="67" y="0"/>
                          <a:pt x="67" y="5"/>
                        </a:cubicBezTo>
                        <a:cubicBezTo>
                          <a:pt x="67" y="8"/>
                          <a:pt x="67" y="12"/>
                          <a:pt x="67" y="15"/>
                        </a:cubicBezTo>
                        <a:cubicBezTo>
                          <a:pt x="67" y="20"/>
                          <a:pt x="66" y="20"/>
                          <a:pt x="62" y="20"/>
                        </a:cubicBezTo>
                        <a:cubicBezTo>
                          <a:pt x="52" y="20"/>
                          <a:pt x="43" y="20"/>
                          <a:pt x="33" y="20"/>
                        </a:cubicBezTo>
                        <a:close/>
                      </a:path>
                    </a:pathLst>
                  </a:custGeom>
                  <a:solidFill>
                    <a:srgbClr val="0C6198">
                      <a:lumMod val="50000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25" name="Freeform 75">
                    <a:extLst>
                      <a:ext uri="{FF2B5EF4-FFF2-40B4-BE49-F238E27FC236}">
                        <a16:creationId xmlns:a16="http://schemas.microsoft.com/office/drawing/2014/main" id="{3E1FAF4B-4EF7-4C07-A117-165A3726F4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520357" y="2143125"/>
                    <a:ext cx="328612" cy="12699"/>
                  </a:xfrm>
                  <a:custGeom>
                    <a:avLst/>
                    <a:gdLst>
                      <a:gd name="T0" fmla="*/ 1 w 109"/>
                      <a:gd name="T1" fmla="*/ 0 h 4"/>
                      <a:gd name="T2" fmla="*/ 108 w 109"/>
                      <a:gd name="T3" fmla="*/ 0 h 4"/>
                      <a:gd name="T4" fmla="*/ 105 w 109"/>
                      <a:gd name="T5" fmla="*/ 4 h 4"/>
                      <a:gd name="T6" fmla="*/ 4 w 109"/>
                      <a:gd name="T7" fmla="*/ 4 h 4"/>
                      <a:gd name="T8" fmla="*/ 1 w 109"/>
                      <a:gd name="T9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9" h="4">
                        <a:moveTo>
                          <a:pt x="1" y="0"/>
                        </a:moveTo>
                        <a:cubicBezTo>
                          <a:pt x="37" y="0"/>
                          <a:pt x="72" y="0"/>
                          <a:pt x="108" y="0"/>
                        </a:cubicBezTo>
                        <a:cubicBezTo>
                          <a:pt x="109" y="4"/>
                          <a:pt x="109" y="4"/>
                          <a:pt x="105" y="4"/>
                        </a:cubicBezTo>
                        <a:cubicBezTo>
                          <a:pt x="71" y="4"/>
                          <a:pt x="37" y="4"/>
                          <a:pt x="4" y="4"/>
                        </a:cubicBezTo>
                        <a:cubicBezTo>
                          <a:pt x="1" y="4"/>
                          <a:pt x="0" y="3"/>
                          <a:pt x="1" y="0"/>
                        </a:cubicBezTo>
                        <a:close/>
                      </a:path>
                    </a:pathLst>
                  </a:custGeom>
                  <a:solidFill>
                    <a:srgbClr val="0C6198">
                      <a:lumMod val="50000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26" name="Freeform 76">
                    <a:extLst>
                      <a:ext uri="{FF2B5EF4-FFF2-40B4-BE49-F238E27FC236}">
                        <a16:creationId xmlns:a16="http://schemas.microsoft.com/office/drawing/2014/main" id="{09EEC80A-6376-459E-8691-EC2BA84A7CB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0379076" y="1531938"/>
                    <a:ext cx="593724" cy="388938"/>
                  </a:xfrm>
                  <a:custGeom>
                    <a:avLst/>
                    <a:gdLst>
                      <a:gd name="T0" fmla="*/ 0 w 197"/>
                      <a:gd name="T1" fmla="*/ 0 h 129"/>
                      <a:gd name="T2" fmla="*/ 197 w 197"/>
                      <a:gd name="T3" fmla="*/ 129 h 129"/>
                      <a:gd name="T4" fmla="*/ 136 w 197"/>
                      <a:gd name="T5" fmla="*/ 19 h 129"/>
                      <a:gd name="T6" fmla="*/ 177 w 197"/>
                      <a:gd name="T7" fmla="*/ 67 h 129"/>
                      <a:gd name="T8" fmla="*/ 136 w 197"/>
                      <a:gd name="T9" fmla="*/ 19 h 129"/>
                      <a:gd name="T10" fmla="*/ 113 w 197"/>
                      <a:gd name="T11" fmla="*/ 107 h 129"/>
                      <a:gd name="T12" fmla="*/ 122 w 197"/>
                      <a:gd name="T13" fmla="*/ 102 h 129"/>
                      <a:gd name="T14" fmla="*/ 114 w 197"/>
                      <a:gd name="T15" fmla="*/ 96 h 129"/>
                      <a:gd name="T16" fmla="*/ 6 w 197"/>
                      <a:gd name="T17" fmla="*/ 102 h 129"/>
                      <a:gd name="T18" fmla="*/ 64 w 197"/>
                      <a:gd name="T19" fmla="*/ 108 h 129"/>
                      <a:gd name="T20" fmla="*/ 116 w 197"/>
                      <a:gd name="T21" fmla="*/ 76 h 129"/>
                      <a:gd name="T22" fmla="*/ 121 w 197"/>
                      <a:gd name="T23" fmla="*/ 68 h 129"/>
                      <a:gd name="T24" fmla="*/ 13 w 197"/>
                      <a:gd name="T25" fmla="*/ 65 h 129"/>
                      <a:gd name="T26" fmla="*/ 13 w 197"/>
                      <a:gd name="T27" fmla="*/ 76 h 129"/>
                      <a:gd name="T28" fmla="*/ 64 w 197"/>
                      <a:gd name="T29" fmla="*/ 33 h 129"/>
                      <a:gd name="T30" fmla="*/ 6 w 197"/>
                      <a:gd name="T31" fmla="*/ 39 h 129"/>
                      <a:gd name="T32" fmla="*/ 116 w 197"/>
                      <a:gd name="T33" fmla="*/ 44 h 129"/>
                      <a:gd name="T34" fmla="*/ 116 w 197"/>
                      <a:gd name="T35" fmla="*/ 33 h 129"/>
                      <a:gd name="T36" fmla="*/ 64 w 197"/>
                      <a:gd name="T37" fmla="*/ 60 h 129"/>
                      <a:gd name="T38" fmla="*/ 120 w 197"/>
                      <a:gd name="T39" fmla="*/ 59 h 129"/>
                      <a:gd name="T40" fmla="*/ 116 w 197"/>
                      <a:gd name="T41" fmla="*/ 49 h 129"/>
                      <a:gd name="T42" fmla="*/ 6 w 197"/>
                      <a:gd name="T43" fmla="*/ 54 h 129"/>
                      <a:gd name="T44" fmla="*/ 64 w 197"/>
                      <a:gd name="T45" fmla="*/ 60 h 129"/>
                      <a:gd name="T46" fmla="*/ 12 w 197"/>
                      <a:gd name="T47" fmla="*/ 18 h 129"/>
                      <a:gd name="T48" fmla="*/ 13 w 197"/>
                      <a:gd name="T49" fmla="*/ 29 h 129"/>
                      <a:gd name="T50" fmla="*/ 122 w 197"/>
                      <a:gd name="T51" fmla="*/ 23 h 129"/>
                      <a:gd name="T52" fmla="*/ 64 w 197"/>
                      <a:gd name="T53" fmla="*/ 18 h 129"/>
                      <a:gd name="T54" fmla="*/ 116 w 197"/>
                      <a:gd name="T55" fmla="*/ 92 h 129"/>
                      <a:gd name="T56" fmla="*/ 121 w 197"/>
                      <a:gd name="T57" fmla="*/ 82 h 129"/>
                      <a:gd name="T58" fmla="*/ 65 w 197"/>
                      <a:gd name="T59" fmla="*/ 81 h 129"/>
                      <a:gd name="T60" fmla="*/ 6 w 197"/>
                      <a:gd name="T61" fmla="*/ 86 h 129"/>
                      <a:gd name="T62" fmla="*/ 64 w 197"/>
                      <a:gd name="T63" fmla="*/ 92 h 1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197" h="129">
                        <a:moveTo>
                          <a:pt x="0" y="129"/>
                        </a:moveTo>
                        <a:cubicBezTo>
                          <a:pt x="0" y="86"/>
                          <a:pt x="0" y="43"/>
                          <a:pt x="0" y="0"/>
                        </a:cubicBezTo>
                        <a:cubicBezTo>
                          <a:pt x="66" y="0"/>
                          <a:pt x="131" y="0"/>
                          <a:pt x="197" y="0"/>
                        </a:cubicBezTo>
                        <a:cubicBezTo>
                          <a:pt x="197" y="43"/>
                          <a:pt x="197" y="86"/>
                          <a:pt x="197" y="129"/>
                        </a:cubicBezTo>
                        <a:cubicBezTo>
                          <a:pt x="132" y="129"/>
                          <a:pt x="66" y="129"/>
                          <a:pt x="0" y="129"/>
                        </a:cubicBezTo>
                        <a:close/>
                        <a:moveTo>
                          <a:pt x="136" y="19"/>
                        </a:moveTo>
                        <a:cubicBezTo>
                          <a:pt x="136" y="35"/>
                          <a:pt x="136" y="51"/>
                          <a:pt x="136" y="67"/>
                        </a:cubicBezTo>
                        <a:cubicBezTo>
                          <a:pt x="150" y="67"/>
                          <a:pt x="164" y="67"/>
                          <a:pt x="177" y="67"/>
                        </a:cubicBezTo>
                        <a:cubicBezTo>
                          <a:pt x="177" y="51"/>
                          <a:pt x="177" y="35"/>
                          <a:pt x="177" y="19"/>
                        </a:cubicBezTo>
                        <a:cubicBezTo>
                          <a:pt x="163" y="19"/>
                          <a:pt x="150" y="19"/>
                          <a:pt x="136" y="19"/>
                        </a:cubicBezTo>
                        <a:close/>
                        <a:moveTo>
                          <a:pt x="64" y="108"/>
                        </a:moveTo>
                        <a:cubicBezTo>
                          <a:pt x="80" y="108"/>
                          <a:pt x="97" y="108"/>
                          <a:pt x="113" y="107"/>
                        </a:cubicBezTo>
                        <a:cubicBezTo>
                          <a:pt x="115" y="107"/>
                          <a:pt x="116" y="107"/>
                          <a:pt x="118" y="107"/>
                        </a:cubicBezTo>
                        <a:cubicBezTo>
                          <a:pt x="121" y="107"/>
                          <a:pt x="122" y="105"/>
                          <a:pt x="122" y="102"/>
                        </a:cubicBezTo>
                        <a:cubicBezTo>
                          <a:pt x="122" y="99"/>
                          <a:pt x="121" y="97"/>
                          <a:pt x="118" y="97"/>
                        </a:cubicBezTo>
                        <a:cubicBezTo>
                          <a:pt x="117" y="96"/>
                          <a:pt x="116" y="96"/>
                          <a:pt x="114" y="96"/>
                        </a:cubicBezTo>
                        <a:cubicBezTo>
                          <a:pt x="81" y="96"/>
                          <a:pt x="47" y="96"/>
                          <a:pt x="14" y="96"/>
                        </a:cubicBezTo>
                        <a:cubicBezTo>
                          <a:pt x="9" y="96"/>
                          <a:pt x="6" y="99"/>
                          <a:pt x="6" y="102"/>
                        </a:cubicBezTo>
                        <a:cubicBezTo>
                          <a:pt x="6" y="106"/>
                          <a:pt x="9" y="108"/>
                          <a:pt x="14" y="108"/>
                        </a:cubicBezTo>
                        <a:cubicBezTo>
                          <a:pt x="30" y="108"/>
                          <a:pt x="47" y="108"/>
                          <a:pt x="64" y="108"/>
                        </a:cubicBezTo>
                        <a:close/>
                        <a:moveTo>
                          <a:pt x="64" y="76"/>
                        </a:moveTo>
                        <a:cubicBezTo>
                          <a:pt x="81" y="76"/>
                          <a:pt x="99" y="76"/>
                          <a:pt x="116" y="76"/>
                        </a:cubicBezTo>
                        <a:cubicBezTo>
                          <a:pt x="118" y="76"/>
                          <a:pt x="120" y="75"/>
                          <a:pt x="121" y="73"/>
                        </a:cubicBezTo>
                        <a:cubicBezTo>
                          <a:pt x="122" y="72"/>
                          <a:pt x="122" y="70"/>
                          <a:pt x="121" y="68"/>
                        </a:cubicBezTo>
                        <a:cubicBezTo>
                          <a:pt x="121" y="66"/>
                          <a:pt x="118" y="65"/>
                          <a:pt x="116" y="65"/>
                        </a:cubicBezTo>
                        <a:cubicBezTo>
                          <a:pt x="81" y="65"/>
                          <a:pt x="47" y="65"/>
                          <a:pt x="13" y="65"/>
                        </a:cubicBezTo>
                        <a:cubicBezTo>
                          <a:pt x="9" y="65"/>
                          <a:pt x="6" y="67"/>
                          <a:pt x="6" y="71"/>
                        </a:cubicBezTo>
                        <a:cubicBezTo>
                          <a:pt x="6" y="74"/>
                          <a:pt x="9" y="76"/>
                          <a:pt x="13" y="76"/>
                        </a:cubicBezTo>
                        <a:cubicBezTo>
                          <a:pt x="30" y="76"/>
                          <a:pt x="47" y="76"/>
                          <a:pt x="64" y="76"/>
                        </a:cubicBezTo>
                        <a:close/>
                        <a:moveTo>
                          <a:pt x="64" y="33"/>
                        </a:moveTo>
                        <a:cubicBezTo>
                          <a:pt x="47" y="33"/>
                          <a:pt x="30" y="33"/>
                          <a:pt x="13" y="33"/>
                        </a:cubicBezTo>
                        <a:cubicBezTo>
                          <a:pt x="8" y="33"/>
                          <a:pt x="6" y="36"/>
                          <a:pt x="6" y="39"/>
                        </a:cubicBezTo>
                        <a:cubicBezTo>
                          <a:pt x="6" y="42"/>
                          <a:pt x="9" y="44"/>
                          <a:pt x="12" y="44"/>
                        </a:cubicBezTo>
                        <a:cubicBezTo>
                          <a:pt x="47" y="44"/>
                          <a:pt x="81" y="44"/>
                          <a:pt x="116" y="44"/>
                        </a:cubicBezTo>
                        <a:cubicBezTo>
                          <a:pt x="120" y="44"/>
                          <a:pt x="122" y="42"/>
                          <a:pt x="122" y="39"/>
                        </a:cubicBezTo>
                        <a:cubicBezTo>
                          <a:pt x="122" y="35"/>
                          <a:pt x="120" y="33"/>
                          <a:pt x="116" y="33"/>
                        </a:cubicBezTo>
                        <a:cubicBezTo>
                          <a:pt x="99" y="33"/>
                          <a:pt x="81" y="33"/>
                          <a:pt x="64" y="33"/>
                        </a:cubicBezTo>
                        <a:close/>
                        <a:moveTo>
                          <a:pt x="64" y="60"/>
                        </a:moveTo>
                        <a:cubicBezTo>
                          <a:pt x="81" y="60"/>
                          <a:pt x="99" y="60"/>
                          <a:pt x="116" y="60"/>
                        </a:cubicBezTo>
                        <a:cubicBezTo>
                          <a:pt x="117" y="60"/>
                          <a:pt x="119" y="60"/>
                          <a:pt x="120" y="59"/>
                        </a:cubicBezTo>
                        <a:cubicBezTo>
                          <a:pt x="122" y="58"/>
                          <a:pt x="123" y="55"/>
                          <a:pt x="122" y="53"/>
                        </a:cubicBezTo>
                        <a:cubicBezTo>
                          <a:pt x="121" y="50"/>
                          <a:pt x="119" y="49"/>
                          <a:pt x="116" y="49"/>
                        </a:cubicBezTo>
                        <a:cubicBezTo>
                          <a:pt x="81" y="49"/>
                          <a:pt x="47" y="49"/>
                          <a:pt x="12" y="49"/>
                        </a:cubicBezTo>
                        <a:cubicBezTo>
                          <a:pt x="9" y="49"/>
                          <a:pt x="6" y="51"/>
                          <a:pt x="6" y="54"/>
                        </a:cubicBezTo>
                        <a:cubicBezTo>
                          <a:pt x="6" y="58"/>
                          <a:pt x="8" y="60"/>
                          <a:pt x="13" y="60"/>
                        </a:cubicBezTo>
                        <a:cubicBezTo>
                          <a:pt x="30" y="60"/>
                          <a:pt x="47" y="60"/>
                          <a:pt x="64" y="60"/>
                        </a:cubicBezTo>
                        <a:close/>
                        <a:moveTo>
                          <a:pt x="64" y="18"/>
                        </a:moveTo>
                        <a:cubicBezTo>
                          <a:pt x="47" y="18"/>
                          <a:pt x="30" y="18"/>
                          <a:pt x="12" y="18"/>
                        </a:cubicBezTo>
                        <a:cubicBezTo>
                          <a:pt x="10" y="18"/>
                          <a:pt x="8" y="19"/>
                          <a:pt x="7" y="21"/>
                        </a:cubicBezTo>
                        <a:cubicBezTo>
                          <a:pt x="5" y="25"/>
                          <a:pt x="8" y="29"/>
                          <a:pt x="13" y="29"/>
                        </a:cubicBezTo>
                        <a:cubicBezTo>
                          <a:pt x="47" y="29"/>
                          <a:pt x="81" y="29"/>
                          <a:pt x="116" y="29"/>
                        </a:cubicBezTo>
                        <a:cubicBezTo>
                          <a:pt x="120" y="29"/>
                          <a:pt x="122" y="27"/>
                          <a:pt x="122" y="23"/>
                        </a:cubicBezTo>
                        <a:cubicBezTo>
                          <a:pt x="122" y="20"/>
                          <a:pt x="120" y="18"/>
                          <a:pt x="116" y="18"/>
                        </a:cubicBezTo>
                        <a:cubicBezTo>
                          <a:pt x="98" y="18"/>
                          <a:pt x="81" y="18"/>
                          <a:pt x="64" y="18"/>
                        </a:cubicBezTo>
                        <a:close/>
                        <a:moveTo>
                          <a:pt x="64" y="92"/>
                        </a:moveTo>
                        <a:cubicBezTo>
                          <a:pt x="82" y="92"/>
                          <a:pt x="99" y="92"/>
                          <a:pt x="116" y="92"/>
                        </a:cubicBezTo>
                        <a:cubicBezTo>
                          <a:pt x="119" y="92"/>
                          <a:pt x="121" y="91"/>
                          <a:pt x="122" y="88"/>
                        </a:cubicBezTo>
                        <a:cubicBezTo>
                          <a:pt x="123" y="86"/>
                          <a:pt x="122" y="84"/>
                          <a:pt x="121" y="82"/>
                        </a:cubicBezTo>
                        <a:cubicBezTo>
                          <a:pt x="119" y="81"/>
                          <a:pt x="117" y="81"/>
                          <a:pt x="115" y="81"/>
                        </a:cubicBezTo>
                        <a:cubicBezTo>
                          <a:pt x="98" y="81"/>
                          <a:pt x="82" y="81"/>
                          <a:pt x="65" y="81"/>
                        </a:cubicBezTo>
                        <a:cubicBezTo>
                          <a:pt x="47" y="81"/>
                          <a:pt x="30" y="81"/>
                          <a:pt x="13" y="81"/>
                        </a:cubicBezTo>
                        <a:cubicBezTo>
                          <a:pt x="9" y="81"/>
                          <a:pt x="6" y="83"/>
                          <a:pt x="6" y="86"/>
                        </a:cubicBezTo>
                        <a:cubicBezTo>
                          <a:pt x="6" y="90"/>
                          <a:pt x="8" y="92"/>
                          <a:pt x="12" y="92"/>
                        </a:cubicBezTo>
                        <a:cubicBezTo>
                          <a:pt x="30" y="92"/>
                          <a:pt x="47" y="92"/>
                          <a:pt x="64" y="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  <p:grpSp>
            <p:nvGrpSpPr>
              <p:cNvPr id="608" name="Group 607">
                <a:extLst>
                  <a:ext uri="{FF2B5EF4-FFF2-40B4-BE49-F238E27FC236}">
                    <a16:creationId xmlns:a16="http://schemas.microsoft.com/office/drawing/2014/main" id="{9DDEF8AC-F7F2-4E29-A515-96C5EC7FEC41}"/>
                  </a:ext>
                </a:extLst>
              </p:cNvPr>
              <p:cNvGrpSpPr/>
              <p:nvPr/>
            </p:nvGrpSpPr>
            <p:grpSpPr>
              <a:xfrm>
                <a:off x="1144824" y="5498605"/>
                <a:ext cx="186148" cy="192732"/>
                <a:chOff x="1258094" y="5536676"/>
                <a:chExt cx="186148" cy="192732"/>
              </a:xfrm>
            </p:grpSpPr>
            <p:sp>
              <p:nvSpPr>
                <p:cNvPr id="609" name="Rectangle 608">
                  <a:extLst>
                    <a:ext uri="{FF2B5EF4-FFF2-40B4-BE49-F238E27FC236}">
                      <a16:creationId xmlns:a16="http://schemas.microsoft.com/office/drawing/2014/main" id="{89AC57D2-8B5C-4497-8FA5-49AF74D30D71}"/>
                    </a:ext>
                  </a:extLst>
                </p:cNvPr>
                <p:cNvSpPr/>
                <p:nvPr/>
              </p:nvSpPr>
              <p:spPr>
                <a:xfrm>
                  <a:off x="1267526" y="5540780"/>
                  <a:ext cx="130666" cy="185100"/>
                </a:xfrm>
                <a:prstGeom prst="rect">
                  <a:avLst/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610" name="Group 609">
                  <a:extLst>
                    <a:ext uri="{FF2B5EF4-FFF2-40B4-BE49-F238E27FC236}">
                      <a16:creationId xmlns:a16="http://schemas.microsoft.com/office/drawing/2014/main" id="{B1B84050-20FB-4160-B7EF-DF7A028E8E70}"/>
                    </a:ext>
                  </a:extLst>
                </p:cNvPr>
                <p:cNvGrpSpPr/>
                <p:nvPr/>
              </p:nvGrpSpPr>
              <p:grpSpPr>
                <a:xfrm>
                  <a:off x="1258094" y="5536676"/>
                  <a:ext cx="186148" cy="192732"/>
                  <a:chOff x="10947108" y="1358931"/>
                  <a:chExt cx="479815" cy="496788"/>
                </a:xfrm>
                <a:solidFill>
                  <a:srgbClr val="16958C"/>
                </a:solidFill>
              </p:grpSpPr>
              <p:sp>
                <p:nvSpPr>
                  <p:cNvPr id="611" name="Freeform 154">
                    <a:extLst>
                      <a:ext uri="{FF2B5EF4-FFF2-40B4-BE49-F238E27FC236}">
                        <a16:creationId xmlns:a16="http://schemas.microsoft.com/office/drawing/2014/main" id="{41D1E4CE-CE3B-4318-8AC5-4C8A42927C8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947108" y="1358931"/>
                    <a:ext cx="391547" cy="496788"/>
                  </a:xfrm>
                  <a:custGeom>
                    <a:avLst/>
                    <a:gdLst>
                      <a:gd name="T0" fmla="*/ 17 w 182"/>
                      <a:gd name="T1" fmla="*/ 215 h 231"/>
                      <a:gd name="T2" fmla="*/ 165 w 182"/>
                      <a:gd name="T3" fmla="*/ 215 h 231"/>
                      <a:gd name="T4" fmla="*/ 165 w 182"/>
                      <a:gd name="T5" fmla="*/ 197 h 231"/>
                      <a:gd name="T6" fmla="*/ 168 w 182"/>
                      <a:gd name="T7" fmla="*/ 185 h 231"/>
                      <a:gd name="T8" fmla="*/ 181 w 182"/>
                      <a:gd name="T9" fmla="*/ 162 h 231"/>
                      <a:gd name="T10" fmla="*/ 182 w 182"/>
                      <a:gd name="T11" fmla="*/ 165 h 231"/>
                      <a:gd name="T12" fmla="*/ 182 w 182"/>
                      <a:gd name="T13" fmla="*/ 215 h 231"/>
                      <a:gd name="T14" fmla="*/ 165 w 182"/>
                      <a:gd name="T15" fmla="*/ 231 h 231"/>
                      <a:gd name="T16" fmla="*/ 17 w 182"/>
                      <a:gd name="T17" fmla="*/ 231 h 231"/>
                      <a:gd name="T18" fmla="*/ 0 w 182"/>
                      <a:gd name="T19" fmla="*/ 215 h 231"/>
                      <a:gd name="T20" fmla="*/ 0 w 182"/>
                      <a:gd name="T21" fmla="*/ 18 h 231"/>
                      <a:gd name="T22" fmla="*/ 17 w 182"/>
                      <a:gd name="T23" fmla="*/ 0 h 231"/>
                      <a:gd name="T24" fmla="*/ 164 w 182"/>
                      <a:gd name="T25" fmla="*/ 0 h 231"/>
                      <a:gd name="T26" fmla="*/ 182 w 182"/>
                      <a:gd name="T27" fmla="*/ 18 h 231"/>
                      <a:gd name="T28" fmla="*/ 182 w 182"/>
                      <a:gd name="T29" fmla="*/ 75 h 231"/>
                      <a:gd name="T30" fmla="*/ 181 w 182"/>
                      <a:gd name="T31" fmla="*/ 79 h 231"/>
                      <a:gd name="T32" fmla="*/ 165 w 182"/>
                      <a:gd name="T33" fmla="*/ 106 h 231"/>
                      <a:gd name="T34" fmla="*/ 165 w 182"/>
                      <a:gd name="T35" fmla="*/ 17 h 231"/>
                      <a:gd name="T36" fmla="*/ 17 w 182"/>
                      <a:gd name="T37" fmla="*/ 17 h 231"/>
                      <a:gd name="T38" fmla="*/ 17 w 182"/>
                      <a:gd name="T39" fmla="*/ 215 h 2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82" h="231">
                        <a:moveTo>
                          <a:pt x="17" y="215"/>
                        </a:moveTo>
                        <a:cubicBezTo>
                          <a:pt x="66" y="215"/>
                          <a:pt x="115" y="215"/>
                          <a:pt x="165" y="215"/>
                        </a:cubicBezTo>
                        <a:cubicBezTo>
                          <a:pt x="165" y="209"/>
                          <a:pt x="165" y="203"/>
                          <a:pt x="165" y="197"/>
                        </a:cubicBezTo>
                        <a:cubicBezTo>
                          <a:pt x="165" y="193"/>
                          <a:pt x="166" y="189"/>
                          <a:pt x="168" y="185"/>
                        </a:cubicBezTo>
                        <a:cubicBezTo>
                          <a:pt x="172" y="178"/>
                          <a:pt x="177" y="170"/>
                          <a:pt x="181" y="162"/>
                        </a:cubicBezTo>
                        <a:cubicBezTo>
                          <a:pt x="181" y="163"/>
                          <a:pt x="182" y="164"/>
                          <a:pt x="182" y="165"/>
                        </a:cubicBezTo>
                        <a:cubicBezTo>
                          <a:pt x="182" y="182"/>
                          <a:pt x="182" y="198"/>
                          <a:pt x="182" y="215"/>
                        </a:cubicBezTo>
                        <a:cubicBezTo>
                          <a:pt x="182" y="225"/>
                          <a:pt x="176" y="231"/>
                          <a:pt x="165" y="231"/>
                        </a:cubicBezTo>
                        <a:cubicBezTo>
                          <a:pt x="116" y="231"/>
                          <a:pt x="66" y="231"/>
                          <a:pt x="17" y="231"/>
                        </a:cubicBezTo>
                        <a:cubicBezTo>
                          <a:pt x="6" y="231"/>
                          <a:pt x="0" y="225"/>
                          <a:pt x="0" y="215"/>
                        </a:cubicBezTo>
                        <a:cubicBezTo>
                          <a:pt x="0" y="149"/>
                          <a:pt x="0" y="84"/>
                          <a:pt x="0" y="18"/>
                        </a:cubicBezTo>
                        <a:cubicBezTo>
                          <a:pt x="0" y="7"/>
                          <a:pt x="6" y="0"/>
                          <a:pt x="17" y="0"/>
                        </a:cubicBezTo>
                        <a:cubicBezTo>
                          <a:pt x="66" y="0"/>
                          <a:pt x="115" y="0"/>
                          <a:pt x="164" y="0"/>
                        </a:cubicBezTo>
                        <a:cubicBezTo>
                          <a:pt x="175" y="0"/>
                          <a:pt x="182" y="7"/>
                          <a:pt x="182" y="18"/>
                        </a:cubicBezTo>
                        <a:cubicBezTo>
                          <a:pt x="182" y="37"/>
                          <a:pt x="182" y="56"/>
                          <a:pt x="182" y="75"/>
                        </a:cubicBezTo>
                        <a:cubicBezTo>
                          <a:pt x="182" y="76"/>
                          <a:pt x="182" y="78"/>
                          <a:pt x="181" y="79"/>
                        </a:cubicBezTo>
                        <a:cubicBezTo>
                          <a:pt x="176" y="88"/>
                          <a:pt x="171" y="97"/>
                          <a:pt x="165" y="106"/>
                        </a:cubicBezTo>
                        <a:cubicBezTo>
                          <a:pt x="165" y="77"/>
                          <a:pt x="165" y="47"/>
                          <a:pt x="165" y="17"/>
                        </a:cubicBezTo>
                        <a:cubicBezTo>
                          <a:pt x="115" y="17"/>
                          <a:pt x="66" y="17"/>
                          <a:pt x="17" y="17"/>
                        </a:cubicBezTo>
                        <a:cubicBezTo>
                          <a:pt x="17" y="83"/>
                          <a:pt x="17" y="149"/>
                          <a:pt x="17" y="215"/>
                        </a:cubicBezTo>
                        <a:close/>
                      </a:path>
                    </a:pathLst>
                  </a:custGeom>
                  <a:solidFill>
                    <a:srgbClr val="A3D13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12" name="Freeform 155">
                    <a:extLst>
                      <a:ext uri="{FF2B5EF4-FFF2-40B4-BE49-F238E27FC236}">
                        <a16:creationId xmlns:a16="http://schemas.microsoft.com/office/drawing/2014/main" id="{7AA6CAA5-24B4-4E60-B391-296772E1D3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241334" y="1524150"/>
                    <a:ext cx="161825" cy="260276"/>
                  </a:xfrm>
                  <a:custGeom>
                    <a:avLst/>
                    <a:gdLst>
                      <a:gd name="T0" fmla="*/ 59 w 75"/>
                      <a:gd name="T1" fmla="*/ 0 h 121"/>
                      <a:gd name="T2" fmla="*/ 75 w 75"/>
                      <a:gd name="T3" fmla="*/ 10 h 121"/>
                      <a:gd name="T4" fmla="*/ 73 w 75"/>
                      <a:gd name="T5" fmla="*/ 13 h 121"/>
                      <a:gd name="T6" fmla="*/ 20 w 75"/>
                      <a:gd name="T7" fmla="*/ 106 h 121"/>
                      <a:gd name="T8" fmla="*/ 12 w 75"/>
                      <a:gd name="T9" fmla="*/ 114 h 121"/>
                      <a:gd name="T10" fmla="*/ 0 w 75"/>
                      <a:gd name="T11" fmla="*/ 121 h 121"/>
                      <a:gd name="T12" fmla="*/ 0 w 75"/>
                      <a:gd name="T13" fmla="*/ 102 h 121"/>
                      <a:gd name="T14" fmla="*/ 1 w 75"/>
                      <a:gd name="T15" fmla="*/ 99 h 121"/>
                      <a:gd name="T16" fmla="*/ 57 w 75"/>
                      <a:gd name="T17" fmla="*/ 3 h 121"/>
                      <a:gd name="T18" fmla="*/ 59 w 75"/>
                      <a:gd name="T19" fmla="*/ 0 h 1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75" h="121">
                        <a:moveTo>
                          <a:pt x="59" y="0"/>
                        </a:moveTo>
                        <a:cubicBezTo>
                          <a:pt x="65" y="3"/>
                          <a:pt x="70" y="6"/>
                          <a:pt x="75" y="10"/>
                        </a:cubicBezTo>
                        <a:cubicBezTo>
                          <a:pt x="75" y="11"/>
                          <a:pt x="74" y="12"/>
                          <a:pt x="73" y="13"/>
                        </a:cubicBezTo>
                        <a:cubicBezTo>
                          <a:pt x="55" y="44"/>
                          <a:pt x="37" y="75"/>
                          <a:pt x="20" y="106"/>
                        </a:cubicBezTo>
                        <a:cubicBezTo>
                          <a:pt x="18" y="110"/>
                          <a:pt x="15" y="112"/>
                          <a:pt x="12" y="114"/>
                        </a:cubicBezTo>
                        <a:cubicBezTo>
                          <a:pt x="8" y="116"/>
                          <a:pt x="4" y="119"/>
                          <a:pt x="0" y="121"/>
                        </a:cubicBezTo>
                        <a:cubicBezTo>
                          <a:pt x="0" y="115"/>
                          <a:pt x="0" y="108"/>
                          <a:pt x="0" y="102"/>
                        </a:cubicBezTo>
                        <a:cubicBezTo>
                          <a:pt x="0" y="101"/>
                          <a:pt x="1" y="100"/>
                          <a:pt x="1" y="99"/>
                        </a:cubicBezTo>
                        <a:cubicBezTo>
                          <a:pt x="20" y="67"/>
                          <a:pt x="38" y="35"/>
                          <a:pt x="57" y="3"/>
                        </a:cubicBezTo>
                        <a:cubicBezTo>
                          <a:pt x="58" y="2"/>
                          <a:pt x="58" y="1"/>
                          <a:pt x="59" y="0"/>
                        </a:cubicBezTo>
                        <a:close/>
                      </a:path>
                    </a:pathLst>
                  </a:custGeom>
                  <a:solidFill>
                    <a:srgbClr val="A3D13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13" name="Freeform 156">
                    <a:extLst>
                      <a:ext uri="{FF2B5EF4-FFF2-40B4-BE49-F238E27FC236}">
                        <a16:creationId xmlns:a16="http://schemas.microsoft.com/office/drawing/2014/main" id="{A4ABC6C0-968A-43F1-9827-D047B295AD9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013875" y="1511702"/>
                    <a:ext cx="258014" cy="26027"/>
                  </a:xfrm>
                  <a:custGeom>
                    <a:avLst/>
                    <a:gdLst>
                      <a:gd name="T0" fmla="*/ 120 w 120"/>
                      <a:gd name="T1" fmla="*/ 12 h 12"/>
                      <a:gd name="T2" fmla="*/ 0 w 120"/>
                      <a:gd name="T3" fmla="*/ 12 h 12"/>
                      <a:gd name="T4" fmla="*/ 0 w 120"/>
                      <a:gd name="T5" fmla="*/ 0 h 12"/>
                      <a:gd name="T6" fmla="*/ 120 w 120"/>
                      <a:gd name="T7" fmla="*/ 0 h 12"/>
                      <a:gd name="T8" fmla="*/ 120 w 120"/>
                      <a:gd name="T9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0" h="12">
                        <a:moveTo>
                          <a:pt x="120" y="12"/>
                        </a:moveTo>
                        <a:cubicBezTo>
                          <a:pt x="80" y="12"/>
                          <a:pt x="40" y="12"/>
                          <a:pt x="0" y="12"/>
                        </a:cubicBezTo>
                        <a:cubicBezTo>
                          <a:pt x="0" y="8"/>
                          <a:pt x="0" y="4"/>
                          <a:pt x="0" y="0"/>
                        </a:cubicBezTo>
                        <a:cubicBezTo>
                          <a:pt x="40" y="0"/>
                          <a:pt x="80" y="0"/>
                          <a:pt x="120" y="0"/>
                        </a:cubicBezTo>
                        <a:cubicBezTo>
                          <a:pt x="120" y="4"/>
                          <a:pt x="120" y="8"/>
                          <a:pt x="120" y="1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14" name="Freeform 157">
                    <a:extLst>
                      <a:ext uri="{FF2B5EF4-FFF2-40B4-BE49-F238E27FC236}">
                        <a16:creationId xmlns:a16="http://schemas.microsoft.com/office/drawing/2014/main" id="{1A1D569A-3218-4B3B-A378-D6E97D5156A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013875" y="1629392"/>
                    <a:ext cx="258014" cy="23764"/>
                  </a:xfrm>
                  <a:custGeom>
                    <a:avLst/>
                    <a:gdLst>
                      <a:gd name="T0" fmla="*/ 120 w 120"/>
                      <a:gd name="T1" fmla="*/ 0 h 11"/>
                      <a:gd name="T2" fmla="*/ 120 w 120"/>
                      <a:gd name="T3" fmla="*/ 11 h 11"/>
                      <a:gd name="T4" fmla="*/ 0 w 120"/>
                      <a:gd name="T5" fmla="*/ 11 h 11"/>
                      <a:gd name="T6" fmla="*/ 0 w 120"/>
                      <a:gd name="T7" fmla="*/ 0 h 11"/>
                      <a:gd name="T8" fmla="*/ 120 w 120"/>
                      <a:gd name="T9" fmla="*/ 0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0" h="11">
                        <a:moveTo>
                          <a:pt x="120" y="0"/>
                        </a:moveTo>
                        <a:cubicBezTo>
                          <a:pt x="120" y="3"/>
                          <a:pt x="120" y="7"/>
                          <a:pt x="120" y="11"/>
                        </a:cubicBezTo>
                        <a:cubicBezTo>
                          <a:pt x="80" y="11"/>
                          <a:pt x="40" y="11"/>
                          <a:pt x="0" y="11"/>
                        </a:cubicBezTo>
                        <a:cubicBezTo>
                          <a:pt x="0" y="7"/>
                          <a:pt x="0" y="4"/>
                          <a:pt x="0" y="0"/>
                        </a:cubicBezTo>
                        <a:cubicBezTo>
                          <a:pt x="40" y="0"/>
                          <a:pt x="80" y="0"/>
                          <a:pt x="12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15" name="Freeform 158">
                    <a:extLst>
                      <a:ext uri="{FF2B5EF4-FFF2-40B4-BE49-F238E27FC236}">
                        <a16:creationId xmlns:a16="http://schemas.microsoft.com/office/drawing/2014/main" id="{1B0C49D2-4E59-4999-A557-B6877EF5E87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013875" y="1451725"/>
                    <a:ext cx="195774" cy="23764"/>
                  </a:xfrm>
                  <a:custGeom>
                    <a:avLst/>
                    <a:gdLst>
                      <a:gd name="T0" fmla="*/ 91 w 91"/>
                      <a:gd name="T1" fmla="*/ 0 h 11"/>
                      <a:gd name="T2" fmla="*/ 91 w 91"/>
                      <a:gd name="T3" fmla="*/ 11 h 11"/>
                      <a:gd name="T4" fmla="*/ 0 w 91"/>
                      <a:gd name="T5" fmla="*/ 11 h 11"/>
                      <a:gd name="T6" fmla="*/ 0 w 91"/>
                      <a:gd name="T7" fmla="*/ 0 h 11"/>
                      <a:gd name="T8" fmla="*/ 91 w 91"/>
                      <a:gd name="T9" fmla="*/ 0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1" h="11">
                        <a:moveTo>
                          <a:pt x="91" y="0"/>
                        </a:moveTo>
                        <a:cubicBezTo>
                          <a:pt x="91" y="4"/>
                          <a:pt x="91" y="8"/>
                          <a:pt x="91" y="11"/>
                        </a:cubicBezTo>
                        <a:cubicBezTo>
                          <a:pt x="61" y="11"/>
                          <a:pt x="30" y="11"/>
                          <a:pt x="0" y="11"/>
                        </a:cubicBezTo>
                        <a:cubicBezTo>
                          <a:pt x="0" y="8"/>
                          <a:pt x="0" y="4"/>
                          <a:pt x="0" y="0"/>
                        </a:cubicBezTo>
                        <a:cubicBezTo>
                          <a:pt x="30" y="0"/>
                          <a:pt x="61" y="0"/>
                          <a:pt x="91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16" name="Freeform 159">
                    <a:extLst>
                      <a:ext uri="{FF2B5EF4-FFF2-40B4-BE49-F238E27FC236}">
                        <a16:creationId xmlns:a16="http://schemas.microsoft.com/office/drawing/2014/main" id="{B7869D05-19D0-4584-8ED4-E4521685403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013875" y="1567152"/>
                    <a:ext cx="195774" cy="26027"/>
                  </a:xfrm>
                  <a:custGeom>
                    <a:avLst/>
                    <a:gdLst>
                      <a:gd name="T0" fmla="*/ 91 w 91"/>
                      <a:gd name="T1" fmla="*/ 0 h 12"/>
                      <a:gd name="T2" fmla="*/ 91 w 91"/>
                      <a:gd name="T3" fmla="*/ 12 h 12"/>
                      <a:gd name="T4" fmla="*/ 0 w 91"/>
                      <a:gd name="T5" fmla="*/ 12 h 12"/>
                      <a:gd name="T6" fmla="*/ 0 w 91"/>
                      <a:gd name="T7" fmla="*/ 0 h 12"/>
                      <a:gd name="T8" fmla="*/ 91 w 91"/>
                      <a:gd name="T9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1" h="12">
                        <a:moveTo>
                          <a:pt x="91" y="0"/>
                        </a:moveTo>
                        <a:cubicBezTo>
                          <a:pt x="91" y="4"/>
                          <a:pt x="91" y="8"/>
                          <a:pt x="91" y="12"/>
                        </a:cubicBezTo>
                        <a:cubicBezTo>
                          <a:pt x="61" y="12"/>
                          <a:pt x="31" y="12"/>
                          <a:pt x="0" y="12"/>
                        </a:cubicBezTo>
                        <a:cubicBezTo>
                          <a:pt x="0" y="8"/>
                          <a:pt x="0" y="4"/>
                          <a:pt x="0" y="0"/>
                        </a:cubicBezTo>
                        <a:cubicBezTo>
                          <a:pt x="30" y="0"/>
                          <a:pt x="61" y="0"/>
                          <a:pt x="91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17" name="Freeform 160">
                    <a:extLst>
                      <a:ext uri="{FF2B5EF4-FFF2-40B4-BE49-F238E27FC236}">
                        <a16:creationId xmlns:a16="http://schemas.microsoft.com/office/drawing/2014/main" id="{0FF8B0CD-A05E-4A0E-904D-988F881CB2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013875" y="1683710"/>
                    <a:ext cx="195774" cy="26027"/>
                  </a:xfrm>
                  <a:custGeom>
                    <a:avLst/>
                    <a:gdLst>
                      <a:gd name="T0" fmla="*/ 0 w 91"/>
                      <a:gd name="T1" fmla="*/ 12 h 12"/>
                      <a:gd name="T2" fmla="*/ 0 w 91"/>
                      <a:gd name="T3" fmla="*/ 0 h 12"/>
                      <a:gd name="T4" fmla="*/ 91 w 91"/>
                      <a:gd name="T5" fmla="*/ 0 h 12"/>
                      <a:gd name="T6" fmla="*/ 91 w 91"/>
                      <a:gd name="T7" fmla="*/ 12 h 12"/>
                      <a:gd name="T8" fmla="*/ 0 w 91"/>
                      <a:gd name="T9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1" h="12">
                        <a:moveTo>
                          <a:pt x="0" y="12"/>
                        </a:moveTo>
                        <a:cubicBezTo>
                          <a:pt x="0" y="8"/>
                          <a:pt x="0" y="4"/>
                          <a:pt x="0" y="0"/>
                        </a:cubicBezTo>
                        <a:cubicBezTo>
                          <a:pt x="30" y="0"/>
                          <a:pt x="61" y="0"/>
                          <a:pt x="91" y="0"/>
                        </a:cubicBezTo>
                        <a:cubicBezTo>
                          <a:pt x="91" y="4"/>
                          <a:pt x="91" y="8"/>
                          <a:pt x="91" y="12"/>
                        </a:cubicBezTo>
                        <a:cubicBezTo>
                          <a:pt x="61" y="12"/>
                          <a:pt x="31" y="12"/>
                          <a:pt x="0" y="1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18" name="Freeform 161">
                    <a:extLst>
                      <a:ext uri="{FF2B5EF4-FFF2-40B4-BE49-F238E27FC236}">
                        <a16:creationId xmlns:a16="http://schemas.microsoft.com/office/drawing/2014/main" id="{2AB3E86B-F74A-4B75-B5D0-D5330765B0B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088563" y="1743687"/>
                    <a:ext cx="52055" cy="49792"/>
                  </a:xfrm>
                  <a:custGeom>
                    <a:avLst/>
                    <a:gdLst>
                      <a:gd name="T0" fmla="*/ 23 w 24"/>
                      <a:gd name="T1" fmla="*/ 12 h 23"/>
                      <a:gd name="T2" fmla="*/ 12 w 24"/>
                      <a:gd name="T3" fmla="*/ 23 h 23"/>
                      <a:gd name="T4" fmla="*/ 0 w 24"/>
                      <a:gd name="T5" fmla="*/ 11 h 23"/>
                      <a:gd name="T6" fmla="*/ 12 w 24"/>
                      <a:gd name="T7" fmla="*/ 0 h 23"/>
                      <a:gd name="T8" fmla="*/ 23 w 24"/>
                      <a:gd name="T9" fmla="*/ 12 h 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23">
                        <a:moveTo>
                          <a:pt x="23" y="12"/>
                        </a:moveTo>
                        <a:cubicBezTo>
                          <a:pt x="23" y="18"/>
                          <a:pt x="18" y="23"/>
                          <a:pt x="12" y="23"/>
                        </a:cubicBezTo>
                        <a:cubicBezTo>
                          <a:pt x="6" y="23"/>
                          <a:pt x="0" y="17"/>
                          <a:pt x="0" y="11"/>
                        </a:cubicBezTo>
                        <a:cubicBezTo>
                          <a:pt x="1" y="5"/>
                          <a:pt x="6" y="0"/>
                          <a:pt x="12" y="0"/>
                        </a:cubicBezTo>
                        <a:cubicBezTo>
                          <a:pt x="18" y="0"/>
                          <a:pt x="24" y="6"/>
                          <a:pt x="23" y="1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19" name="Freeform 162">
                    <a:extLst>
                      <a:ext uri="{FF2B5EF4-FFF2-40B4-BE49-F238E27FC236}">
                        <a16:creationId xmlns:a16="http://schemas.microsoft.com/office/drawing/2014/main" id="{0F5FEF81-DA45-4321-8D78-8276019A4D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011612" y="1743687"/>
                    <a:ext cx="49792" cy="49792"/>
                  </a:xfrm>
                  <a:custGeom>
                    <a:avLst/>
                    <a:gdLst>
                      <a:gd name="T0" fmla="*/ 23 w 23"/>
                      <a:gd name="T1" fmla="*/ 11 h 23"/>
                      <a:gd name="T2" fmla="*/ 12 w 23"/>
                      <a:gd name="T3" fmla="*/ 23 h 23"/>
                      <a:gd name="T4" fmla="*/ 0 w 23"/>
                      <a:gd name="T5" fmla="*/ 12 h 23"/>
                      <a:gd name="T6" fmla="*/ 12 w 23"/>
                      <a:gd name="T7" fmla="*/ 0 h 23"/>
                      <a:gd name="T8" fmla="*/ 23 w 23"/>
                      <a:gd name="T9" fmla="*/ 11 h 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23">
                        <a:moveTo>
                          <a:pt x="23" y="11"/>
                        </a:moveTo>
                        <a:cubicBezTo>
                          <a:pt x="23" y="18"/>
                          <a:pt x="18" y="23"/>
                          <a:pt x="12" y="23"/>
                        </a:cubicBezTo>
                        <a:cubicBezTo>
                          <a:pt x="5" y="23"/>
                          <a:pt x="0" y="18"/>
                          <a:pt x="0" y="12"/>
                        </a:cubicBezTo>
                        <a:cubicBezTo>
                          <a:pt x="0" y="5"/>
                          <a:pt x="5" y="0"/>
                          <a:pt x="12" y="0"/>
                        </a:cubicBezTo>
                        <a:cubicBezTo>
                          <a:pt x="18" y="0"/>
                          <a:pt x="23" y="5"/>
                          <a:pt x="23" y="1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620" name="Freeform 163">
                    <a:extLst>
                      <a:ext uri="{FF2B5EF4-FFF2-40B4-BE49-F238E27FC236}">
                        <a16:creationId xmlns:a16="http://schemas.microsoft.com/office/drawing/2014/main" id="{BB4E4FC1-7767-4720-BFB5-3F49BF11C4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377131" y="1487938"/>
                    <a:ext cx="49792" cy="43002"/>
                  </a:xfrm>
                  <a:custGeom>
                    <a:avLst/>
                    <a:gdLst>
                      <a:gd name="T0" fmla="*/ 0 w 23"/>
                      <a:gd name="T1" fmla="*/ 11 h 20"/>
                      <a:gd name="T2" fmla="*/ 7 w 23"/>
                      <a:gd name="T3" fmla="*/ 0 h 20"/>
                      <a:gd name="T4" fmla="*/ 23 w 23"/>
                      <a:gd name="T5" fmla="*/ 9 h 20"/>
                      <a:gd name="T6" fmla="*/ 17 w 23"/>
                      <a:gd name="T7" fmla="*/ 20 h 20"/>
                      <a:gd name="T8" fmla="*/ 0 w 23"/>
                      <a:gd name="T9" fmla="*/ 11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20">
                        <a:moveTo>
                          <a:pt x="0" y="11"/>
                        </a:moveTo>
                        <a:cubicBezTo>
                          <a:pt x="3" y="7"/>
                          <a:pt x="5" y="4"/>
                          <a:pt x="7" y="0"/>
                        </a:cubicBezTo>
                        <a:cubicBezTo>
                          <a:pt x="12" y="3"/>
                          <a:pt x="18" y="6"/>
                          <a:pt x="23" y="9"/>
                        </a:cubicBezTo>
                        <a:cubicBezTo>
                          <a:pt x="21" y="13"/>
                          <a:pt x="19" y="17"/>
                          <a:pt x="17" y="20"/>
                        </a:cubicBezTo>
                        <a:cubicBezTo>
                          <a:pt x="11" y="17"/>
                          <a:pt x="6" y="14"/>
                          <a:pt x="0" y="11"/>
                        </a:cubicBezTo>
                        <a:close/>
                      </a:path>
                    </a:pathLst>
                  </a:custGeom>
                  <a:solidFill>
                    <a:srgbClr val="A3D13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</p:grpSp>
        <p:sp>
          <p:nvSpPr>
            <p:cNvPr id="605" name="Rectangle 604">
              <a:extLst>
                <a:ext uri="{FF2B5EF4-FFF2-40B4-BE49-F238E27FC236}">
                  <a16:creationId xmlns:a16="http://schemas.microsoft.com/office/drawing/2014/main" id="{00320822-5E5E-4B08-A917-C879DFAE1573}"/>
                </a:ext>
              </a:extLst>
            </p:cNvPr>
            <p:cNvSpPr/>
            <p:nvPr/>
          </p:nvSpPr>
          <p:spPr>
            <a:xfrm>
              <a:off x="467044" y="5610888"/>
              <a:ext cx="125956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SOCIAL/ONLINE</a:t>
              </a:r>
            </a:p>
          </p:txBody>
        </p:sp>
      </p:grpSp>
      <p:sp>
        <p:nvSpPr>
          <p:cNvPr id="670" name="TextBox 669">
            <a:extLst>
              <a:ext uri="{FF2B5EF4-FFF2-40B4-BE49-F238E27FC236}">
                <a16:creationId xmlns:a16="http://schemas.microsoft.com/office/drawing/2014/main" id="{1BFFF420-4280-43C5-B039-93BAD830721A}"/>
              </a:ext>
            </a:extLst>
          </p:cNvPr>
          <p:cNvSpPr txBox="1">
            <a:spLocks/>
          </p:cNvSpPr>
          <p:nvPr/>
        </p:nvSpPr>
        <p:spPr>
          <a:xfrm>
            <a:off x="9520273" y="985788"/>
            <a:ext cx="197643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kern="0" dirty="0">
                <a:solidFill>
                  <a:schemeClr val="bg1"/>
                </a:solidFill>
                <a:latin typeface="+mj-lt"/>
                <a:cs typeface="Arial" pitchFamily="34" charset="0"/>
              </a:rPr>
              <a:t>OUTCOME OPERATIONALIZE</a:t>
            </a:r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BCA1E077-34CF-4697-87FE-9BA2AAE6ABB6}"/>
              </a:ext>
            </a:extLst>
          </p:cNvPr>
          <p:cNvSpPr txBox="1">
            <a:spLocks/>
          </p:cNvSpPr>
          <p:nvPr/>
        </p:nvSpPr>
        <p:spPr>
          <a:xfrm>
            <a:off x="4972527" y="1108898"/>
            <a:ext cx="25908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kern="0" dirty="0">
                <a:solidFill>
                  <a:schemeClr val="bg1"/>
                </a:solidFill>
                <a:latin typeface="+mj-lt"/>
                <a:cs typeface="Arial" pitchFamily="34" charset="0"/>
              </a:rPr>
              <a:t>AUTOMATION PROCESS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C640686-F6A1-4856-9738-AB3375C4A79B}"/>
              </a:ext>
            </a:extLst>
          </p:cNvPr>
          <p:cNvGrpSpPr/>
          <p:nvPr/>
        </p:nvGrpSpPr>
        <p:grpSpPr>
          <a:xfrm>
            <a:off x="4384655" y="3313747"/>
            <a:ext cx="3717649" cy="1283960"/>
            <a:chOff x="4384655" y="3340251"/>
            <a:chExt cx="3717649" cy="1283960"/>
          </a:xfrm>
        </p:grpSpPr>
        <p:sp>
          <p:nvSpPr>
            <p:cNvPr id="180" name="Rectangle 46">
              <a:extLst>
                <a:ext uri="{FF2B5EF4-FFF2-40B4-BE49-F238E27FC236}">
                  <a16:creationId xmlns:a16="http://schemas.microsoft.com/office/drawing/2014/main" id="{6F3E5C8E-B4BE-4DDC-AB7B-D5C003DF3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7555" y="3340251"/>
              <a:ext cx="1109663" cy="814388"/>
            </a:xfrm>
            <a:prstGeom prst="roundRect">
              <a:avLst>
                <a:gd name="adj" fmla="val 10679"/>
              </a:avLst>
            </a:prstGeom>
            <a:solidFill>
              <a:schemeClr val="accent4">
                <a:lumMod val="75000"/>
                <a:alpha val="30000"/>
              </a:schemeClr>
            </a:solidFill>
            <a:ln w="25400">
              <a:solidFill>
                <a:schemeClr val="accent4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81" name="Rectangle 47">
              <a:extLst>
                <a:ext uri="{FF2B5EF4-FFF2-40B4-BE49-F238E27FC236}">
                  <a16:creationId xmlns:a16="http://schemas.microsoft.com/office/drawing/2014/main" id="{0B904518-7528-43B0-B458-4689A523D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5805" y="3340251"/>
              <a:ext cx="1109663" cy="814388"/>
            </a:xfrm>
            <a:prstGeom prst="roundRect">
              <a:avLst>
                <a:gd name="adj" fmla="val 9182"/>
              </a:avLst>
            </a:prstGeom>
            <a:solidFill>
              <a:schemeClr val="accent4">
                <a:lumMod val="75000"/>
                <a:alpha val="30000"/>
              </a:schemeClr>
            </a:solidFill>
            <a:ln w="25400">
              <a:solidFill>
                <a:schemeClr val="accent4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182" name="Rectangle 48">
              <a:extLst>
                <a:ext uri="{FF2B5EF4-FFF2-40B4-BE49-F238E27FC236}">
                  <a16:creationId xmlns:a16="http://schemas.microsoft.com/office/drawing/2014/main" id="{A7182DCA-24F0-4EB0-AFE4-D4C4105D6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3580" y="3340251"/>
              <a:ext cx="1108075" cy="814388"/>
            </a:xfrm>
            <a:prstGeom prst="roundRect">
              <a:avLst>
                <a:gd name="adj" fmla="val 10679"/>
              </a:avLst>
            </a:prstGeom>
            <a:solidFill>
              <a:schemeClr val="accent4">
                <a:lumMod val="75000"/>
                <a:alpha val="30000"/>
              </a:schemeClr>
            </a:solidFill>
            <a:ln w="25400">
              <a:solidFill>
                <a:schemeClr val="accent4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5A00EFB9-B7F2-4B08-9859-5ADEE4870689}"/>
                </a:ext>
              </a:extLst>
            </p:cNvPr>
            <p:cNvGrpSpPr/>
            <p:nvPr/>
          </p:nvGrpSpPr>
          <p:grpSpPr>
            <a:xfrm>
              <a:off x="5945443" y="3454551"/>
              <a:ext cx="461963" cy="554038"/>
              <a:chOff x="7119938" y="1701800"/>
              <a:chExt cx="461963" cy="554038"/>
            </a:xfrm>
          </p:grpSpPr>
          <p:sp>
            <p:nvSpPr>
              <p:cNvPr id="225" name="Rectangle 321">
                <a:extLst>
                  <a:ext uri="{FF2B5EF4-FFF2-40B4-BE49-F238E27FC236}">
                    <a16:creationId xmlns:a16="http://schemas.microsoft.com/office/drawing/2014/main" id="{2C67A980-25F2-46D8-8495-6E0EE1B28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263" y="1701800"/>
                <a:ext cx="333375" cy="5397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226" name="Rectangle 322">
                <a:extLst>
                  <a:ext uri="{FF2B5EF4-FFF2-40B4-BE49-F238E27FC236}">
                    <a16:creationId xmlns:a16="http://schemas.microsoft.com/office/drawing/2014/main" id="{303F1E04-93B0-4A99-872F-AE3C476E6F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263" y="1755775"/>
                <a:ext cx="333375" cy="16827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227" name="Freeform 323">
                <a:extLst>
                  <a:ext uri="{FF2B5EF4-FFF2-40B4-BE49-F238E27FC236}">
                    <a16:creationId xmlns:a16="http://schemas.microsoft.com/office/drawing/2014/main" id="{EE8C81A3-EB19-400E-BB0B-18F41DAA9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19938" y="1927225"/>
                <a:ext cx="460375" cy="180975"/>
              </a:xfrm>
              <a:custGeom>
                <a:avLst/>
                <a:gdLst>
                  <a:gd name="T0" fmla="*/ 0 w 872"/>
                  <a:gd name="T1" fmla="*/ 0 h 343"/>
                  <a:gd name="T2" fmla="*/ 872 w 872"/>
                  <a:gd name="T3" fmla="*/ 0 h 343"/>
                  <a:gd name="T4" fmla="*/ 872 w 872"/>
                  <a:gd name="T5" fmla="*/ 295 h 343"/>
                  <a:gd name="T6" fmla="*/ 726 w 872"/>
                  <a:gd name="T7" fmla="*/ 295 h 343"/>
                  <a:gd name="T8" fmla="*/ 726 w 872"/>
                  <a:gd name="T9" fmla="*/ 343 h 343"/>
                  <a:gd name="T10" fmla="*/ 704 w 872"/>
                  <a:gd name="T11" fmla="*/ 343 h 343"/>
                  <a:gd name="T12" fmla="*/ 704 w 872"/>
                  <a:gd name="T13" fmla="*/ 295 h 343"/>
                  <a:gd name="T14" fmla="*/ 457 w 872"/>
                  <a:gd name="T15" fmla="*/ 295 h 343"/>
                  <a:gd name="T16" fmla="*/ 457 w 872"/>
                  <a:gd name="T17" fmla="*/ 343 h 343"/>
                  <a:gd name="T18" fmla="*/ 435 w 872"/>
                  <a:gd name="T19" fmla="*/ 343 h 343"/>
                  <a:gd name="T20" fmla="*/ 435 w 872"/>
                  <a:gd name="T21" fmla="*/ 295 h 343"/>
                  <a:gd name="T22" fmla="*/ 154 w 872"/>
                  <a:gd name="T23" fmla="*/ 295 h 343"/>
                  <a:gd name="T24" fmla="*/ 154 w 872"/>
                  <a:gd name="T25" fmla="*/ 343 h 343"/>
                  <a:gd name="T26" fmla="*/ 132 w 872"/>
                  <a:gd name="T27" fmla="*/ 343 h 343"/>
                  <a:gd name="T28" fmla="*/ 132 w 872"/>
                  <a:gd name="T29" fmla="*/ 295 h 343"/>
                  <a:gd name="T30" fmla="*/ 0 w 872"/>
                  <a:gd name="T31" fmla="*/ 295 h 343"/>
                  <a:gd name="T32" fmla="*/ 0 w 872"/>
                  <a:gd name="T33" fmla="*/ 0 h 3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72" h="343">
                    <a:moveTo>
                      <a:pt x="0" y="0"/>
                    </a:moveTo>
                    <a:lnTo>
                      <a:pt x="872" y="0"/>
                    </a:lnTo>
                    <a:lnTo>
                      <a:pt x="872" y="295"/>
                    </a:lnTo>
                    <a:lnTo>
                      <a:pt x="726" y="295"/>
                    </a:lnTo>
                    <a:lnTo>
                      <a:pt x="726" y="343"/>
                    </a:lnTo>
                    <a:lnTo>
                      <a:pt x="704" y="343"/>
                    </a:lnTo>
                    <a:lnTo>
                      <a:pt x="704" y="295"/>
                    </a:lnTo>
                    <a:lnTo>
                      <a:pt x="457" y="295"/>
                    </a:lnTo>
                    <a:lnTo>
                      <a:pt x="457" y="343"/>
                    </a:lnTo>
                    <a:lnTo>
                      <a:pt x="435" y="343"/>
                    </a:lnTo>
                    <a:lnTo>
                      <a:pt x="435" y="295"/>
                    </a:lnTo>
                    <a:lnTo>
                      <a:pt x="154" y="295"/>
                    </a:lnTo>
                    <a:lnTo>
                      <a:pt x="154" y="343"/>
                    </a:lnTo>
                    <a:lnTo>
                      <a:pt x="132" y="343"/>
                    </a:lnTo>
                    <a:lnTo>
                      <a:pt x="132" y="295"/>
                    </a:lnTo>
                    <a:lnTo>
                      <a:pt x="0" y="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228" name="Rectangle 324">
                <a:extLst>
                  <a:ext uri="{FF2B5EF4-FFF2-40B4-BE49-F238E27FC236}">
                    <a16:creationId xmlns:a16="http://schemas.microsoft.com/office/drawing/2014/main" id="{9FA8777A-3AE5-4C44-A081-71FF5B72E3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50100" y="1952625"/>
                <a:ext cx="400050" cy="10318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229" name="Rectangle 326">
                <a:extLst>
                  <a:ext uri="{FF2B5EF4-FFF2-40B4-BE49-F238E27FC236}">
                    <a16:creationId xmlns:a16="http://schemas.microsoft.com/office/drawing/2014/main" id="{2AD905C3-E2AE-43E7-ADEF-406354DC86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91388" y="2108200"/>
                <a:ext cx="290513" cy="14763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230" name="Rectangle 327">
                <a:extLst>
                  <a:ext uri="{FF2B5EF4-FFF2-40B4-BE49-F238E27FC236}">
                    <a16:creationId xmlns:a16="http://schemas.microsoft.com/office/drawing/2014/main" id="{D14F6B50-3B70-4FDE-B56B-470EFA862A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12013" y="1728788"/>
                <a:ext cx="100013" cy="11113"/>
              </a:xfrm>
              <a:prstGeom prst="rect">
                <a:avLst/>
              </a:pr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231" name="Rectangle 328">
                <a:extLst>
                  <a:ext uri="{FF2B5EF4-FFF2-40B4-BE49-F238E27FC236}">
                    <a16:creationId xmlns:a16="http://schemas.microsoft.com/office/drawing/2014/main" id="{6A4CBC82-104A-4082-8EB6-8157C94D54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12013" y="1793875"/>
                <a:ext cx="150813" cy="15875"/>
              </a:xfrm>
              <a:prstGeom prst="rect">
                <a:avLst/>
              </a:pr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232" name="Rectangle 329">
                <a:extLst>
                  <a:ext uri="{FF2B5EF4-FFF2-40B4-BE49-F238E27FC236}">
                    <a16:creationId xmlns:a16="http://schemas.microsoft.com/office/drawing/2014/main" id="{B1764314-8223-4A62-9AC9-D347949FF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12013" y="1836738"/>
                <a:ext cx="249238" cy="17463"/>
              </a:xfrm>
              <a:prstGeom prst="rect">
                <a:avLst/>
              </a:pr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233" name="Rectangle 330">
                <a:extLst>
                  <a:ext uri="{FF2B5EF4-FFF2-40B4-BE49-F238E27FC236}">
                    <a16:creationId xmlns:a16="http://schemas.microsoft.com/office/drawing/2014/main" id="{7931A1A2-AFFE-433D-9572-0F68FEC193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12013" y="1876425"/>
                <a:ext cx="249238" cy="17463"/>
              </a:xfrm>
              <a:prstGeom prst="rect">
                <a:avLst/>
              </a:pr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234" name="Rectangle 331">
                <a:extLst>
                  <a:ext uri="{FF2B5EF4-FFF2-40B4-BE49-F238E27FC236}">
                    <a16:creationId xmlns:a16="http://schemas.microsoft.com/office/drawing/2014/main" id="{A8AB22C7-C3BB-48EB-9651-93AD751DBE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97738" y="2006600"/>
                <a:ext cx="95250" cy="17463"/>
              </a:xfrm>
              <a:prstGeom prst="rect">
                <a:avLst/>
              </a:pr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235" name="Rectangle 332">
                <a:extLst>
                  <a:ext uri="{FF2B5EF4-FFF2-40B4-BE49-F238E27FC236}">
                    <a16:creationId xmlns:a16="http://schemas.microsoft.com/office/drawing/2014/main" id="{994DEB09-6C55-43BD-AE9E-5CED70B48F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50100" y="2149475"/>
                <a:ext cx="79375" cy="28575"/>
              </a:xfrm>
              <a:prstGeom prst="rect">
                <a:avLst/>
              </a:pr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236" name="Rectangle 325">
                <a:extLst>
                  <a:ext uri="{FF2B5EF4-FFF2-40B4-BE49-F238E27FC236}">
                    <a16:creationId xmlns:a16="http://schemas.microsoft.com/office/drawing/2014/main" id="{E48D4270-D59A-4781-8A47-50CEEA8A3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4700" y="2108200"/>
                <a:ext cx="139700" cy="14763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237" name="Rectangle 333">
                <a:extLst>
                  <a:ext uri="{FF2B5EF4-FFF2-40B4-BE49-F238E27FC236}">
                    <a16:creationId xmlns:a16="http://schemas.microsoft.com/office/drawing/2014/main" id="{7FE75E1B-8D14-46EE-9A44-3622EF844E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0337" y="2181224"/>
                <a:ext cx="52388" cy="12700"/>
              </a:xfrm>
              <a:prstGeom prst="rect">
                <a:avLst/>
              </a:pr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238" name="Rectangle 334">
                <a:extLst>
                  <a:ext uri="{FF2B5EF4-FFF2-40B4-BE49-F238E27FC236}">
                    <a16:creationId xmlns:a16="http://schemas.microsoft.com/office/drawing/2014/main" id="{EB1BA787-EB19-4117-A438-45A09C8EA1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5200" y="2149475"/>
                <a:ext cx="77788" cy="28575"/>
              </a:xfrm>
              <a:prstGeom prst="rect">
                <a:avLst/>
              </a:pr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239" name="Rectangle 335">
                <a:extLst>
                  <a:ext uri="{FF2B5EF4-FFF2-40B4-BE49-F238E27FC236}">
                    <a16:creationId xmlns:a16="http://schemas.microsoft.com/office/drawing/2014/main" id="{B8A758AB-21C6-48B2-8433-1B8512566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5200" y="2190750"/>
                <a:ext cx="52388" cy="12700"/>
              </a:xfrm>
              <a:prstGeom prst="rect">
                <a:avLst/>
              </a:pr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240" name="Rectangle 336">
                <a:extLst>
                  <a:ext uri="{FF2B5EF4-FFF2-40B4-BE49-F238E27FC236}">
                    <a16:creationId xmlns:a16="http://schemas.microsoft.com/office/drawing/2014/main" id="{96A87B57-049E-40FF-AA96-D39FCA97C4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6488" y="2149475"/>
                <a:ext cx="77788" cy="28575"/>
              </a:xfrm>
              <a:prstGeom prst="rect">
                <a:avLst/>
              </a:pr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241" name="Rectangle 337">
                <a:extLst>
                  <a:ext uri="{FF2B5EF4-FFF2-40B4-BE49-F238E27FC236}">
                    <a16:creationId xmlns:a16="http://schemas.microsoft.com/office/drawing/2014/main" id="{F63A6271-9773-4E33-8778-5B030351A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6488" y="2190750"/>
                <a:ext cx="52388" cy="12700"/>
              </a:xfrm>
              <a:prstGeom prst="rect">
                <a:avLst/>
              </a:pr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8D3019F-BCF1-4E66-98C7-D6C27BAB0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4632029" y="3436588"/>
              <a:ext cx="636018" cy="636018"/>
            </a:xfrm>
            <a:prstGeom prst="rect">
              <a:avLst/>
            </a:prstGeom>
          </p:spPr>
        </p:pic>
        <p:sp>
          <p:nvSpPr>
            <p:cNvPr id="672" name="TextBox 671">
              <a:extLst>
                <a:ext uri="{FF2B5EF4-FFF2-40B4-BE49-F238E27FC236}">
                  <a16:creationId xmlns:a16="http://schemas.microsoft.com/office/drawing/2014/main" id="{226EDAC5-6C83-4A04-B86D-B28E2E256278}"/>
                </a:ext>
              </a:extLst>
            </p:cNvPr>
            <p:cNvSpPr txBox="1">
              <a:spLocks/>
            </p:cNvSpPr>
            <p:nvPr/>
          </p:nvSpPr>
          <p:spPr>
            <a:xfrm>
              <a:off x="4384655" y="4208712"/>
              <a:ext cx="105489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b="1" kern="0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INGESTION</a:t>
              </a:r>
            </a:p>
          </p:txBody>
        </p:sp>
        <p:sp>
          <p:nvSpPr>
            <p:cNvPr id="673" name="TextBox 672">
              <a:extLst>
                <a:ext uri="{FF2B5EF4-FFF2-40B4-BE49-F238E27FC236}">
                  <a16:creationId xmlns:a16="http://schemas.microsoft.com/office/drawing/2014/main" id="{E716BF9E-9C78-4BAD-A1A6-674507685C09}"/>
                </a:ext>
              </a:extLst>
            </p:cNvPr>
            <p:cNvSpPr txBox="1">
              <a:spLocks/>
            </p:cNvSpPr>
            <p:nvPr/>
          </p:nvSpPr>
          <p:spPr>
            <a:xfrm>
              <a:off x="5519622" y="4208712"/>
              <a:ext cx="1411697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b="1" kern="0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CLASSIFICATION</a:t>
              </a:r>
            </a:p>
          </p:txBody>
        </p:sp>
        <p:sp>
          <p:nvSpPr>
            <p:cNvPr id="674" name="TextBox 673">
              <a:extLst>
                <a:ext uri="{FF2B5EF4-FFF2-40B4-BE49-F238E27FC236}">
                  <a16:creationId xmlns:a16="http://schemas.microsoft.com/office/drawing/2014/main" id="{8EB83DAC-B7BE-42D1-8664-C80ECBEF5BB3}"/>
                </a:ext>
              </a:extLst>
            </p:cNvPr>
            <p:cNvSpPr txBox="1">
              <a:spLocks/>
            </p:cNvSpPr>
            <p:nvPr/>
          </p:nvSpPr>
          <p:spPr>
            <a:xfrm>
              <a:off x="6822779" y="4100991"/>
              <a:ext cx="1279525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b="1" kern="0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DATA STRUCTURING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9302AE0-9D3D-4D3A-A5B2-33A20E73F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146279" y="3425374"/>
              <a:ext cx="648992" cy="648992"/>
            </a:xfrm>
            <a:prstGeom prst="rect">
              <a:avLst/>
            </a:prstGeom>
          </p:spPr>
        </p:pic>
      </p:grpSp>
      <p:sp>
        <p:nvSpPr>
          <p:cNvPr id="675" name="Line 60">
            <a:extLst>
              <a:ext uri="{FF2B5EF4-FFF2-40B4-BE49-F238E27FC236}">
                <a16:creationId xmlns:a16="http://schemas.microsoft.com/office/drawing/2014/main" id="{8FF78E72-1D8B-4544-BAD4-5752C2C5B5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303859" y="3335685"/>
            <a:ext cx="276225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676" name="TextBox 675">
            <a:extLst>
              <a:ext uri="{FF2B5EF4-FFF2-40B4-BE49-F238E27FC236}">
                <a16:creationId xmlns:a16="http://schemas.microsoft.com/office/drawing/2014/main" id="{F093B06A-2441-43DD-A5D5-0D86AA395448}"/>
              </a:ext>
            </a:extLst>
          </p:cNvPr>
          <p:cNvSpPr txBox="1">
            <a:spLocks/>
          </p:cNvSpPr>
          <p:nvPr/>
        </p:nvSpPr>
        <p:spPr>
          <a:xfrm>
            <a:off x="9491184" y="3181797"/>
            <a:ext cx="197643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b="1" kern="0" dirty="0">
                <a:solidFill>
                  <a:schemeClr val="bg1"/>
                </a:solidFill>
                <a:latin typeface="+mj-lt"/>
                <a:cs typeface="Arial" pitchFamily="34" charset="0"/>
              </a:rPr>
              <a:t>ALERTS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AC0173-BD17-48AD-819B-96A17AF2C36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981772" y="2199315"/>
            <a:ext cx="1189300" cy="902148"/>
          </a:xfrm>
          <a:prstGeom prst="rect">
            <a:avLst/>
          </a:prstGeom>
        </p:spPr>
      </p:pic>
      <p:sp>
        <p:nvSpPr>
          <p:cNvPr id="677" name="Line 60">
            <a:extLst>
              <a:ext uri="{FF2B5EF4-FFF2-40B4-BE49-F238E27FC236}">
                <a16:creationId xmlns:a16="http://schemas.microsoft.com/office/drawing/2014/main" id="{7D06697B-280C-4D9B-88CC-122B65DB32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324198" y="4620038"/>
            <a:ext cx="276225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678" name="TextBox 677">
            <a:extLst>
              <a:ext uri="{FF2B5EF4-FFF2-40B4-BE49-F238E27FC236}">
                <a16:creationId xmlns:a16="http://schemas.microsoft.com/office/drawing/2014/main" id="{935BB622-0221-4770-A478-6C2F4CFEE7DC}"/>
              </a:ext>
            </a:extLst>
          </p:cNvPr>
          <p:cNvSpPr txBox="1">
            <a:spLocks/>
          </p:cNvSpPr>
          <p:nvPr/>
        </p:nvSpPr>
        <p:spPr>
          <a:xfrm>
            <a:off x="9511523" y="4466150"/>
            <a:ext cx="197643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b="1" kern="0" dirty="0">
                <a:solidFill>
                  <a:schemeClr val="bg1"/>
                </a:solidFill>
                <a:latin typeface="+mj-lt"/>
                <a:cs typeface="Arial" pitchFamily="34" charset="0"/>
              </a:rPr>
              <a:t>DASHBOARD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37CC22-AA77-4460-9EB1-B1A284B3B72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043964" y="3536414"/>
            <a:ext cx="1064916" cy="866566"/>
          </a:xfrm>
          <a:prstGeom prst="rect">
            <a:avLst/>
          </a:prstGeom>
        </p:spPr>
      </p:pic>
      <p:sp>
        <p:nvSpPr>
          <p:cNvPr id="679" name="TextBox 678">
            <a:extLst>
              <a:ext uri="{FF2B5EF4-FFF2-40B4-BE49-F238E27FC236}">
                <a16:creationId xmlns:a16="http://schemas.microsoft.com/office/drawing/2014/main" id="{C76DC8E0-88E1-4CA4-A8E6-E0870984FACA}"/>
              </a:ext>
            </a:extLst>
          </p:cNvPr>
          <p:cNvSpPr txBox="1"/>
          <p:nvPr/>
        </p:nvSpPr>
        <p:spPr>
          <a:xfrm>
            <a:off x="318977" y="308344"/>
            <a:ext cx="8059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AUTOMATED QA MANAGEMENT</a:t>
            </a:r>
          </a:p>
        </p:txBody>
      </p:sp>
    </p:spTree>
    <p:extLst>
      <p:ext uri="{BB962C8B-B14F-4D97-AF65-F5344CB8AC3E}">
        <p14:creationId xmlns:p14="http://schemas.microsoft.com/office/powerpoint/2010/main" val="2986434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90AF4D-3B90-4D40-AB5B-2B0B95D67C2B}"/>
              </a:ext>
            </a:extLst>
          </p:cNvPr>
          <p:cNvSpPr/>
          <p:nvPr/>
        </p:nvSpPr>
        <p:spPr>
          <a:xfrm>
            <a:off x="0" y="1597272"/>
            <a:ext cx="4425865" cy="2300083"/>
          </a:xfrm>
          <a:prstGeom prst="roundRect">
            <a:avLst>
              <a:gd name="adj" fmla="val 3592"/>
            </a:avLst>
          </a:prstGeom>
          <a:solidFill>
            <a:srgbClr val="0D0D0D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0B83B1-FA01-44F9-85E5-4C4913466A34}"/>
              </a:ext>
            </a:extLst>
          </p:cNvPr>
          <p:cNvSpPr/>
          <p:nvPr/>
        </p:nvSpPr>
        <p:spPr>
          <a:xfrm>
            <a:off x="0" y="1933010"/>
            <a:ext cx="456598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SG" sz="2800" i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Operationalizing </a:t>
            </a: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Speech Analytics to help </a:t>
            </a:r>
            <a:r>
              <a:rPr lang="en-US" sz="2800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Mitigate Compliance Opportunities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BC432-627E-46E2-8948-80A1E4078626}"/>
              </a:ext>
            </a:extLst>
          </p:cNvPr>
          <p:cNvSpPr/>
          <p:nvPr/>
        </p:nvSpPr>
        <p:spPr>
          <a:xfrm>
            <a:off x="72238" y="174981"/>
            <a:ext cx="44055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Client: </a:t>
            </a:r>
            <a:r>
              <a:rPr lang="en-US" sz="240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Consumer Financial 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40AA564-D0B0-43BB-9B59-9176FF48C841}"/>
              </a:ext>
            </a:extLst>
          </p:cNvPr>
          <p:cNvGrpSpPr/>
          <p:nvPr/>
        </p:nvGrpSpPr>
        <p:grpSpPr>
          <a:xfrm>
            <a:off x="4500011" y="636030"/>
            <a:ext cx="1260986" cy="5823399"/>
            <a:chOff x="4889955" y="567179"/>
            <a:chExt cx="1260986" cy="5823399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2BAFF999-B16F-4DFF-9CE3-221D3DB81EE6}"/>
                </a:ext>
              </a:extLst>
            </p:cNvPr>
            <p:cNvGrpSpPr/>
            <p:nvPr/>
          </p:nvGrpSpPr>
          <p:grpSpPr>
            <a:xfrm>
              <a:off x="4889955" y="567179"/>
              <a:ext cx="1260986" cy="1614741"/>
              <a:chOff x="961226" y="2492122"/>
              <a:chExt cx="1260986" cy="1614741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5A3F647D-E201-487E-A065-9297215D7366}"/>
                  </a:ext>
                </a:extLst>
              </p:cNvPr>
              <p:cNvSpPr/>
              <p:nvPr/>
            </p:nvSpPr>
            <p:spPr>
              <a:xfrm>
                <a:off x="993034" y="2492122"/>
                <a:ext cx="1229178" cy="1154942"/>
              </a:xfrm>
              <a:prstGeom prst="ellipse">
                <a:avLst/>
              </a:prstGeom>
              <a:solidFill>
                <a:srgbClr val="181717">
                  <a:alpha val="8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E8E8E8">
                      <a:lumMod val="10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55159E7C-FADE-4111-9B8D-11A6819F9C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lum bright="70000" contrast="-70000"/>
              </a:blip>
              <a:stretch>
                <a:fillRect/>
              </a:stretch>
            </p:blipFill>
            <p:spPr>
              <a:xfrm>
                <a:off x="1248215" y="2710185"/>
                <a:ext cx="718815" cy="718815"/>
              </a:xfrm>
              <a:prstGeom prst="rect">
                <a:avLst/>
              </a:prstGeom>
            </p:spPr>
          </p:pic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17C96006-D6FD-424C-B918-68ADCA769903}"/>
                  </a:ext>
                </a:extLst>
              </p:cNvPr>
              <p:cNvSpPr/>
              <p:nvPr/>
            </p:nvSpPr>
            <p:spPr>
              <a:xfrm>
                <a:off x="961226" y="3737531"/>
                <a:ext cx="12609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95000"/>
                      </a:schemeClr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Challenges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359BF28E-2037-4845-9E11-717306FE9B6E}"/>
                </a:ext>
              </a:extLst>
            </p:cNvPr>
            <p:cNvGrpSpPr/>
            <p:nvPr/>
          </p:nvGrpSpPr>
          <p:grpSpPr>
            <a:xfrm>
              <a:off x="4905859" y="2671508"/>
              <a:ext cx="1229178" cy="1614741"/>
              <a:chOff x="4398997" y="2492122"/>
              <a:chExt cx="1229178" cy="1614741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859213AA-E7A4-4E19-81D5-FB9371206DD7}"/>
                  </a:ext>
                </a:extLst>
              </p:cNvPr>
              <p:cNvGrpSpPr/>
              <p:nvPr/>
            </p:nvGrpSpPr>
            <p:grpSpPr>
              <a:xfrm>
                <a:off x="4398997" y="2492122"/>
                <a:ext cx="1229178" cy="1614741"/>
                <a:chOff x="993034" y="2492122"/>
                <a:chExt cx="1229178" cy="1614741"/>
              </a:xfrm>
            </p:grpSpPr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D857A8B9-782B-4798-B36A-4E0006A19D96}"/>
                    </a:ext>
                  </a:extLst>
                </p:cNvPr>
                <p:cNvSpPr/>
                <p:nvPr/>
              </p:nvSpPr>
              <p:spPr>
                <a:xfrm>
                  <a:off x="993034" y="2492122"/>
                  <a:ext cx="1229178" cy="1154942"/>
                </a:xfrm>
                <a:prstGeom prst="ellipse">
                  <a:avLst/>
                </a:prstGeom>
                <a:solidFill>
                  <a:srgbClr val="181717">
                    <a:alpha val="8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10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B3CF0F86-A603-4511-98B1-71C54E0C059C}"/>
                    </a:ext>
                  </a:extLst>
                </p:cNvPr>
                <p:cNvSpPr/>
                <p:nvPr/>
              </p:nvSpPr>
              <p:spPr>
                <a:xfrm>
                  <a:off x="1029706" y="3737531"/>
                  <a:ext cx="112402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>
                          <a:lumMod val="95000"/>
                        </a:schemeClr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 Solutions</a:t>
                  </a:r>
                </a:p>
              </p:txBody>
            </p:sp>
          </p:grpSp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08E25E64-0486-4CA4-B149-F3C7A0364C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lum bright="70000" contrast="-70000"/>
              </a:blip>
              <a:stretch>
                <a:fillRect/>
              </a:stretch>
            </p:blipFill>
            <p:spPr>
              <a:xfrm>
                <a:off x="4602413" y="2639147"/>
                <a:ext cx="860892" cy="860892"/>
              </a:xfrm>
              <a:prstGeom prst="rect">
                <a:avLst/>
              </a:prstGeom>
            </p:spPr>
          </p:pic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084B3752-E746-48A2-BBD2-00A6EE0F9ABB}"/>
                </a:ext>
              </a:extLst>
            </p:cNvPr>
            <p:cNvGrpSpPr/>
            <p:nvPr/>
          </p:nvGrpSpPr>
          <p:grpSpPr>
            <a:xfrm>
              <a:off x="4905859" y="4775837"/>
              <a:ext cx="1229178" cy="1614741"/>
              <a:chOff x="9065912" y="2492122"/>
              <a:chExt cx="1229178" cy="1614741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77954710-5678-4ADD-8738-3E91C274A3BB}"/>
                  </a:ext>
                </a:extLst>
              </p:cNvPr>
              <p:cNvGrpSpPr/>
              <p:nvPr/>
            </p:nvGrpSpPr>
            <p:grpSpPr>
              <a:xfrm>
                <a:off x="9065912" y="2492122"/>
                <a:ext cx="1229178" cy="1614741"/>
                <a:chOff x="993034" y="2492122"/>
                <a:chExt cx="1229178" cy="1614741"/>
              </a:xfrm>
            </p:grpSpPr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252EE35E-3D5C-4134-AC26-D35F582B6950}"/>
                    </a:ext>
                  </a:extLst>
                </p:cNvPr>
                <p:cNvSpPr/>
                <p:nvPr/>
              </p:nvSpPr>
              <p:spPr>
                <a:xfrm>
                  <a:off x="993034" y="2492122"/>
                  <a:ext cx="1229178" cy="1154942"/>
                </a:xfrm>
                <a:prstGeom prst="ellipse">
                  <a:avLst/>
                </a:prstGeom>
                <a:solidFill>
                  <a:srgbClr val="181717">
                    <a:alpha val="8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E8E8E8">
                        <a:lumMod val="10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967774D2-BFEA-4C44-89D4-7EDE52FAD451}"/>
                    </a:ext>
                  </a:extLst>
                </p:cNvPr>
                <p:cNvSpPr/>
                <p:nvPr/>
              </p:nvSpPr>
              <p:spPr>
                <a:xfrm>
                  <a:off x="1130793" y="3737531"/>
                  <a:ext cx="92185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>
                          <a:lumMod val="95000"/>
                        </a:schemeClr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 Results</a:t>
                  </a:r>
                </a:p>
              </p:txBody>
            </p:sp>
          </p:grpSp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7E19743E-5547-4FF9-82B3-CCA89F4F21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lum bright="70000" contrast="-70000"/>
              </a:blip>
              <a:stretch>
                <a:fillRect/>
              </a:stretch>
            </p:blipFill>
            <p:spPr>
              <a:xfrm>
                <a:off x="9217381" y="2606472"/>
                <a:ext cx="926240" cy="926240"/>
              </a:xfrm>
              <a:prstGeom prst="rect">
                <a:avLst/>
              </a:prstGeom>
            </p:spPr>
          </p:pic>
        </p:grp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0668796F-D046-49FF-8383-7D87BBF5855A}"/>
              </a:ext>
            </a:extLst>
          </p:cNvPr>
          <p:cNvSpPr/>
          <p:nvPr/>
        </p:nvSpPr>
        <p:spPr>
          <a:xfrm>
            <a:off x="5822162" y="651724"/>
            <a:ext cx="6263508" cy="2279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1" i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20.1% identified errors 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related to Tactics &amp; Deceptive due to invalid Expressed Informed Consent and failed to ask the final EIC question\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1" i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12.3%  Agent failed 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read the disclosure verbatim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1" i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16.8% identified errors 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 due to failure to quote Interest Rate correctly and quote all appropriate Interest Rate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1" i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11.2% failed to process Privacy Opt-Out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(Do not Call, Direct Marketing &amp; Unsolicited Communication.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2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7CC055E-03C5-4405-AE19-698BF0B069A1}"/>
              </a:ext>
            </a:extLst>
          </p:cNvPr>
          <p:cNvSpPr/>
          <p:nvPr/>
        </p:nvSpPr>
        <p:spPr>
          <a:xfrm>
            <a:off x="5822161" y="2725681"/>
            <a:ext cx="6431003" cy="2002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 of Automatic Disclosure Reader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Summary of Captured Opportunities - 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Weekly Governance with Operations and Client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Correcting Agent Opportunities 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through immediate coaching and feedback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Daily Target Listening Report – 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Readily available report of interactions captured per Regulatory Business Rules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Compliance Alliance Initiative – 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One-on-one session with TLs and outliers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Weekly Compliance Alert – 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Publication of top errors captured with suggested script and action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667740F-1B55-4257-BE53-C1AFC0F075CC}"/>
              </a:ext>
            </a:extLst>
          </p:cNvPr>
          <p:cNvGrpSpPr/>
          <p:nvPr/>
        </p:nvGrpSpPr>
        <p:grpSpPr>
          <a:xfrm>
            <a:off x="5827407" y="4959038"/>
            <a:ext cx="1851114" cy="845557"/>
            <a:chOff x="6174041" y="5013094"/>
            <a:chExt cx="1851114" cy="845557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C5A61E2-89F6-4E9A-BAAC-5E1B5FB42AC7}"/>
                </a:ext>
              </a:extLst>
            </p:cNvPr>
            <p:cNvGrpSpPr/>
            <p:nvPr/>
          </p:nvGrpSpPr>
          <p:grpSpPr>
            <a:xfrm>
              <a:off x="6174041" y="5159481"/>
              <a:ext cx="1851114" cy="699170"/>
              <a:chOff x="3425399" y="339329"/>
              <a:chExt cx="1851114" cy="699170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7B79CAD-E809-4236-9CE8-D66FF82CEFB5}"/>
                  </a:ext>
                </a:extLst>
              </p:cNvPr>
              <p:cNvSpPr txBox="1"/>
              <p:nvPr/>
            </p:nvSpPr>
            <p:spPr>
              <a:xfrm>
                <a:off x="3892372" y="339329"/>
                <a:ext cx="1052647" cy="505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defRPr/>
                </a:pPr>
                <a:r>
                  <a:rPr lang="en-US" sz="2400" b="1" dirty="0">
                    <a:solidFill>
                      <a:schemeClr val="bg1">
                        <a:lumMod val="9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$1.3M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2DC7248-0BA6-4095-9662-E3A888845651}"/>
                  </a:ext>
                </a:extLst>
              </p:cNvPr>
              <p:cNvSpPr txBox="1"/>
              <p:nvPr/>
            </p:nvSpPr>
            <p:spPr>
              <a:xfrm>
                <a:off x="3425399" y="739315"/>
                <a:ext cx="1851114" cy="299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defRPr/>
                </a:pPr>
                <a:r>
                  <a:rPr lang="en-US" sz="1200" b="1" dirty="0">
                    <a:solidFill>
                      <a:schemeClr val="bg1">
                        <a:lumMod val="9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Exposure to risk mitigated</a:t>
                </a:r>
              </a:p>
            </p:txBody>
          </p:sp>
        </p:grp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5833C16B-E202-4241-8576-7FF843254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6210141" y="5013094"/>
              <a:ext cx="663019" cy="661136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2F2B38B-63B6-4A59-8CEF-96A202A3DDD2}"/>
              </a:ext>
            </a:extLst>
          </p:cNvPr>
          <p:cNvGrpSpPr/>
          <p:nvPr/>
        </p:nvGrpSpPr>
        <p:grpSpPr>
          <a:xfrm>
            <a:off x="7877941" y="5275750"/>
            <a:ext cx="1701621" cy="1093201"/>
            <a:chOff x="9267177" y="5082245"/>
            <a:chExt cx="1701621" cy="109320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6DB08D4-F86F-4FFE-BB45-F2D1BB126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67177" y="5082245"/>
              <a:ext cx="706225" cy="706225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68B5D40-DAA6-44EB-83CD-2947579BAACE}"/>
                </a:ext>
              </a:extLst>
            </p:cNvPr>
            <p:cNvSpPr txBox="1"/>
            <p:nvPr/>
          </p:nvSpPr>
          <p:spPr>
            <a:xfrm>
              <a:off x="9875902" y="5264169"/>
              <a:ext cx="996380" cy="5059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defRPr/>
              </a:pPr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17.8%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6715EB4-AE30-4626-A0B5-3A6FE4AB2AB2}"/>
                </a:ext>
              </a:extLst>
            </p:cNvPr>
            <p:cNvSpPr txBox="1"/>
            <p:nvPr/>
          </p:nvSpPr>
          <p:spPr>
            <a:xfrm>
              <a:off x="9267177" y="5654662"/>
              <a:ext cx="1701621" cy="5207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defRPr/>
              </a:pPr>
              <a:r>
                <a:rPr lang="en-US" sz="1200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Reduction in customer complaints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D9AC980D-B9A2-4DE0-9EC3-FF2D78686842}"/>
              </a:ext>
            </a:extLst>
          </p:cNvPr>
          <p:cNvSpPr/>
          <p:nvPr/>
        </p:nvSpPr>
        <p:spPr>
          <a:xfrm>
            <a:off x="38726" y="5788287"/>
            <a:ext cx="4348411" cy="89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Improve monitoring mechanism to capture interactions with possible sales opportunities and establish a proactive violation prevention through immediate callback/CM remediation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A521E60-0D0E-48D7-BC46-381832BDE856}"/>
              </a:ext>
            </a:extLst>
          </p:cNvPr>
          <p:cNvGrpSpPr/>
          <p:nvPr/>
        </p:nvGrpSpPr>
        <p:grpSpPr>
          <a:xfrm>
            <a:off x="9616284" y="5038319"/>
            <a:ext cx="2575716" cy="1446550"/>
            <a:chOff x="8877966" y="5099021"/>
            <a:chExt cx="2575716" cy="1371813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70302BC-1565-4FDC-A785-CFB7C61AEB28}"/>
                </a:ext>
              </a:extLst>
            </p:cNvPr>
            <p:cNvSpPr/>
            <p:nvPr/>
          </p:nvSpPr>
          <p:spPr>
            <a:xfrm>
              <a:off x="9716049" y="5099021"/>
              <a:ext cx="1737633" cy="13718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6.7%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cs typeface="Calibri" panose="020F0502020204030204" pitchFamily="34" charset="0"/>
                </a:rPr>
                <a:t> </a:t>
              </a:r>
              <a:r>
                <a:rPr lang="en-US" sz="1200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Opt-Out error improvement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2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13.2%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cs typeface="Calibri" panose="020F0502020204030204" pitchFamily="34" charset="0"/>
                </a:rPr>
                <a:t> </a:t>
              </a:r>
              <a:r>
                <a:rPr lang="en-US" sz="1200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Interest Rate error improvement</a:t>
              </a: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247D98B4-E2BC-4CFC-9517-57958A649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0F9ED5">
                  <a:shade val="45000"/>
                  <a:satMod val="135000"/>
                </a:srgbClr>
                <a:prstClr val="white"/>
              </a:duotone>
            </a:blip>
            <a:stretch>
              <a:fillRect/>
            </a:stretch>
          </p:blipFill>
          <p:spPr>
            <a:xfrm>
              <a:off x="8877966" y="5422774"/>
              <a:ext cx="858863" cy="858863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E9F0080-76AE-41FB-9283-FBAD1C84047A}"/>
              </a:ext>
            </a:extLst>
          </p:cNvPr>
          <p:cNvGrpSpPr/>
          <p:nvPr/>
        </p:nvGrpSpPr>
        <p:grpSpPr>
          <a:xfrm>
            <a:off x="5894670" y="5822351"/>
            <a:ext cx="1716589" cy="797141"/>
            <a:chOff x="6777489" y="5356044"/>
            <a:chExt cx="1716589" cy="79714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3D3EFE8-00E5-484A-8C28-767657CF8779}"/>
                </a:ext>
              </a:extLst>
            </p:cNvPr>
            <p:cNvSpPr/>
            <p:nvPr/>
          </p:nvSpPr>
          <p:spPr>
            <a:xfrm>
              <a:off x="6796049" y="5356044"/>
              <a:ext cx="1698029" cy="7971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R="0" lvl="0" indent="0" algn="r" fontAlgn="auto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0.74 </a:t>
              </a:r>
              <a:r>
                <a:rPr lang="en-US" sz="1600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Bps</a:t>
              </a:r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Site score improvement</a:t>
              </a: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C060A545-EB4C-4A65-8425-22B7DE5A2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0F9ED5">
                  <a:shade val="45000"/>
                  <a:satMod val="135000"/>
                </a:srgbClr>
                <a:prstClr val="white"/>
              </a:duotone>
            </a:blip>
            <a:stretch>
              <a:fillRect/>
            </a:stretch>
          </p:blipFill>
          <p:spPr>
            <a:xfrm>
              <a:off x="6777489" y="5376622"/>
              <a:ext cx="601582" cy="6015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7293671"/>
      </p:ext>
    </p:extLst>
  </p:cSld>
  <p:clrMapOvr>
    <a:masterClrMapping/>
  </p:clrMapOvr>
</p:sld>
</file>

<file path=ppt/theme/theme1.xml><?xml version="1.0" encoding="utf-8"?>
<a:theme xmlns:a="http://schemas.openxmlformats.org/drawingml/2006/main" name="1_HGS">
  <a:themeElements>
    <a:clrScheme name="HGS">
      <a:dk1>
        <a:srgbClr val="353746"/>
      </a:dk1>
      <a:lt1>
        <a:srgbClr val="FFFFFF"/>
      </a:lt1>
      <a:dk2>
        <a:srgbClr val="44546A"/>
      </a:dk2>
      <a:lt2>
        <a:srgbClr val="E7E6E6"/>
      </a:lt2>
      <a:accent1>
        <a:srgbClr val="00B0F0"/>
      </a:accent1>
      <a:accent2>
        <a:srgbClr val="003D8D"/>
      </a:accent2>
      <a:accent3>
        <a:srgbClr val="001D4C"/>
      </a:accent3>
      <a:accent4>
        <a:srgbClr val="96194E"/>
      </a:accent4>
      <a:accent5>
        <a:srgbClr val="E2007C"/>
      </a:accent5>
      <a:accent6>
        <a:srgbClr val="9798A5"/>
      </a:accent6>
      <a:hlink>
        <a:srgbClr val="00B0F0"/>
      </a:hlink>
      <a:folHlink>
        <a:srgbClr val="954F72"/>
      </a:folHlink>
    </a:clrScheme>
    <a:fontScheme name="HGS_2021">
      <a:majorFont>
        <a:latin typeface="Raleway ExtraBold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>
          <a:outerShdw blurRad="254000" dist="127000" dir="5400000" algn="tl" rotWithShape="0">
            <a:prstClr val="black">
              <a:alpha val="10000"/>
            </a:prstClr>
          </a:outerShdw>
        </a:effectLst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20000"/>
          </a:lnSpc>
          <a:spcAft>
            <a:spcPts val="100"/>
          </a:spcAft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5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3548F"/>
      </a:accent1>
      <a:accent2>
        <a:srgbClr val="A3D134"/>
      </a:accent2>
      <a:accent3>
        <a:srgbClr val="568649"/>
      </a:accent3>
      <a:accent4>
        <a:srgbClr val="54A6D8"/>
      </a:accent4>
      <a:accent5>
        <a:srgbClr val="009783"/>
      </a:accent5>
      <a:accent6>
        <a:srgbClr val="C1C2CA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3797</TotalTime>
  <Words>488</Words>
  <Application>Microsoft Office PowerPoint</Application>
  <PresentationFormat>Widescreen</PresentationFormat>
  <Paragraphs>95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Arial</vt:lpstr>
      <vt:lpstr>Calibri</vt:lpstr>
      <vt:lpstr>Courier New</vt:lpstr>
      <vt:lpstr>Guardian Egyp Light</vt:lpstr>
      <vt:lpstr>Oswald</vt:lpstr>
      <vt:lpstr>Oswald Medium</vt:lpstr>
      <vt:lpstr>Raleway</vt:lpstr>
      <vt:lpstr>Raleway ExtraBold</vt:lpstr>
      <vt:lpstr>Raleway Light</vt:lpstr>
      <vt:lpstr>Raleway Medium</vt:lpstr>
      <vt:lpstr>Wingdings</vt:lpstr>
      <vt:lpstr>1_HGS</vt:lpstr>
      <vt:lpstr>Office Theme</vt:lpstr>
      <vt:lpstr>HGS Approach for KPI Management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PowerPoint master template</dc:title>
  <dc:creator>Anna Louiza G. Gelano</dc:creator>
  <cp:lastModifiedBy>Paolo S. Deatras</cp:lastModifiedBy>
  <cp:revision>156</cp:revision>
  <dcterms:created xsi:type="dcterms:W3CDTF">2024-08-14T12:16:19Z</dcterms:created>
  <dcterms:modified xsi:type="dcterms:W3CDTF">2024-11-29T11:24:55Z</dcterms:modified>
</cp:coreProperties>
</file>